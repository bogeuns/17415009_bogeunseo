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725" r:id="rId2"/>
    <p:sldId id="1578" r:id="rId3"/>
    <p:sldId id="1601" r:id="rId4"/>
    <p:sldId id="1580" r:id="rId5"/>
    <p:sldId id="1579" r:id="rId6"/>
    <p:sldId id="1606" r:id="rId7"/>
    <p:sldId id="1597" r:id="rId8"/>
    <p:sldId id="1602" r:id="rId9"/>
    <p:sldId id="1603" r:id="rId10"/>
    <p:sldId id="1604" r:id="rId11"/>
    <p:sldId id="1605" r:id="rId12"/>
    <p:sldId id="155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39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B9CDE5"/>
    <a:srgbClr val="0066FF"/>
    <a:srgbClr val="A9A9A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>
          <a:schemeClr val="tx1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241DA88-1426-460D-A704-38602BF70CBC}" styleName="Dark Style 2 - Body/Background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75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8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  <a:prstDash val="sysDash"/>
            </a:ln>
          </a:top>
        </a:tcBdr>
        <a:fill>
          <a:solidFill>
            <a:schemeClr val="dk1">
              <a:tint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22" autoAdjust="0"/>
    <p:restoredTop sz="94718" autoAdjust="0"/>
  </p:normalViewPr>
  <p:slideViewPr>
    <p:cSldViewPr snapToGrid="0">
      <p:cViewPr varScale="1">
        <p:scale>
          <a:sx n="102" d="100"/>
          <a:sy n="102" d="100"/>
        </p:scale>
        <p:origin x="1434" y="10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-1038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9\Caradonna_tung\Excel\Tot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9\Caradonna_tung\Excel\Tot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9\Caradonna_tung\Excel\Tota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9\Caradonna_tung\Excel\Tota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9\Caradonna_tung\Excel\Tota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9\Caradonna_tung\Excel\Tota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9\Caradonna_tung\Excel\Tota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9\Caradonna_tung\Excel\Tota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9\Caradonna_tung\Excel\Total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9\Caradonna_tung\Excel\Total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Section (50%)</a:t>
            </a:r>
            <a:endParaRPr lang="ko-KR" altLang="en-US"/>
          </a:p>
        </c:rich>
      </c:tx>
      <c:layout>
        <c:manualLayout>
          <c:xMode val="edge"/>
          <c:yMode val="edge"/>
          <c:x val="0.344744010675485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6780324940083466E-2"/>
          <c:y val="0.21833119697247147"/>
          <c:w val="0.88727121308100898"/>
          <c:h val="0.7329423356964101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'0.5'!$H$2:$H$80</c:f>
              <c:numCache>
                <c:formatCode>General</c:formatCode>
                <c:ptCount val="79"/>
                <c:pt idx="0">
                  <c:v>0.99394185391386525</c:v>
                </c:pt>
                <c:pt idx="1">
                  <c:v>0.9865993808574699</c:v>
                </c:pt>
                <c:pt idx="2">
                  <c:v>0.97773025498736865</c:v>
                </c:pt>
                <c:pt idx="3">
                  <c:v>0.96704368529142715</c:v>
                </c:pt>
                <c:pt idx="4">
                  <c:v>0.95423676446533834</c:v>
                </c:pt>
                <c:pt idx="5">
                  <c:v>0.93895206189002045</c:v>
                </c:pt>
                <c:pt idx="6">
                  <c:v>0.92081397250813313</c:v>
                </c:pt>
                <c:pt idx="7">
                  <c:v>0.8994468912623359</c:v>
                </c:pt>
                <c:pt idx="8">
                  <c:v>0.87448127124137465</c:v>
                </c:pt>
                <c:pt idx="9">
                  <c:v>0.84559360744424983</c:v>
                </c:pt>
                <c:pt idx="10">
                  <c:v>0.81252824610612651</c:v>
                </c:pt>
                <c:pt idx="11">
                  <c:v>0.77516341849067349</c:v>
                </c:pt>
                <c:pt idx="12">
                  <c:v>0.73354092580588481</c:v>
                </c:pt>
                <c:pt idx="13">
                  <c:v>0.6879109694851181</c:v>
                </c:pt>
                <c:pt idx="14">
                  <c:v>0.63875759540065535</c:v>
                </c:pt>
                <c:pt idx="15">
                  <c:v>0.58679929967831246</c:v>
                </c:pt>
                <c:pt idx="16">
                  <c:v>0.53296419029848474</c:v>
                </c:pt>
                <c:pt idx="17">
                  <c:v>0.47833182889372183</c:v>
                </c:pt>
                <c:pt idx="18">
                  <c:v>0.42405205159117204</c:v>
                </c:pt>
                <c:pt idx="19">
                  <c:v>0.37125227937746486</c:v>
                </c:pt>
                <c:pt idx="20">
                  <c:v>0.32094664590741939</c:v>
                </c:pt>
                <c:pt idx="21">
                  <c:v>0.27396529893921856</c:v>
                </c:pt>
                <c:pt idx="22">
                  <c:v>0.23091047877528517</c:v>
                </c:pt>
                <c:pt idx="23">
                  <c:v>0.19214446255156997</c:v>
                </c:pt>
                <c:pt idx="24">
                  <c:v>0.15780380088085444</c:v>
                </c:pt>
                <c:pt idx="25">
                  <c:v>0.12783354637813735</c:v>
                </c:pt>
                <c:pt idx="26">
                  <c:v>0.10203371964111542</c:v>
                </c:pt>
                <c:pt idx="27">
                  <c:v>8.0103230809307716E-2</c:v>
                </c:pt>
                <c:pt idx="28">
                  <c:v>6.1685255078240943E-2</c:v>
                </c:pt>
                <c:pt idx="29">
                  <c:v>4.6402975761357518E-2</c:v>
                </c:pt>
                <c:pt idx="30">
                  <c:v>3.3885634318185934E-2</c:v>
                </c:pt>
                <c:pt idx="31">
                  <c:v>2.3788522236425195E-2</c:v>
                </c:pt>
                <c:pt idx="32">
                  <c:v>1.5808732211768557E-2</c:v>
                </c:pt>
                <c:pt idx="33">
                  <c:v>9.6900046647725082E-3</c:v>
                </c:pt>
                <c:pt idx="34">
                  <c:v>5.2287858869428687E-3</c:v>
                </c:pt>
                <c:pt idx="35">
                  <c:v>2.4141712153247044E-3</c:v>
                </c:pt>
                <c:pt idx="36">
                  <c:v>8.3784160371243744E-4</c:v>
                </c:pt>
                <c:pt idx="37">
                  <c:v>1.3206758467775129E-4</c:v>
                </c:pt>
                <c:pt idx="38">
                  <c:v>0</c:v>
                </c:pt>
                <c:pt idx="40">
                  <c:v>1</c:v>
                </c:pt>
                <c:pt idx="41">
                  <c:v>0.99417206346513831</c:v>
                </c:pt>
                <c:pt idx="42">
                  <c:v>0.98712038142087744</c:v>
                </c:pt>
                <c:pt idx="43">
                  <c:v>0.97858445358551371</c:v>
                </c:pt>
                <c:pt idx="44">
                  <c:v>0.96830983782342916</c:v>
                </c:pt>
                <c:pt idx="45">
                  <c:v>0.95597545239205883</c:v>
                </c:pt>
                <c:pt idx="46">
                  <c:v>0.94125415740275153</c:v>
                </c:pt>
                <c:pt idx="47">
                  <c:v>0.9237703477981668</c:v>
                </c:pt>
                <c:pt idx="48">
                  <c:v>0.9031544766670504</c:v>
                </c:pt>
                <c:pt idx="49">
                  <c:v>0.87904911339032021</c:v>
                </c:pt>
                <c:pt idx="50">
                  <c:v>0.85111681923097871</c:v>
                </c:pt>
                <c:pt idx="51">
                  <c:v>0.81911345090175502</c:v>
                </c:pt>
                <c:pt idx="52">
                  <c:v>0.78289967104266733</c:v>
                </c:pt>
                <c:pt idx="53">
                  <c:v>0.74250031805266947</c:v>
                </c:pt>
                <c:pt idx="54">
                  <c:v>0.69813954333694794</c:v>
                </c:pt>
                <c:pt idx="55">
                  <c:v>0.6502632264474425</c:v>
                </c:pt>
                <c:pt idx="56">
                  <c:v>0.59954685067275715</c:v>
                </c:pt>
                <c:pt idx="57">
                  <c:v>0.54686763556616391</c:v>
                </c:pt>
                <c:pt idx="58">
                  <c:v>0.49325061944543724</c:v>
                </c:pt>
                <c:pt idx="59">
                  <c:v>0.43979475001060175</c:v>
                </c:pt>
                <c:pt idx="60">
                  <c:v>0.38758322378185822</c:v>
                </c:pt>
                <c:pt idx="61">
                  <c:v>0.33760230694202953</c:v>
                </c:pt>
                <c:pt idx="62">
                  <c:v>0.29066881932790922</c:v>
                </c:pt>
                <c:pt idx="63">
                  <c:v>0.2473920044587955</c:v>
                </c:pt>
                <c:pt idx="64">
                  <c:v>0.20815583974991972</c:v>
                </c:pt>
                <c:pt idx="65">
                  <c:v>0.17313030466416665</c:v>
                </c:pt>
                <c:pt idx="66">
                  <c:v>0.14230161086104429</c:v>
                </c:pt>
                <c:pt idx="67">
                  <c:v>0.11550824816589626</c:v>
                </c:pt>
                <c:pt idx="68">
                  <c:v>9.248971629701877E-2</c:v>
                </c:pt>
                <c:pt idx="69">
                  <c:v>7.2921298624195011E-2</c:v>
                </c:pt>
                <c:pt idx="70">
                  <c:v>5.6451622674429172E-2</c:v>
                </c:pt>
                <c:pt idx="71">
                  <c:v>4.2729315974725422E-2</c:v>
                </c:pt>
                <c:pt idx="72">
                  <c:v>3.1422997934172185E-2</c:v>
                </c:pt>
                <c:pt idx="73">
                  <c:v>2.2237031023766122E-2</c:v>
                </c:pt>
                <c:pt idx="74">
                  <c:v>1.4922425439367035E-2</c:v>
                </c:pt>
                <c:pt idx="75">
                  <c:v>9.2810798039583836E-3</c:v>
                </c:pt>
                <c:pt idx="76">
                  <c:v>5.1603288361695534E-3</c:v>
                </c:pt>
                <c:pt idx="77">
                  <c:v>2.2560536024765813E-3</c:v>
                </c:pt>
                <c:pt idx="78">
                  <c:v>5.9672738948427818E-4</c:v>
                </c:pt>
              </c:numCache>
            </c:numRef>
          </c:xVal>
          <c:yVal>
            <c:numRef>
              <c:f>'0.5'!$I$2:$I$80</c:f>
              <c:numCache>
                <c:formatCode>General</c:formatCode>
                <c:ptCount val="79"/>
                <c:pt idx="0">
                  <c:v>1.1991078928896926</c:v>
                </c:pt>
                <c:pt idx="1">
                  <c:v>0.74420000009071641</c:v>
                </c:pt>
                <c:pt idx="2">
                  <c:v>9.6674973500649811E-2</c:v>
                </c:pt>
                <c:pt idx="3">
                  <c:v>0.50958703232995584</c:v>
                </c:pt>
                <c:pt idx="4">
                  <c:v>0.16042972278883344</c:v>
                </c:pt>
                <c:pt idx="5">
                  <c:v>0.101128223008843</c:v>
                </c:pt>
                <c:pt idx="6">
                  <c:v>0.14735182549894962</c:v>
                </c:pt>
                <c:pt idx="7">
                  <c:v>3.00453416185693E-2</c:v>
                </c:pt>
                <c:pt idx="8">
                  <c:v>6.8207998796376831E-2</c:v>
                </c:pt>
                <c:pt idx="9">
                  <c:v>3.3709407669614333E-2</c:v>
                </c:pt>
                <c:pt idx="10">
                  <c:v>-1.3585229512336212E-2</c:v>
                </c:pt>
                <c:pt idx="11">
                  <c:v>-1.4938115438875917E-2</c:v>
                </c:pt>
                <c:pt idx="12">
                  <c:v>-5.62575064452761E-2</c:v>
                </c:pt>
                <c:pt idx="13">
                  <c:v>-8.0671460394624195E-2</c:v>
                </c:pt>
                <c:pt idx="14">
                  <c:v>-0.10691181034480057</c:v>
                </c:pt>
                <c:pt idx="15">
                  <c:v>-0.13664147858051029</c:v>
                </c:pt>
                <c:pt idx="16">
                  <c:v>-0.15888517802270094</c:v>
                </c:pt>
                <c:pt idx="17">
                  <c:v>-0.18554830482492096</c:v>
                </c:pt>
                <c:pt idx="18">
                  <c:v>-0.21173792155285162</c:v>
                </c:pt>
                <c:pt idx="19">
                  <c:v>-0.23214395094482551</c:v>
                </c:pt>
                <c:pt idx="20">
                  <c:v>-0.24819819727309683</c:v>
                </c:pt>
                <c:pt idx="21">
                  <c:v>-0.27526718985327864</c:v>
                </c:pt>
                <c:pt idx="22">
                  <c:v>-0.26991765341875318</c:v>
                </c:pt>
                <c:pt idx="23">
                  <c:v>-0.27802933195329721</c:v>
                </c:pt>
                <c:pt idx="24">
                  <c:v>-0.26476541284851401</c:v>
                </c:pt>
                <c:pt idx="25">
                  <c:v>-0.26800670204751537</c:v>
                </c:pt>
                <c:pt idx="26">
                  <c:v>-0.25066721408903198</c:v>
                </c:pt>
                <c:pt idx="27">
                  <c:v>-0.19767918196622683</c:v>
                </c:pt>
                <c:pt idx="28">
                  <c:v>-0.19010865780229824</c:v>
                </c:pt>
                <c:pt idx="29">
                  <c:v>-5.7666762618754953E-2</c:v>
                </c:pt>
                <c:pt idx="30">
                  <c:v>-5.2762551135048526E-2</c:v>
                </c:pt>
                <c:pt idx="31">
                  <c:v>0.1253674291926794</c:v>
                </c:pt>
                <c:pt idx="32">
                  <c:v>0.30699236483063491</c:v>
                </c:pt>
                <c:pt idx="33">
                  <c:v>0.41268657784154938</c:v>
                </c:pt>
                <c:pt idx="34">
                  <c:v>0.66313958499221237</c:v>
                </c:pt>
                <c:pt idx="35">
                  <c:v>0.3769478412821255</c:v>
                </c:pt>
                <c:pt idx="36">
                  <c:v>0.35580899867994259</c:v>
                </c:pt>
                <c:pt idx="37">
                  <c:v>0.59617173162849701</c:v>
                </c:pt>
                <c:pt idx="38">
                  <c:v>0.42993587340493067</c:v>
                </c:pt>
                <c:pt idx="40">
                  <c:v>-8.6037907903231528E-2</c:v>
                </c:pt>
                <c:pt idx="41">
                  <c:v>1.0801666718480767</c:v>
                </c:pt>
                <c:pt idx="42">
                  <c:v>0.75637597342957386</c:v>
                </c:pt>
                <c:pt idx="43">
                  <c:v>4.5547159526836759E-2</c:v>
                </c:pt>
                <c:pt idx="44">
                  <c:v>0.4836567187379448</c:v>
                </c:pt>
                <c:pt idx="45">
                  <c:v>0.10913279807420292</c:v>
                </c:pt>
                <c:pt idx="46">
                  <c:v>0.156258324515336</c:v>
                </c:pt>
                <c:pt idx="47">
                  <c:v>0.13703607030908435</c:v>
                </c:pt>
                <c:pt idx="48">
                  <c:v>2.2942690504235842E-2</c:v>
                </c:pt>
                <c:pt idx="49">
                  <c:v>3.0327192853265069E-2</c:v>
                </c:pt>
                <c:pt idx="50">
                  <c:v>-3.5851477053302203E-2</c:v>
                </c:pt>
                <c:pt idx="51">
                  <c:v>-6.0992607188165064E-2</c:v>
                </c:pt>
                <c:pt idx="52">
                  <c:v>-9.6032352685543776E-2</c:v>
                </c:pt>
                <c:pt idx="53">
                  <c:v>-0.12642155281044143</c:v>
                </c:pt>
                <c:pt idx="54">
                  <c:v>-0.17073420392931102</c:v>
                </c:pt>
                <c:pt idx="55">
                  <c:v>-0.20994534770018633</c:v>
                </c:pt>
                <c:pt idx="56">
                  <c:v>-0.24987803063188382</c:v>
                </c:pt>
                <c:pt idx="57">
                  <c:v>-0.29191896079910534</c:v>
                </c:pt>
                <c:pt idx="58">
                  <c:v>-0.34342445542741057</c:v>
                </c:pt>
                <c:pt idx="59">
                  <c:v>-0.38783857299076996</c:v>
                </c:pt>
                <c:pt idx="60">
                  <c:v>-0.43374086507332354</c:v>
                </c:pt>
                <c:pt idx="61">
                  <c:v>-0.48406258451590656</c:v>
                </c:pt>
                <c:pt idx="62">
                  <c:v>-0.52897276025233064</c:v>
                </c:pt>
                <c:pt idx="63">
                  <c:v>-0.57046126199954839</c:v>
                </c:pt>
                <c:pt idx="64">
                  <c:v>-0.61303770951269188</c:v>
                </c:pt>
                <c:pt idx="65">
                  <c:v>-0.65465586282786969</c:v>
                </c:pt>
                <c:pt idx="66">
                  <c:v>-0.6761667490598513</c:v>
                </c:pt>
                <c:pt idx="67">
                  <c:v>-0.69934619460123149</c:v>
                </c:pt>
                <c:pt idx="68">
                  <c:v>-0.74445930322663689</c:v>
                </c:pt>
                <c:pt idx="69">
                  <c:v>-0.73221004856675853</c:v>
                </c:pt>
                <c:pt idx="70">
                  <c:v>-0.77727242396991814</c:v>
                </c:pt>
                <c:pt idx="71">
                  <c:v>-0.75266117415628386</c:v>
                </c:pt>
                <c:pt idx="72">
                  <c:v>-0.72068797009239483</c:v>
                </c:pt>
                <c:pt idx="73">
                  <c:v>-0.53555680509482406</c:v>
                </c:pt>
                <c:pt idx="74">
                  <c:v>-0.44073641271847297</c:v>
                </c:pt>
                <c:pt idx="75">
                  <c:v>-2.5592092110376101E-2</c:v>
                </c:pt>
                <c:pt idx="76">
                  <c:v>-7.1984805341300181E-2</c:v>
                </c:pt>
                <c:pt idx="77">
                  <c:v>0.49233773676657455</c:v>
                </c:pt>
                <c:pt idx="78">
                  <c:v>0.94279238005735744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B34-4939-B1B1-5AF895C5830C}"/>
            </c:ext>
          </c:extLst>
        </c:ser>
        <c:ser>
          <c:idx val="1"/>
          <c:order val="1"/>
          <c:tx>
            <c:v>Exp.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NASA_Exp.data!$B$4:$B$28</c:f>
              <c:numCache>
                <c:formatCode>General</c:formatCode>
                <c:ptCount val="25"/>
                <c:pt idx="0">
                  <c:v>0</c:v>
                </c:pt>
                <c:pt idx="1">
                  <c:v>0.03</c:v>
                </c:pt>
                <c:pt idx="2">
                  <c:v>0.12</c:v>
                </c:pt>
                <c:pt idx="3">
                  <c:v>0.2</c:v>
                </c:pt>
                <c:pt idx="4">
                  <c:v>0.47</c:v>
                </c:pt>
                <c:pt idx="5">
                  <c:v>0.69</c:v>
                </c:pt>
                <c:pt idx="6">
                  <c:v>0.83</c:v>
                </c:pt>
                <c:pt idx="20">
                  <c:v>0.04</c:v>
                </c:pt>
                <c:pt idx="21">
                  <c:v>0.2</c:v>
                </c:pt>
                <c:pt idx="22">
                  <c:v>0.28000000000000003</c:v>
                </c:pt>
                <c:pt idx="23">
                  <c:v>0.46</c:v>
                </c:pt>
                <c:pt idx="24">
                  <c:v>0.85</c:v>
                </c:pt>
              </c:numCache>
            </c:numRef>
          </c:xVal>
          <c:yVal>
            <c:numRef>
              <c:f>NASA_Exp.data!$C$4:$C$28</c:f>
              <c:numCache>
                <c:formatCode>General</c:formatCode>
                <c:ptCount val="25"/>
                <c:pt idx="0">
                  <c:v>-0.91379999999999995</c:v>
                </c:pt>
                <c:pt idx="1">
                  <c:v>-0.86909999999999998</c:v>
                </c:pt>
                <c:pt idx="2">
                  <c:v>-0.71340000000000003</c:v>
                </c:pt>
                <c:pt idx="3">
                  <c:v>-0.53169999999999995</c:v>
                </c:pt>
                <c:pt idx="4">
                  <c:v>-0.35170000000000001</c:v>
                </c:pt>
                <c:pt idx="5">
                  <c:v>-0.20549999999999999</c:v>
                </c:pt>
                <c:pt idx="6">
                  <c:v>-8.7359999999999993E-2</c:v>
                </c:pt>
                <c:pt idx="20">
                  <c:v>5.6059999999999999E-2</c:v>
                </c:pt>
                <c:pt idx="21">
                  <c:v>0.27579999999999999</c:v>
                </c:pt>
                <c:pt idx="22">
                  <c:v>0.2195</c:v>
                </c:pt>
                <c:pt idx="23">
                  <c:v>9.8610000000000003E-2</c:v>
                </c:pt>
                <c:pt idx="24">
                  <c:v>3.6740000000000002E-2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B34-4939-B1B1-5AF895C583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05314479"/>
        <c:axId val="1605314959"/>
      </c:scatterChart>
      <c:valAx>
        <c:axId val="1605314479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05314959"/>
        <c:crosses val="autoZero"/>
        <c:crossBetween val="midCat"/>
      </c:valAx>
      <c:valAx>
        <c:axId val="1605314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0531447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36499099989014"/>
          <c:y val="0.16855856903750521"/>
          <c:w val="0.12439419010688549"/>
          <c:h val="0.161871514287268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Section (50%)</a:t>
            </a:r>
            <a:endParaRPr lang="ko-KR" altLang="en-US" dirty="0"/>
          </a:p>
        </c:rich>
      </c:tx>
      <c:layout>
        <c:manualLayout>
          <c:xMode val="edge"/>
          <c:yMode val="edge"/>
          <c:x val="0.350604090453122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6780324940083466E-2"/>
          <c:y val="0.21833119697247147"/>
          <c:w val="0.88727121308100898"/>
          <c:h val="0.7329423356964101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'0.5'!$H$2:$H$80</c:f>
              <c:numCache>
                <c:formatCode>General</c:formatCode>
                <c:ptCount val="79"/>
                <c:pt idx="0">
                  <c:v>0.99394185391386525</c:v>
                </c:pt>
                <c:pt idx="1">
                  <c:v>0.9865993808574699</c:v>
                </c:pt>
                <c:pt idx="2">
                  <c:v>0.97773025498736865</c:v>
                </c:pt>
                <c:pt idx="3">
                  <c:v>0.96704368529142715</c:v>
                </c:pt>
                <c:pt idx="4">
                  <c:v>0.95423676446533834</c:v>
                </c:pt>
                <c:pt idx="5">
                  <c:v>0.93895206189002045</c:v>
                </c:pt>
                <c:pt idx="6">
                  <c:v>0.92081397250813313</c:v>
                </c:pt>
                <c:pt idx="7">
                  <c:v>0.8994468912623359</c:v>
                </c:pt>
                <c:pt idx="8">
                  <c:v>0.87448127124137465</c:v>
                </c:pt>
                <c:pt idx="9">
                  <c:v>0.84559360744424983</c:v>
                </c:pt>
                <c:pt idx="10">
                  <c:v>0.81252824610612651</c:v>
                </c:pt>
                <c:pt idx="11">
                  <c:v>0.77516341849067349</c:v>
                </c:pt>
                <c:pt idx="12">
                  <c:v>0.73354092580588481</c:v>
                </c:pt>
                <c:pt idx="13">
                  <c:v>0.6879109694851181</c:v>
                </c:pt>
                <c:pt idx="14">
                  <c:v>0.63875759540065535</c:v>
                </c:pt>
                <c:pt idx="15">
                  <c:v>0.58679929967831246</c:v>
                </c:pt>
                <c:pt idx="16">
                  <c:v>0.53296419029848474</c:v>
                </c:pt>
                <c:pt idx="17">
                  <c:v>0.47833182889372183</c:v>
                </c:pt>
                <c:pt idx="18">
                  <c:v>0.42405205159117204</c:v>
                </c:pt>
                <c:pt idx="19">
                  <c:v>0.37125227937746486</c:v>
                </c:pt>
                <c:pt idx="20">
                  <c:v>0.32094664590741939</c:v>
                </c:pt>
                <c:pt idx="21">
                  <c:v>0.27396529893921856</c:v>
                </c:pt>
                <c:pt idx="22">
                  <c:v>0.23091047877528517</c:v>
                </c:pt>
                <c:pt idx="23">
                  <c:v>0.19214446255156997</c:v>
                </c:pt>
                <c:pt idx="24">
                  <c:v>0.15780380088085444</c:v>
                </c:pt>
                <c:pt idx="25">
                  <c:v>0.12783354637813735</c:v>
                </c:pt>
                <c:pt idx="26">
                  <c:v>0.10203371964111542</c:v>
                </c:pt>
                <c:pt idx="27">
                  <c:v>8.0103230809307716E-2</c:v>
                </c:pt>
                <c:pt idx="28">
                  <c:v>6.1685255078240943E-2</c:v>
                </c:pt>
                <c:pt idx="29">
                  <c:v>4.6402975761357518E-2</c:v>
                </c:pt>
                <c:pt idx="30">
                  <c:v>3.3885634318185934E-2</c:v>
                </c:pt>
                <c:pt idx="31">
                  <c:v>2.3788522236425195E-2</c:v>
                </c:pt>
                <c:pt idx="32">
                  <c:v>1.5808732211768557E-2</c:v>
                </c:pt>
                <c:pt idx="33">
                  <c:v>9.6900046647725082E-3</c:v>
                </c:pt>
                <c:pt idx="34">
                  <c:v>5.2287858869428687E-3</c:v>
                </c:pt>
                <c:pt idx="35">
                  <c:v>2.4141712153247044E-3</c:v>
                </c:pt>
                <c:pt idx="36">
                  <c:v>8.3784160371243744E-4</c:v>
                </c:pt>
                <c:pt idx="37">
                  <c:v>1.3206758467775129E-4</c:v>
                </c:pt>
                <c:pt idx="38">
                  <c:v>0</c:v>
                </c:pt>
                <c:pt idx="40">
                  <c:v>1</c:v>
                </c:pt>
                <c:pt idx="41">
                  <c:v>0.99417206346513831</c:v>
                </c:pt>
                <c:pt idx="42">
                  <c:v>0.98712038142087744</c:v>
                </c:pt>
                <c:pt idx="43">
                  <c:v>0.97858445358551371</c:v>
                </c:pt>
                <c:pt idx="44">
                  <c:v>0.96830983782342916</c:v>
                </c:pt>
                <c:pt idx="45">
                  <c:v>0.95597545239205883</c:v>
                </c:pt>
                <c:pt idx="46">
                  <c:v>0.94125415740275153</c:v>
                </c:pt>
                <c:pt idx="47">
                  <c:v>0.9237703477981668</c:v>
                </c:pt>
                <c:pt idx="48">
                  <c:v>0.9031544766670504</c:v>
                </c:pt>
                <c:pt idx="49">
                  <c:v>0.87904911339032021</c:v>
                </c:pt>
                <c:pt idx="50">
                  <c:v>0.85111681923097871</c:v>
                </c:pt>
                <c:pt idx="51">
                  <c:v>0.81911345090175502</c:v>
                </c:pt>
                <c:pt idx="52">
                  <c:v>0.78289967104266733</c:v>
                </c:pt>
                <c:pt idx="53">
                  <c:v>0.74250031805266947</c:v>
                </c:pt>
                <c:pt idx="54">
                  <c:v>0.69813954333694794</c:v>
                </c:pt>
                <c:pt idx="55">
                  <c:v>0.6502632264474425</c:v>
                </c:pt>
                <c:pt idx="56">
                  <c:v>0.59954685067275715</c:v>
                </c:pt>
                <c:pt idx="57">
                  <c:v>0.54686763556616391</c:v>
                </c:pt>
                <c:pt idx="58">
                  <c:v>0.49325061944543724</c:v>
                </c:pt>
                <c:pt idx="59">
                  <c:v>0.43979475001060175</c:v>
                </c:pt>
                <c:pt idx="60">
                  <c:v>0.38758322378185822</c:v>
                </c:pt>
                <c:pt idx="61">
                  <c:v>0.33760230694202953</c:v>
                </c:pt>
                <c:pt idx="62">
                  <c:v>0.29066881932790922</c:v>
                </c:pt>
                <c:pt idx="63">
                  <c:v>0.2473920044587955</c:v>
                </c:pt>
                <c:pt idx="64">
                  <c:v>0.20815583974991972</c:v>
                </c:pt>
                <c:pt idx="65">
                  <c:v>0.17313030466416665</c:v>
                </c:pt>
                <c:pt idx="66">
                  <c:v>0.14230161086104429</c:v>
                </c:pt>
                <c:pt idx="67">
                  <c:v>0.11550824816589626</c:v>
                </c:pt>
                <c:pt idx="68">
                  <c:v>9.248971629701877E-2</c:v>
                </c:pt>
                <c:pt idx="69">
                  <c:v>7.2921298624195011E-2</c:v>
                </c:pt>
                <c:pt idx="70">
                  <c:v>5.6451622674429172E-2</c:v>
                </c:pt>
                <c:pt idx="71">
                  <c:v>4.2729315974725422E-2</c:v>
                </c:pt>
                <c:pt idx="72">
                  <c:v>3.1422997934172185E-2</c:v>
                </c:pt>
                <c:pt idx="73">
                  <c:v>2.2237031023766122E-2</c:v>
                </c:pt>
                <c:pt idx="74">
                  <c:v>1.4922425439367035E-2</c:v>
                </c:pt>
                <c:pt idx="75">
                  <c:v>9.2810798039583836E-3</c:v>
                </c:pt>
                <c:pt idx="76">
                  <c:v>5.1603288361695534E-3</c:v>
                </c:pt>
                <c:pt idx="77">
                  <c:v>2.2560536024765813E-3</c:v>
                </c:pt>
                <c:pt idx="78">
                  <c:v>5.9672738948427818E-4</c:v>
                </c:pt>
              </c:numCache>
            </c:numRef>
          </c:xVal>
          <c:yVal>
            <c:numRef>
              <c:f>'0.5'!$Y:$Y</c:f>
              <c:numCache>
                <c:formatCode>General</c:formatCode>
                <c:ptCount val="1048576"/>
                <c:pt idx="0">
                  <c:v>0</c:v>
                </c:pt>
                <c:pt idx="1">
                  <c:v>0.38993800000000001</c:v>
                </c:pt>
                <c:pt idx="2">
                  <c:v>-2.7979299999999999E-2</c:v>
                </c:pt>
                <c:pt idx="3">
                  <c:v>0.242012</c:v>
                </c:pt>
                <c:pt idx="4">
                  <c:v>3.1443499999999999E-2</c:v>
                </c:pt>
                <c:pt idx="5">
                  <c:v>0.16570499999999999</c:v>
                </c:pt>
                <c:pt idx="6">
                  <c:v>5.21755E-2</c:v>
                </c:pt>
                <c:pt idx="7">
                  <c:v>3.2894399999999997E-2</c:v>
                </c:pt>
                <c:pt idx="8">
                  <c:v>4.7924300000000003E-2</c:v>
                </c:pt>
                <c:pt idx="9">
                  <c:v>9.7655899999999993E-3</c:v>
                </c:pt>
                <c:pt idx="10">
                  <c:v>7.45658E-3</c:v>
                </c:pt>
                <c:pt idx="11">
                  <c:v>9.8665699999999999E-3</c:v>
                </c:pt>
                <c:pt idx="12">
                  <c:v>4.4567500000000003E-2</c:v>
                </c:pt>
                <c:pt idx="13">
                  <c:v>-8.1514699999999995E-2</c:v>
                </c:pt>
                <c:pt idx="14">
                  <c:v>-8.7152400000000005E-2</c:v>
                </c:pt>
                <c:pt idx="15">
                  <c:v>-6.4282500000000006E-2</c:v>
                </c:pt>
                <c:pt idx="16">
                  <c:v>-6.1821599999999997E-2</c:v>
                </c:pt>
                <c:pt idx="17">
                  <c:v>-1.8749499999999999E-2</c:v>
                </c:pt>
                <c:pt idx="18">
                  <c:v>-1.7155199999999999E-2</c:v>
                </c:pt>
                <c:pt idx="19">
                  <c:v>-4.8666400000000002E-3</c:v>
                </c:pt>
                <c:pt idx="20">
                  <c:v>-4.4250499999999998E-3</c:v>
                </c:pt>
                <c:pt idx="21">
                  <c:v>-1.83013E-2</c:v>
                </c:pt>
                <c:pt idx="22">
                  <c:v>-2.6232800000000001E-2</c:v>
                </c:pt>
                <c:pt idx="23">
                  <c:v>-3.4766100000000001E-2</c:v>
                </c:pt>
                <c:pt idx="24">
                  <c:v>-4.44342E-2</c:v>
                </c:pt>
                <c:pt idx="25">
                  <c:v>-0.18550700000000001</c:v>
                </c:pt>
                <c:pt idx="26">
                  <c:v>-0.199353</c:v>
                </c:pt>
                <c:pt idx="27">
                  <c:v>-0.172015</c:v>
                </c:pt>
                <c:pt idx="28">
                  <c:v>-0.157411</c:v>
                </c:pt>
                <c:pt idx="29">
                  <c:v>-0.14104800000000001</c:v>
                </c:pt>
                <c:pt idx="30">
                  <c:v>-0.12612200000000001</c:v>
                </c:pt>
                <c:pt idx="31">
                  <c:v>-0.111678</c:v>
                </c:pt>
                <c:pt idx="32">
                  <c:v>-9.4928100000000001E-2</c:v>
                </c:pt>
                <c:pt idx="33">
                  <c:v>-8.1257700000000002E-2</c:v>
                </c:pt>
                <c:pt idx="34">
                  <c:v>-8.6098400000000005E-2</c:v>
                </c:pt>
                <c:pt idx="35">
                  <c:v>-9.0412300000000001E-2</c:v>
                </c:pt>
                <c:pt idx="36">
                  <c:v>2.2179899999999999E-2</c:v>
                </c:pt>
                <c:pt idx="37">
                  <c:v>1.0969899999999999E-2</c:v>
                </c:pt>
                <c:pt idx="38">
                  <c:v>0.35125899999999999</c:v>
                </c:pt>
                <c:pt idx="39">
                  <c:v>0.24596999999999999</c:v>
                </c:pt>
                <c:pt idx="40">
                  <c:v>-0.23435900000000001</c:v>
                </c:pt>
                <c:pt idx="41">
                  <c:v>-0.17415700000000001</c:v>
                </c:pt>
                <c:pt idx="42">
                  <c:v>-0.244758</c:v>
                </c:pt>
                <c:pt idx="43">
                  <c:v>-0.25276100000000001</c:v>
                </c:pt>
                <c:pt idx="44">
                  <c:v>-0.23810600000000001</c:v>
                </c:pt>
                <c:pt idx="45">
                  <c:v>4.0765700000000002E-2</c:v>
                </c:pt>
                <c:pt idx="46">
                  <c:v>9.9826899999999996E-2</c:v>
                </c:pt>
                <c:pt idx="47">
                  <c:v>-8.3169999999999997E-3</c:v>
                </c:pt>
                <c:pt idx="48">
                  <c:v>-2.3399799999999998E-2</c:v>
                </c:pt>
                <c:pt idx="49">
                  <c:v>-0.143322</c:v>
                </c:pt>
                <c:pt idx="50">
                  <c:v>-0.21288799999999999</c:v>
                </c:pt>
                <c:pt idx="51">
                  <c:v>-0.219883</c:v>
                </c:pt>
                <c:pt idx="52">
                  <c:v>-6.8272399999999997E-2</c:v>
                </c:pt>
                <c:pt idx="53">
                  <c:v>-5.5520399999999998E-2</c:v>
                </c:pt>
                <c:pt idx="54">
                  <c:v>-4.1110300000000002E-2</c:v>
                </c:pt>
                <c:pt idx="55">
                  <c:v>-3.1228599999999999E-2</c:v>
                </c:pt>
                <c:pt idx="56">
                  <c:v>-1.9827000000000001E-2</c:v>
                </c:pt>
                <c:pt idx="57">
                  <c:v>0.21564900000000001</c:v>
                </c:pt>
                <c:pt idx="58">
                  <c:v>0.13420299999999999</c:v>
                </c:pt>
                <c:pt idx="59">
                  <c:v>0.160103</c:v>
                </c:pt>
                <c:pt idx="60">
                  <c:v>0.30658400000000002</c:v>
                </c:pt>
                <c:pt idx="61">
                  <c:v>0.13980200000000001</c:v>
                </c:pt>
                <c:pt idx="62">
                  <c:v>0.15728200000000001</c:v>
                </c:pt>
                <c:pt idx="63">
                  <c:v>3.5487900000000003E-2</c:v>
                </c:pt>
                <c:pt idx="64">
                  <c:v>1.4807799999999999E-2</c:v>
                </c:pt>
                <c:pt idx="65">
                  <c:v>5.0810000000000001E-2</c:v>
                </c:pt>
                <c:pt idx="66">
                  <c:v>-5.1667200000000003E-2</c:v>
                </c:pt>
                <c:pt idx="67">
                  <c:v>-6.0338500000000003E-2</c:v>
                </c:pt>
                <c:pt idx="68">
                  <c:v>-6.8855299999999994E-2</c:v>
                </c:pt>
                <c:pt idx="69">
                  <c:v>-7.5490399999999999E-2</c:v>
                </c:pt>
                <c:pt idx="70">
                  <c:v>-8.0711500000000005E-2</c:v>
                </c:pt>
                <c:pt idx="71">
                  <c:v>-8.9513700000000002E-2</c:v>
                </c:pt>
                <c:pt idx="72">
                  <c:v>-8.7774900000000003E-2</c:v>
                </c:pt>
                <c:pt idx="73">
                  <c:v>0.122574</c:v>
                </c:pt>
                <c:pt idx="74">
                  <c:v>0.11570999999999999</c:v>
                </c:pt>
                <c:pt idx="75">
                  <c:v>0.19386600000000001</c:v>
                </c:pt>
                <c:pt idx="76">
                  <c:v>-0.24209</c:v>
                </c:pt>
                <c:pt idx="77">
                  <c:v>-0.22742000000000001</c:v>
                </c:pt>
                <c:pt idx="78">
                  <c:v>-1.16609E-2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652-402F-B493-13A5AD39A1B1}"/>
            </c:ext>
          </c:extLst>
        </c:ser>
        <c:ser>
          <c:idx val="1"/>
          <c:order val="1"/>
          <c:tx>
            <c:v>Exp.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NASA_Exp.data!$B$4:$B$28</c:f>
              <c:numCache>
                <c:formatCode>General</c:formatCode>
                <c:ptCount val="25"/>
                <c:pt idx="0">
                  <c:v>0</c:v>
                </c:pt>
                <c:pt idx="1">
                  <c:v>0.03</c:v>
                </c:pt>
                <c:pt idx="2">
                  <c:v>0.12</c:v>
                </c:pt>
                <c:pt idx="3">
                  <c:v>0.2</c:v>
                </c:pt>
                <c:pt idx="4">
                  <c:v>0.47</c:v>
                </c:pt>
                <c:pt idx="5">
                  <c:v>0.69</c:v>
                </c:pt>
                <c:pt idx="6">
                  <c:v>0.83</c:v>
                </c:pt>
                <c:pt idx="20">
                  <c:v>0.04</c:v>
                </c:pt>
                <c:pt idx="21">
                  <c:v>0.2</c:v>
                </c:pt>
                <c:pt idx="22">
                  <c:v>0.28000000000000003</c:v>
                </c:pt>
                <c:pt idx="23">
                  <c:v>0.46</c:v>
                </c:pt>
                <c:pt idx="24">
                  <c:v>0.85</c:v>
                </c:pt>
              </c:numCache>
            </c:numRef>
          </c:xVal>
          <c:yVal>
            <c:numRef>
              <c:f>NASA_Exp.data!$C$4:$C$28</c:f>
              <c:numCache>
                <c:formatCode>General</c:formatCode>
                <c:ptCount val="25"/>
                <c:pt idx="0">
                  <c:v>-0.91379999999999995</c:v>
                </c:pt>
                <c:pt idx="1">
                  <c:v>-0.86909999999999998</c:v>
                </c:pt>
                <c:pt idx="2">
                  <c:v>-0.71340000000000003</c:v>
                </c:pt>
                <c:pt idx="3">
                  <c:v>-0.53169999999999995</c:v>
                </c:pt>
                <c:pt idx="4">
                  <c:v>-0.35170000000000001</c:v>
                </c:pt>
                <c:pt idx="5">
                  <c:v>-0.20549999999999999</c:v>
                </c:pt>
                <c:pt idx="6">
                  <c:v>-8.7359999999999993E-2</c:v>
                </c:pt>
                <c:pt idx="20">
                  <c:v>5.6059999999999999E-2</c:v>
                </c:pt>
                <c:pt idx="21">
                  <c:v>0.27579999999999999</c:v>
                </c:pt>
                <c:pt idx="22">
                  <c:v>0.2195</c:v>
                </c:pt>
                <c:pt idx="23">
                  <c:v>9.8610000000000003E-2</c:v>
                </c:pt>
                <c:pt idx="24">
                  <c:v>3.6740000000000002E-2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652-402F-B493-13A5AD39A1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05314479"/>
        <c:axId val="1605314959"/>
      </c:scatterChart>
      <c:valAx>
        <c:axId val="1605314479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05314959"/>
        <c:crosses val="autoZero"/>
        <c:crossBetween val="midCat"/>
      </c:valAx>
      <c:valAx>
        <c:axId val="1605314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0531447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266459792845378"/>
          <c:y val="0.22611243362021607"/>
          <c:w val="0.12439419010688549"/>
          <c:h val="0.1618715142872680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Section</a:t>
            </a:r>
            <a:r>
              <a:rPr lang="en-US" altLang="ko-KR" baseline="0"/>
              <a:t> (68%)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0539370078740152E-2"/>
          <c:y val="0.17171296296296296"/>
          <c:w val="0.88697462817147854"/>
          <c:h val="0.77736111111111106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'0.68'!$H$2:$H$80</c:f>
              <c:numCache>
                <c:formatCode>General</c:formatCode>
                <c:ptCount val="79"/>
                <c:pt idx="0">
                  <c:v>5.9672738948427818E-4</c:v>
                </c:pt>
                <c:pt idx="1">
                  <c:v>2.2560536024765813E-3</c:v>
                </c:pt>
                <c:pt idx="2">
                  <c:v>5.1603288361695534E-3</c:v>
                </c:pt>
                <c:pt idx="3">
                  <c:v>9.2810798039583836E-3</c:v>
                </c:pt>
                <c:pt idx="4">
                  <c:v>1.4922425439367035E-2</c:v>
                </c:pt>
                <c:pt idx="5">
                  <c:v>2.2237031023766122E-2</c:v>
                </c:pt>
                <c:pt idx="6">
                  <c:v>3.1422997934172185E-2</c:v>
                </c:pt>
                <c:pt idx="7">
                  <c:v>4.2729315974725422E-2</c:v>
                </c:pt>
                <c:pt idx="8">
                  <c:v>5.6451622674429172E-2</c:v>
                </c:pt>
                <c:pt idx="9">
                  <c:v>7.2921298624195011E-2</c:v>
                </c:pt>
                <c:pt idx="10">
                  <c:v>9.248971629701877E-2</c:v>
                </c:pt>
                <c:pt idx="11">
                  <c:v>0.11550824816589626</c:v>
                </c:pt>
                <c:pt idx="12">
                  <c:v>0.14230161086104429</c:v>
                </c:pt>
                <c:pt idx="13">
                  <c:v>0.17313030466416665</c:v>
                </c:pt>
                <c:pt idx="14">
                  <c:v>0.20815583974991972</c:v>
                </c:pt>
                <c:pt idx="15">
                  <c:v>0.2473920044587955</c:v>
                </c:pt>
                <c:pt idx="16">
                  <c:v>0.29066881932790922</c:v>
                </c:pt>
                <c:pt idx="17">
                  <c:v>0.33760230694202953</c:v>
                </c:pt>
                <c:pt idx="18">
                  <c:v>0.38758322378185822</c:v>
                </c:pt>
                <c:pt idx="19">
                  <c:v>0.43979475001060175</c:v>
                </c:pt>
                <c:pt idx="20">
                  <c:v>0.49325061944543724</c:v>
                </c:pt>
                <c:pt idx="21">
                  <c:v>0.54686763556616391</c:v>
                </c:pt>
                <c:pt idx="22">
                  <c:v>0.59954685067275715</c:v>
                </c:pt>
                <c:pt idx="23">
                  <c:v>0.6502632264474425</c:v>
                </c:pt>
                <c:pt idx="24">
                  <c:v>0.69813954333694794</c:v>
                </c:pt>
                <c:pt idx="25">
                  <c:v>0.74250031805266947</c:v>
                </c:pt>
                <c:pt idx="26">
                  <c:v>0.78289967104266733</c:v>
                </c:pt>
                <c:pt idx="27">
                  <c:v>0.81911345090175502</c:v>
                </c:pt>
                <c:pt idx="28">
                  <c:v>0.85111681923097871</c:v>
                </c:pt>
                <c:pt idx="29">
                  <c:v>0.87904911339032021</c:v>
                </c:pt>
                <c:pt idx="30">
                  <c:v>0.9031544766670504</c:v>
                </c:pt>
                <c:pt idx="31">
                  <c:v>0.9237703477981668</c:v>
                </c:pt>
                <c:pt idx="32">
                  <c:v>0.94125415740275153</c:v>
                </c:pt>
                <c:pt idx="33">
                  <c:v>0.95597545239205883</c:v>
                </c:pt>
                <c:pt idx="34">
                  <c:v>0.96830983782342916</c:v>
                </c:pt>
                <c:pt idx="35">
                  <c:v>0.97858445358551371</c:v>
                </c:pt>
                <c:pt idx="36">
                  <c:v>0.98712038142087744</c:v>
                </c:pt>
                <c:pt idx="37">
                  <c:v>0.99417206346513831</c:v>
                </c:pt>
                <c:pt idx="38">
                  <c:v>1</c:v>
                </c:pt>
                <c:pt idx="40">
                  <c:v>0</c:v>
                </c:pt>
                <c:pt idx="41">
                  <c:v>1.3206758467775129E-4</c:v>
                </c:pt>
                <c:pt idx="42">
                  <c:v>8.3784160371243744E-4</c:v>
                </c:pt>
                <c:pt idx="43">
                  <c:v>2.4141712153247044E-3</c:v>
                </c:pt>
                <c:pt idx="44">
                  <c:v>5.2287858869428687E-3</c:v>
                </c:pt>
                <c:pt idx="45">
                  <c:v>9.6900046647725082E-3</c:v>
                </c:pt>
                <c:pt idx="46">
                  <c:v>1.5808732211768557E-2</c:v>
                </c:pt>
                <c:pt idx="47">
                  <c:v>2.3788522236425195E-2</c:v>
                </c:pt>
                <c:pt idx="48">
                  <c:v>3.3885634318185934E-2</c:v>
                </c:pt>
                <c:pt idx="49">
                  <c:v>4.6402975761357518E-2</c:v>
                </c:pt>
                <c:pt idx="50">
                  <c:v>6.1685255078240943E-2</c:v>
                </c:pt>
                <c:pt idx="51">
                  <c:v>8.0103230809307716E-2</c:v>
                </c:pt>
                <c:pt idx="52">
                  <c:v>0.10203371964111542</c:v>
                </c:pt>
                <c:pt idx="53">
                  <c:v>0.12783354637813735</c:v>
                </c:pt>
                <c:pt idx="54">
                  <c:v>0.15780380088085444</c:v>
                </c:pt>
                <c:pt idx="55">
                  <c:v>0.19214446255156997</c:v>
                </c:pt>
                <c:pt idx="56">
                  <c:v>0.23091047877528517</c:v>
                </c:pt>
                <c:pt idx="57">
                  <c:v>0.27396529893921856</c:v>
                </c:pt>
                <c:pt idx="58">
                  <c:v>0.32094664590741939</c:v>
                </c:pt>
                <c:pt idx="59">
                  <c:v>0.37125227937746486</c:v>
                </c:pt>
                <c:pt idx="60">
                  <c:v>0.42405205159117204</c:v>
                </c:pt>
                <c:pt idx="61">
                  <c:v>0.47833182889372183</c:v>
                </c:pt>
                <c:pt idx="62">
                  <c:v>0.53296419029848474</c:v>
                </c:pt>
                <c:pt idx="63">
                  <c:v>0.58679929967831246</c:v>
                </c:pt>
                <c:pt idx="64">
                  <c:v>0.63875759540065535</c:v>
                </c:pt>
                <c:pt idx="65">
                  <c:v>0.6879109694851181</c:v>
                </c:pt>
                <c:pt idx="66">
                  <c:v>0.73354092580588481</c:v>
                </c:pt>
                <c:pt idx="67">
                  <c:v>0.77516341849067349</c:v>
                </c:pt>
                <c:pt idx="68">
                  <c:v>0.81252824610612651</c:v>
                </c:pt>
                <c:pt idx="69">
                  <c:v>0.84559360744424983</c:v>
                </c:pt>
                <c:pt idx="70">
                  <c:v>0.87448127124137465</c:v>
                </c:pt>
                <c:pt idx="71">
                  <c:v>0.8994468912623359</c:v>
                </c:pt>
                <c:pt idx="72">
                  <c:v>0.92081397250813313</c:v>
                </c:pt>
                <c:pt idx="73">
                  <c:v>0.93895206189002045</c:v>
                </c:pt>
                <c:pt idx="74">
                  <c:v>0.95423676446533834</c:v>
                </c:pt>
                <c:pt idx="75">
                  <c:v>0.96704368529142715</c:v>
                </c:pt>
                <c:pt idx="76">
                  <c:v>0.97773025498736865</c:v>
                </c:pt>
                <c:pt idx="77">
                  <c:v>0.9865993808574699</c:v>
                </c:pt>
                <c:pt idx="78">
                  <c:v>0.99394185391386525</c:v>
                </c:pt>
              </c:numCache>
            </c:numRef>
          </c:xVal>
          <c:yVal>
            <c:numRef>
              <c:f>'0.68'!$I$2:$I$80</c:f>
              <c:numCache>
                <c:formatCode>General</c:formatCode>
                <c:ptCount val="79"/>
                <c:pt idx="0">
                  <c:v>0.84410560088083708</c:v>
                </c:pt>
                <c:pt idx="1">
                  <c:v>0.77448429413485453</c:v>
                </c:pt>
                <c:pt idx="2">
                  <c:v>0.17352583272294139</c:v>
                </c:pt>
                <c:pt idx="3">
                  <c:v>0.10615491164955625</c:v>
                </c:pt>
                <c:pt idx="4">
                  <c:v>-0.16284353323333042</c:v>
                </c:pt>
                <c:pt idx="5">
                  <c:v>-0.50013063459670859</c:v>
                </c:pt>
                <c:pt idx="6">
                  <c:v>-0.63457359739633701</c:v>
                </c:pt>
                <c:pt idx="7">
                  <c:v>-0.67917694467274048</c:v>
                </c:pt>
                <c:pt idx="8">
                  <c:v>-0.75859797777736204</c:v>
                </c:pt>
                <c:pt idx="9">
                  <c:v>-0.75559511939549007</c:v>
                </c:pt>
                <c:pt idx="10">
                  <c:v>-0.75790528093751575</c:v>
                </c:pt>
                <c:pt idx="11">
                  <c:v>-0.75405501170080613</c:v>
                </c:pt>
                <c:pt idx="12">
                  <c:v>-0.69407168484324488</c:v>
                </c:pt>
                <c:pt idx="13">
                  <c:v>-0.68947949158010058</c:v>
                </c:pt>
                <c:pt idx="14">
                  <c:v>-0.63131757062629745</c:v>
                </c:pt>
                <c:pt idx="15">
                  <c:v>-0.59399984696492847</c:v>
                </c:pt>
                <c:pt idx="16">
                  <c:v>-0.54421006395871063</c:v>
                </c:pt>
                <c:pt idx="17">
                  <c:v>-0.49393855776945206</c:v>
                </c:pt>
                <c:pt idx="18">
                  <c:v>-0.43745739361487074</c:v>
                </c:pt>
                <c:pt idx="19">
                  <c:v>-0.38488627456642682</c:v>
                </c:pt>
                <c:pt idx="20">
                  <c:v>-0.33151697184973361</c:v>
                </c:pt>
                <c:pt idx="21">
                  <c:v>-0.28450500865812822</c:v>
                </c:pt>
                <c:pt idx="22">
                  <c:v>-0.23183191900889497</c:v>
                </c:pt>
                <c:pt idx="23">
                  <c:v>-0.1935226191605374</c:v>
                </c:pt>
                <c:pt idx="24">
                  <c:v>-0.1493904463843343</c:v>
                </c:pt>
                <c:pt idx="25">
                  <c:v>-0.11120773073006002</c:v>
                </c:pt>
                <c:pt idx="26">
                  <c:v>-6.6639545729790889E-2</c:v>
                </c:pt>
                <c:pt idx="27">
                  <c:v>-3.4670004268453944E-2</c:v>
                </c:pt>
                <c:pt idx="28">
                  <c:v>8.368621719971641E-3</c:v>
                </c:pt>
                <c:pt idx="29">
                  <c:v>4.4058331996321289E-2</c:v>
                </c:pt>
                <c:pt idx="30">
                  <c:v>7.0359714544803595E-2</c:v>
                </c:pt>
                <c:pt idx="31">
                  <c:v>0.12711162822561967</c:v>
                </c:pt>
                <c:pt idx="32">
                  <c:v>0.14353241118035395</c:v>
                </c:pt>
                <c:pt idx="33">
                  <c:v>0.21413826165809788</c:v>
                </c:pt>
                <c:pt idx="34">
                  <c:v>0.44522474041294507</c:v>
                </c:pt>
                <c:pt idx="35">
                  <c:v>0.25661429122837409</c:v>
                </c:pt>
                <c:pt idx="36">
                  <c:v>0.61256201253624354</c:v>
                </c:pt>
                <c:pt idx="37">
                  <c:v>1.0165414030436142</c:v>
                </c:pt>
                <c:pt idx="38">
                  <c:v>-0.1076844706613998</c:v>
                </c:pt>
                <c:pt idx="40">
                  <c:v>0.77054611920780902</c:v>
                </c:pt>
                <c:pt idx="41">
                  <c:v>0.77128452700663008</c:v>
                </c:pt>
                <c:pt idx="42">
                  <c:v>0.57064857938411662</c:v>
                </c:pt>
                <c:pt idx="43">
                  <c:v>0.6139333413054826</c:v>
                </c:pt>
                <c:pt idx="44">
                  <c:v>0.67184561009873167</c:v>
                </c:pt>
                <c:pt idx="45">
                  <c:v>0.33819077186003044</c:v>
                </c:pt>
                <c:pt idx="46">
                  <c:v>0.31224101207289151</c:v>
                </c:pt>
                <c:pt idx="47">
                  <c:v>9.3109707203718098E-2</c:v>
                </c:pt>
                <c:pt idx="48">
                  <c:v>-9.212516347195672E-3</c:v>
                </c:pt>
                <c:pt idx="49">
                  <c:v>-0.13121154962288331</c:v>
                </c:pt>
                <c:pt idx="50">
                  <c:v>-0.16068808570629561</c:v>
                </c:pt>
                <c:pt idx="51">
                  <c:v>-0.26061224202484784</c:v>
                </c:pt>
                <c:pt idx="52">
                  <c:v>-0.26562286637399052</c:v>
                </c:pt>
                <c:pt idx="53">
                  <c:v>-0.31983957994552142</c:v>
                </c:pt>
                <c:pt idx="54">
                  <c:v>-0.30731126095885786</c:v>
                </c:pt>
                <c:pt idx="55">
                  <c:v>-0.31777203810882243</c:v>
                </c:pt>
                <c:pt idx="56">
                  <c:v>-0.32295847383863679</c:v>
                </c:pt>
                <c:pt idx="57">
                  <c:v>-0.29182579454929658</c:v>
                </c:pt>
                <c:pt idx="58">
                  <c:v>-0.28638619043131514</c:v>
                </c:pt>
                <c:pt idx="59">
                  <c:v>-0.2598808666812536</c:v>
                </c:pt>
                <c:pt idx="60">
                  <c:v>-0.23212728212842368</c:v>
                </c:pt>
                <c:pt idx="61">
                  <c:v>-0.20543559831485006</c:v>
                </c:pt>
                <c:pt idx="62">
                  <c:v>-0.17686273272808953</c:v>
                </c:pt>
                <c:pt idx="63">
                  <c:v>-0.14723148262968586</c:v>
                </c:pt>
                <c:pt idx="64">
                  <c:v>-0.1178147224157018</c:v>
                </c:pt>
                <c:pt idx="65">
                  <c:v>-9.0725704881810101E-2</c:v>
                </c:pt>
                <c:pt idx="66">
                  <c:v>-6.4150056579479892E-2</c:v>
                </c:pt>
                <c:pt idx="67">
                  <c:v>-3.1505399416363829E-2</c:v>
                </c:pt>
                <c:pt idx="68">
                  <c:v>-1.0021248698285369E-2</c:v>
                </c:pt>
                <c:pt idx="69">
                  <c:v>2.2539019002108498E-2</c:v>
                </c:pt>
                <c:pt idx="70">
                  <c:v>6.1780119168025942E-2</c:v>
                </c:pt>
                <c:pt idx="71">
                  <c:v>6.8531276185818182E-2</c:v>
                </c:pt>
                <c:pt idx="72">
                  <c:v>0.14877159032436982</c:v>
                </c:pt>
                <c:pt idx="73">
                  <c:v>0.17275226264798602</c:v>
                </c:pt>
                <c:pt idx="74">
                  <c:v>0.13797677155112908</c:v>
                </c:pt>
                <c:pt idx="75">
                  <c:v>0.47750370990426422</c:v>
                </c:pt>
                <c:pt idx="76">
                  <c:v>0.21811159886127771</c:v>
                </c:pt>
                <c:pt idx="77">
                  <c:v>0.55929116419272662</c:v>
                </c:pt>
                <c:pt idx="78">
                  <c:v>1.1233292356635884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0B3-4C16-9599-79DEF7637D54}"/>
            </c:ext>
          </c:extLst>
        </c:ser>
        <c:ser>
          <c:idx val="1"/>
          <c:order val="1"/>
          <c:tx>
            <c:v>Exp.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NASA_Exp.data!$D$4:$D$30</c:f>
              <c:numCache>
                <c:formatCode>General</c:formatCode>
                <c:ptCount val="27"/>
                <c:pt idx="0">
                  <c:v>0.02</c:v>
                </c:pt>
                <c:pt idx="1">
                  <c:v>0.06</c:v>
                </c:pt>
                <c:pt idx="2">
                  <c:v>0.1</c:v>
                </c:pt>
                <c:pt idx="3">
                  <c:v>0.15</c:v>
                </c:pt>
                <c:pt idx="4">
                  <c:v>0.19</c:v>
                </c:pt>
                <c:pt idx="5">
                  <c:v>0.23</c:v>
                </c:pt>
                <c:pt idx="6">
                  <c:v>0.28999999999999998</c:v>
                </c:pt>
                <c:pt idx="7">
                  <c:v>0.33</c:v>
                </c:pt>
                <c:pt idx="8">
                  <c:v>0.34</c:v>
                </c:pt>
                <c:pt idx="9">
                  <c:v>0.44</c:v>
                </c:pt>
                <c:pt idx="10">
                  <c:v>0.52</c:v>
                </c:pt>
                <c:pt idx="11">
                  <c:v>0.61</c:v>
                </c:pt>
                <c:pt idx="12">
                  <c:v>0.73</c:v>
                </c:pt>
                <c:pt idx="13">
                  <c:v>0.8</c:v>
                </c:pt>
                <c:pt idx="20">
                  <c:v>0</c:v>
                </c:pt>
                <c:pt idx="21">
                  <c:v>7.0000000000000007E-2</c:v>
                </c:pt>
                <c:pt idx="22">
                  <c:v>0.18</c:v>
                </c:pt>
                <c:pt idx="23">
                  <c:v>0.28000000000000003</c:v>
                </c:pt>
                <c:pt idx="24">
                  <c:v>0.38</c:v>
                </c:pt>
                <c:pt idx="25">
                  <c:v>0.51</c:v>
                </c:pt>
                <c:pt idx="26">
                  <c:v>0.79</c:v>
                </c:pt>
              </c:numCache>
            </c:numRef>
          </c:xVal>
          <c:yVal>
            <c:numRef>
              <c:f>NASA_Exp.data!$E$4:$E$30</c:f>
              <c:numCache>
                <c:formatCode>General</c:formatCode>
                <c:ptCount val="27"/>
                <c:pt idx="0">
                  <c:v>-0.94159999999999999</c:v>
                </c:pt>
                <c:pt idx="1">
                  <c:v>-0.93979999999999997</c:v>
                </c:pt>
                <c:pt idx="2">
                  <c:v>-0.91080000000000005</c:v>
                </c:pt>
                <c:pt idx="3">
                  <c:v>-0.87250000000000005</c:v>
                </c:pt>
                <c:pt idx="4">
                  <c:v>-0.72540000000000004</c:v>
                </c:pt>
                <c:pt idx="5">
                  <c:v>-0.64880000000000004</c:v>
                </c:pt>
                <c:pt idx="6">
                  <c:v>-0.58340000000000003</c:v>
                </c:pt>
                <c:pt idx="7">
                  <c:v>-0.53069999999999995</c:v>
                </c:pt>
                <c:pt idx="8">
                  <c:v>-0.41830000000000001</c:v>
                </c:pt>
                <c:pt idx="9">
                  <c:v>-0.39369999999999999</c:v>
                </c:pt>
                <c:pt idx="10">
                  <c:v>-0.32350000000000001</c:v>
                </c:pt>
                <c:pt idx="11">
                  <c:v>-0.2215</c:v>
                </c:pt>
                <c:pt idx="12">
                  <c:v>-0.1338</c:v>
                </c:pt>
                <c:pt idx="13">
                  <c:v>-6.5299999999999997E-2</c:v>
                </c:pt>
                <c:pt idx="20">
                  <c:v>0.92689999999999995</c:v>
                </c:pt>
                <c:pt idx="21">
                  <c:v>2.0590000000000001E-2</c:v>
                </c:pt>
                <c:pt idx="22">
                  <c:v>-0.25319999999999998</c:v>
                </c:pt>
                <c:pt idx="23">
                  <c:v>-0.28039999999999998</c:v>
                </c:pt>
                <c:pt idx="24">
                  <c:v>-0.23350000000000001</c:v>
                </c:pt>
                <c:pt idx="25">
                  <c:v>-0.1467</c:v>
                </c:pt>
                <c:pt idx="26">
                  <c:v>-2.036E-2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0B3-4C16-9599-79DEF7637D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8572160"/>
        <c:axId val="1621854239"/>
      </c:scatterChart>
      <c:valAx>
        <c:axId val="86857216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1854239"/>
        <c:crosses val="autoZero"/>
        <c:crossBetween val="midCat"/>
      </c:valAx>
      <c:valAx>
        <c:axId val="1621854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685721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251377952755907"/>
          <c:y val="0.19060112277631966"/>
          <c:w val="0.12581955380577428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Section</a:t>
            </a:r>
            <a:r>
              <a:rPr lang="en-US" altLang="ko-KR" baseline="0"/>
              <a:t> (68%)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0539370078740152E-2"/>
          <c:y val="0.17171296296296296"/>
          <c:w val="0.88697462817147854"/>
          <c:h val="0.77736111111111106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'0.68'!$H$2:$H$80</c:f>
              <c:numCache>
                <c:formatCode>General</c:formatCode>
                <c:ptCount val="79"/>
                <c:pt idx="0">
                  <c:v>5.9672738948427818E-4</c:v>
                </c:pt>
                <c:pt idx="1">
                  <c:v>2.2560536024765813E-3</c:v>
                </c:pt>
                <c:pt idx="2">
                  <c:v>5.1603288361695534E-3</c:v>
                </c:pt>
                <c:pt idx="3">
                  <c:v>9.2810798039583836E-3</c:v>
                </c:pt>
                <c:pt idx="4">
                  <c:v>1.4922425439367035E-2</c:v>
                </c:pt>
                <c:pt idx="5">
                  <c:v>2.2237031023766122E-2</c:v>
                </c:pt>
                <c:pt idx="6">
                  <c:v>3.1422997934172185E-2</c:v>
                </c:pt>
                <c:pt idx="7">
                  <c:v>4.2729315974725422E-2</c:v>
                </c:pt>
                <c:pt idx="8">
                  <c:v>5.6451622674429172E-2</c:v>
                </c:pt>
                <c:pt idx="9">
                  <c:v>7.2921298624195011E-2</c:v>
                </c:pt>
                <c:pt idx="10">
                  <c:v>9.248971629701877E-2</c:v>
                </c:pt>
                <c:pt idx="11">
                  <c:v>0.11550824816589626</c:v>
                </c:pt>
                <c:pt idx="12">
                  <c:v>0.14230161086104429</c:v>
                </c:pt>
                <c:pt idx="13">
                  <c:v>0.17313030466416665</c:v>
                </c:pt>
                <c:pt idx="14">
                  <c:v>0.20815583974991972</c:v>
                </c:pt>
                <c:pt idx="15">
                  <c:v>0.2473920044587955</c:v>
                </c:pt>
                <c:pt idx="16">
                  <c:v>0.29066881932790922</c:v>
                </c:pt>
                <c:pt idx="17">
                  <c:v>0.33760230694202953</c:v>
                </c:pt>
                <c:pt idx="18">
                  <c:v>0.38758322378185822</c:v>
                </c:pt>
                <c:pt idx="19">
                  <c:v>0.43979475001060175</c:v>
                </c:pt>
                <c:pt idx="20">
                  <c:v>0.49325061944543724</c:v>
                </c:pt>
                <c:pt idx="21">
                  <c:v>0.54686763556616391</c:v>
                </c:pt>
                <c:pt idx="22">
                  <c:v>0.59954685067275715</c:v>
                </c:pt>
                <c:pt idx="23">
                  <c:v>0.6502632264474425</c:v>
                </c:pt>
                <c:pt idx="24">
                  <c:v>0.69813954333694794</c:v>
                </c:pt>
                <c:pt idx="25">
                  <c:v>0.74250031805266947</c:v>
                </c:pt>
                <c:pt idx="26">
                  <c:v>0.78289967104266733</c:v>
                </c:pt>
                <c:pt idx="27">
                  <c:v>0.81911345090175502</c:v>
                </c:pt>
                <c:pt idx="28">
                  <c:v>0.85111681923097871</c:v>
                </c:pt>
                <c:pt idx="29">
                  <c:v>0.87904911339032021</c:v>
                </c:pt>
                <c:pt idx="30">
                  <c:v>0.9031544766670504</c:v>
                </c:pt>
                <c:pt idx="31">
                  <c:v>0.9237703477981668</c:v>
                </c:pt>
                <c:pt idx="32">
                  <c:v>0.94125415740275153</c:v>
                </c:pt>
                <c:pt idx="33">
                  <c:v>0.95597545239205883</c:v>
                </c:pt>
                <c:pt idx="34">
                  <c:v>0.96830983782342916</c:v>
                </c:pt>
                <c:pt idx="35">
                  <c:v>0.97858445358551371</c:v>
                </c:pt>
                <c:pt idx="36">
                  <c:v>0.98712038142087744</c:v>
                </c:pt>
                <c:pt idx="37">
                  <c:v>0.99417206346513831</c:v>
                </c:pt>
                <c:pt idx="38">
                  <c:v>1</c:v>
                </c:pt>
                <c:pt idx="40">
                  <c:v>0</c:v>
                </c:pt>
                <c:pt idx="41">
                  <c:v>1.3206758467775129E-4</c:v>
                </c:pt>
                <c:pt idx="42">
                  <c:v>8.3784160371243744E-4</c:v>
                </c:pt>
                <c:pt idx="43">
                  <c:v>2.4141712153247044E-3</c:v>
                </c:pt>
                <c:pt idx="44">
                  <c:v>5.2287858869428687E-3</c:v>
                </c:pt>
                <c:pt idx="45">
                  <c:v>9.6900046647725082E-3</c:v>
                </c:pt>
                <c:pt idx="46">
                  <c:v>1.5808732211768557E-2</c:v>
                </c:pt>
                <c:pt idx="47">
                  <c:v>2.3788522236425195E-2</c:v>
                </c:pt>
                <c:pt idx="48">
                  <c:v>3.3885634318185934E-2</c:v>
                </c:pt>
                <c:pt idx="49">
                  <c:v>4.6402975761357518E-2</c:v>
                </c:pt>
                <c:pt idx="50">
                  <c:v>6.1685255078240943E-2</c:v>
                </c:pt>
                <c:pt idx="51">
                  <c:v>8.0103230809307716E-2</c:v>
                </c:pt>
                <c:pt idx="52">
                  <c:v>0.10203371964111542</c:v>
                </c:pt>
                <c:pt idx="53">
                  <c:v>0.12783354637813735</c:v>
                </c:pt>
                <c:pt idx="54">
                  <c:v>0.15780380088085444</c:v>
                </c:pt>
                <c:pt idx="55">
                  <c:v>0.19214446255156997</c:v>
                </c:pt>
                <c:pt idx="56">
                  <c:v>0.23091047877528517</c:v>
                </c:pt>
                <c:pt idx="57">
                  <c:v>0.27396529893921856</c:v>
                </c:pt>
                <c:pt idx="58">
                  <c:v>0.32094664590741939</c:v>
                </c:pt>
                <c:pt idx="59">
                  <c:v>0.37125227937746486</c:v>
                </c:pt>
                <c:pt idx="60">
                  <c:v>0.42405205159117204</c:v>
                </c:pt>
                <c:pt idx="61">
                  <c:v>0.47833182889372183</c:v>
                </c:pt>
                <c:pt idx="62">
                  <c:v>0.53296419029848474</c:v>
                </c:pt>
                <c:pt idx="63">
                  <c:v>0.58679929967831246</c:v>
                </c:pt>
                <c:pt idx="64">
                  <c:v>0.63875759540065535</c:v>
                </c:pt>
                <c:pt idx="65">
                  <c:v>0.6879109694851181</c:v>
                </c:pt>
                <c:pt idx="66">
                  <c:v>0.73354092580588481</c:v>
                </c:pt>
                <c:pt idx="67">
                  <c:v>0.77516341849067349</c:v>
                </c:pt>
                <c:pt idx="68">
                  <c:v>0.81252824610612651</c:v>
                </c:pt>
                <c:pt idx="69">
                  <c:v>0.84559360744424983</c:v>
                </c:pt>
                <c:pt idx="70">
                  <c:v>0.87448127124137465</c:v>
                </c:pt>
                <c:pt idx="71">
                  <c:v>0.8994468912623359</c:v>
                </c:pt>
                <c:pt idx="72">
                  <c:v>0.92081397250813313</c:v>
                </c:pt>
                <c:pt idx="73">
                  <c:v>0.93895206189002045</c:v>
                </c:pt>
                <c:pt idx="74">
                  <c:v>0.95423676446533834</c:v>
                </c:pt>
                <c:pt idx="75">
                  <c:v>0.96704368529142715</c:v>
                </c:pt>
                <c:pt idx="76">
                  <c:v>0.97773025498736865</c:v>
                </c:pt>
                <c:pt idx="77">
                  <c:v>0.9865993808574699</c:v>
                </c:pt>
                <c:pt idx="78">
                  <c:v>0.99394185391386525</c:v>
                </c:pt>
              </c:numCache>
            </c:numRef>
          </c:xVal>
          <c:yVal>
            <c:numRef>
              <c:f>'0.68'!$Y:$Y</c:f>
              <c:numCache>
                <c:formatCode>General</c:formatCode>
                <c:ptCount val="1048576"/>
                <c:pt idx="0">
                  <c:v>0</c:v>
                </c:pt>
                <c:pt idx="1">
                  <c:v>0.40208199999999999</c:v>
                </c:pt>
                <c:pt idx="2">
                  <c:v>0.40171099999999998</c:v>
                </c:pt>
                <c:pt idx="3">
                  <c:v>0.29749799999999998</c:v>
                </c:pt>
                <c:pt idx="4">
                  <c:v>0.58562099999999995</c:v>
                </c:pt>
                <c:pt idx="5">
                  <c:v>-5.6139399999999999E-2</c:v>
                </c:pt>
                <c:pt idx="6">
                  <c:v>0.291574</c:v>
                </c:pt>
                <c:pt idx="7">
                  <c:v>0.113705</c:v>
                </c:pt>
                <c:pt idx="8">
                  <c:v>0.24893299999999999</c:v>
                </c:pt>
                <c:pt idx="9">
                  <c:v>7.1923399999999998E-2</c:v>
                </c:pt>
                <c:pt idx="10">
                  <c:v>9.0053400000000006E-2</c:v>
                </c:pt>
                <c:pt idx="11">
                  <c:v>7.7559699999999995E-2</c:v>
                </c:pt>
                <c:pt idx="12">
                  <c:v>3.5727099999999998E-2</c:v>
                </c:pt>
                <c:pt idx="13">
                  <c:v>3.2198499999999998E-2</c:v>
                </c:pt>
                <c:pt idx="14">
                  <c:v>1.1745E-2</c:v>
                </c:pt>
                <c:pt idx="15">
                  <c:v>-5.21939E-3</c:v>
                </c:pt>
                <c:pt idx="16">
                  <c:v>0.52995099999999995</c:v>
                </c:pt>
                <c:pt idx="17">
                  <c:v>-6.8403500000000006E-2</c:v>
                </c:pt>
                <c:pt idx="18">
                  <c:v>-8.3770200000000003E-2</c:v>
                </c:pt>
                <c:pt idx="19">
                  <c:v>-4.7994700000000001E-3</c:v>
                </c:pt>
                <c:pt idx="20">
                  <c:v>4.8536299999999998E-2</c:v>
                </c:pt>
                <c:pt idx="21">
                  <c:v>0.16278200000000001</c:v>
                </c:pt>
                <c:pt idx="22">
                  <c:v>0.176312</c:v>
                </c:pt>
                <c:pt idx="23">
                  <c:v>-9.2202400000000004E-2</c:v>
                </c:pt>
                <c:pt idx="24">
                  <c:v>-7.6756199999999997E-2</c:v>
                </c:pt>
                <c:pt idx="25">
                  <c:v>-0.107098</c:v>
                </c:pt>
                <c:pt idx="26">
                  <c:v>-0.121013</c:v>
                </c:pt>
                <c:pt idx="27">
                  <c:v>-0.10088800000000001</c:v>
                </c:pt>
                <c:pt idx="28">
                  <c:v>-0.12086</c:v>
                </c:pt>
                <c:pt idx="29">
                  <c:v>-7.78808E-2</c:v>
                </c:pt>
                <c:pt idx="30">
                  <c:v>-5.7975600000000002E-2</c:v>
                </c:pt>
                <c:pt idx="31">
                  <c:v>-3.4740699999999999E-2</c:v>
                </c:pt>
                <c:pt idx="32">
                  <c:v>-0.13586400000000001</c:v>
                </c:pt>
                <c:pt idx="33">
                  <c:v>2.2970899999999999E-2</c:v>
                </c:pt>
                <c:pt idx="34">
                  <c:v>4.3562599999999998E-3</c:v>
                </c:pt>
                <c:pt idx="35">
                  <c:v>3.6688800000000001E-2</c:v>
                </c:pt>
                <c:pt idx="36">
                  <c:v>6.6259299999999993E-2</c:v>
                </c:pt>
                <c:pt idx="37">
                  <c:v>7.4825799999999998E-2</c:v>
                </c:pt>
                <c:pt idx="38">
                  <c:v>-0.35944300000000001</c:v>
                </c:pt>
                <c:pt idx="39">
                  <c:v>-0.36183799999999999</c:v>
                </c:pt>
                <c:pt idx="40">
                  <c:v>-0.329123</c:v>
                </c:pt>
                <c:pt idx="41">
                  <c:v>9.0466599999999994E-2</c:v>
                </c:pt>
                <c:pt idx="42">
                  <c:v>0.32005699999999998</c:v>
                </c:pt>
                <c:pt idx="43">
                  <c:v>5.5335000000000002E-2</c:v>
                </c:pt>
                <c:pt idx="44">
                  <c:v>-8.4894399999999995E-2</c:v>
                </c:pt>
                <c:pt idx="45">
                  <c:v>-0.26073000000000002</c:v>
                </c:pt>
                <c:pt idx="46">
                  <c:v>0.11164</c:v>
                </c:pt>
                <c:pt idx="47">
                  <c:v>-0.309668</c:v>
                </c:pt>
                <c:pt idx="48">
                  <c:v>-0.28371099999999999</c:v>
                </c:pt>
                <c:pt idx="49">
                  <c:v>-0.25750200000000001</c:v>
                </c:pt>
                <c:pt idx="50">
                  <c:v>-0.22805900000000001</c:v>
                </c:pt>
                <c:pt idx="51">
                  <c:v>-0.200651</c:v>
                </c:pt>
                <c:pt idx="52">
                  <c:v>-0.13548199999999999</c:v>
                </c:pt>
                <c:pt idx="53">
                  <c:v>-0.14930099999999999</c:v>
                </c:pt>
                <c:pt idx="54">
                  <c:v>-0.15213599999999999</c:v>
                </c:pt>
                <c:pt idx="55">
                  <c:v>-0.16836699999999999</c:v>
                </c:pt>
                <c:pt idx="56">
                  <c:v>-6.1420299999999997E-2</c:v>
                </c:pt>
                <c:pt idx="57">
                  <c:v>-4.7297800000000001E-2</c:v>
                </c:pt>
                <c:pt idx="58">
                  <c:v>0.35024699999999998</c:v>
                </c:pt>
                <c:pt idx="59">
                  <c:v>0.40376699999999999</c:v>
                </c:pt>
                <c:pt idx="60">
                  <c:v>0.440056</c:v>
                </c:pt>
                <c:pt idx="61">
                  <c:v>-0.33081899999999997</c:v>
                </c:pt>
                <c:pt idx="62">
                  <c:v>-0.354072</c:v>
                </c:pt>
                <c:pt idx="63">
                  <c:v>-0.39547700000000002</c:v>
                </c:pt>
                <c:pt idx="64">
                  <c:v>-0.39391199999999998</c:v>
                </c:pt>
                <c:pt idx="65">
                  <c:v>-0.39511600000000002</c:v>
                </c:pt>
                <c:pt idx="66">
                  <c:v>-0.16674</c:v>
                </c:pt>
                <c:pt idx="67">
                  <c:v>-0.16020999999999999</c:v>
                </c:pt>
                <c:pt idx="68">
                  <c:v>-0.13847699999999999</c:v>
                </c:pt>
                <c:pt idx="69">
                  <c:v>-0.17282800000000001</c:v>
                </c:pt>
                <c:pt idx="70">
                  <c:v>-0.14832000000000001</c:v>
                </c:pt>
                <c:pt idx="71">
                  <c:v>0.23211499999999999</c:v>
                </c:pt>
                <c:pt idx="72">
                  <c:v>0.13378399999999999</c:v>
                </c:pt>
                <c:pt idx="73">
                  <c:v>0.31934299999999999</c:v>
                </c:pt>
                <c:pt idx="74">
                  <c:v>-0.16566400000000001</c:v>
                </c:pt>
                <c:pt idx="75">
                  <c:v>-0.39310899999999999</c:v>
                </c:pt>
                <c:pt idx="76">
                  <c:v>-1.8074099999999999E-2</c:v>
                </c:pt>
                <c:pt idx="77">
                  <c:v>-1.6416199999999999E-2</c:v>
                </c:pt>
                <c:pt idx="78">
                  <c:v>-3.3444000000000002E-2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98-4FB1-9A09-A64F9C719C45}"/>
            </c:ext>
          </c:extLst>
        </c:ser>
        <c:ser>
          <c:idx val="1"/>
          <c:order val="1"/>
          <c:tx>
            <c:v>Exp.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NASA_Exp.data!$D$4:$D$30</c:f>
              <c:numCache>
                <c:formatCode>General</c:formatCode>
                <c:ptCount val="27"/>
                <c:pt idx="0">
                  <c:v>0.02</c:v>
                </c:pt>
                <c:pt idx="1">
                  <c:v>0.06</c:v>
                </c:pt>
                <c:pt idx="2">
                  <c:v>0.1</c:v>
                </c:pt>
                <c:pt idx="3">
                  <c:v>0.15</c:v>
                </c:pt>
                <c:pt idx="4">
                  <c:v>0.19</c:v>
                </c:pt>
                <c:pt idx="5">
                  <c:v>0.23</c:v>
                </c:pt>
                <c:pt idx="6">
                  <c:v>0.28999999999999998</c:v>
                </c:pt>
                <c:pt idx="7">
                  <c:v>0.33</c:v>
                </c:pt>
                <c:pt idx="8">
                  <c:v>0.34</c:v>
                </c:pt>
                <c:pt idx="9">
                  <c:v>0.44</c:v>
                </c:pt>
                <c:pt idx="10">
                  <c:v>0.52</c:v>
                </c:pt>
                <c:pt idx="11">
                  <c:v>0.61</c:v>
                </c:pt>
                <c:pt idx="12">
                  <c:v>0.73</c:v>
                </c:pt>
                <c:pt idx="13">
                  <c:v>0.8</c:v>
                </c:pt>
                <c:pt idx="20">
                  <c:v>0</c:v>
                </c:pt>
                <c:pt idx="21">
                  <c:v>7.0000000000000007E-2</c:v>
                </c:pt>
                <c:pt idx="22">
                  <c:v>0.18</c:v>
                </c:pt>
                <c:pt idx="23">
                  <c:v>0.28000000000000003</c:v>
                </c:pt>
                <c:pt idx="24">
                  <c:v>0.38</c:v>
                </c:pt>
                <c:pt idx="25">
                  <c:v>0.51</c:v>
                </c:pt>
                <c:pt idx="26">
                  <c:v>0.79</c:v>
                </c:pt>
              </c:numCache>
            </c:numRef>
          </c:xVal>
          <c:yVal>
            <c:numRef>
              <c:f>NASA_Exp.data!$E$4:$E$30</c:f>
              <c:numCache>
                <c:formatCode>General</c:formatCode>
                <c:ptCount val="27"/>
                <c:pt idx="0">
                  <c:v>-0.94159999999999999</c:v>
                </c:pt>
                <c:pt idx="1">
                  <c:v>-0.93979999999999997</c:v>
                </c:pt>
                <c:pt idx="2">
                  <c:v>-0.91080000000000005</c:v>
                </c:pt>
                <c:pt idx="3">
                  <c:v>-0.87250000000000005</c:v>
                </c:pt>
                <c:pt idx="4">
                  <c:v>-0.72540000000000004</c:v>
                </c:pt>
                <c:pt idx="5">
                  <c:v>-0.64880000000000004</c:v>
                </c:pt>
                <c:pt idx="6">
                  <c:v>-0.58340000000000003</c:v>
                </c:pt>
                <c:pt idx="7">
                  <c:v>-0.53069999999999995</c:v>
                </c:pt>
                <c:pt idx="8">
                  <c:v>-0.41830000000000001</c:v>
                </c:pt>
                <c:pt idx="9">
                  <c:v>-0.39369999999999999</c:v>
                </c:pt>
                <c:pt idx="10">
                  <c:v>-0.32350000000000001</c:v>
                </c:pt>
                <c:pt idx="11">
                  <c:v>-0.2215</c:v>
                </c:pt>
                <c:pt idx="12">
                  <c:v>-0.1338</c:v>
                </c:pt>
                <c:pt idx="13">
                  <c:v>-6.5299999999999997E-2</c:v>
                </c:pt>
                <c:pt idx="20">
                  <c:v>0.92689999999999995</c:v>
                </c:pt>
                <c:pt idx="21">
                  <c:v>2.0590000000000001E-2</c:v>
                </c:pt>
                <c:pt idx="22">
                  <c:v>-0.25319999999999998</c:v>
                </c:pt>
                <c:pt idx="23">
                  <c:v>-0.28039999999999998</c:v>
                </c:pt>
                <c:pt idx="24">
                  <c:v>-0.23350000000000001</c:v>
                </c:pt>
                <c:pt idx="25">
                  <c:v>-0.1467</c:v>
                </c:pt>
                <c:pt idx="26">
                  <c:v>-2.036E-2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C98-4FB1-9A09-A64F9C719C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8572160"/>
        <c:axId val="1621854239"/>
      </c:scatterChart>
      <c:valAx>
        <c:axId val="86857216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1854239"/>
        <c:crosses val="autoZero"/>
        <c:crossBetween val="midCat"/>
      </c:valAx>
      <c:valAx>
        <c:axId val="1621854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685721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251377952755907"/>
          <c:y val="0.19060112277631966"/>
          <c:w val="0.12581955380577428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Section</a:t>
            </a:r>
            <a:r>
              <a:rPr lang="en-US" altLang="ko-KR" baseline="0"/>
              <a:t> (80%)</a:t>
            </a:r>
          </a:p>
        </c:rich>
      </c:tx>
      <c:layout>
        <c:manualLayout>
          <c:xMode val="edge"/>
          <c:yMode val="edge"/>
          <c:x val="0.3707777777777777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0539370078740152E-2"/>
          <c:y val="0.17171296296296296"/>
          <c:w val="0.88059951881014875"/>
          <c:h val="0.77736111111111106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317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'0.8'!$H$2:$H$80</c:f>
              <c:numCache>
                <c:formatCode>General</c:formatCode>
                <c:ptCount val="79"/>
                <c:pt idx="0">
                  <c:v>5.9672738948427818E-4</c:v>
                </c:pt>
                <c:pt idx="1">
                  <c:v>2.2560536024765813E-3</c:v>
                </c:pt>
                <c:pt idx="2">
                  <c:v>5.1603288361695534E-3</c:v>
                </c:pt>
                <c:pt idx="3">
                  <c:v>9.2810798039583836E-3</c:v>
                </c:pt>
                <c:pt idx="4">
                  <c:v>1.4922425439367035E-2</c:v>
                </c:pt>
                <c:pt idx="5">
                  <c:v>2.2237031023766122E-2</c:v>
                </c:pt>
                <c:pt idx="6">
                  <c:v>3.1422997934172185E-2</c:v>
                </c:pt>
                <c:pt idx="7">
                  <c:v>4.2729315974725422E-2</c:v>
                </c:pt>
                <c:pt idx="8">
                  <c:v>5.6451622674429172E-2</c:v>
                </c:pt>
                <c:pt idx="9">
                  <c:v>7.2921298624195011E-2</c:v>
                </c:pt>
                <c:pt idx="10">
                  <c:v>9.248971629701877E-2</c:v>
                </c:pt>
                <c:pt idx="11">
                  <c:v>0.11550824816589626</c:v>
                </c:pt>
                <c:pt idx="12">
                  <c:v>0.14230161086104429</c:v>
                </c:pt>
                <c:pt idx="13">
                  <c:v>0.17313030466416665</c:v>
                </c:pt>
                <c:pt idx="14">
                  <c:v>0.20815583974991972</c:v>
                </c:pt>
                <c:pt idx="15">
                  <c:v>0.2473920044587955</c:v>
                </c:pt>
                <c:pt idx="16">
                  <c:v>0.29066881932790922</c:v>
                </c:pt>
                <c:pt idx="17">
                  <c:v>0.33760230694202953</c:v>
                </c:pt>
                <c:pt idx="18">
                  <c:v>0.38758322378185822</c:v>
                </c:pt>
                <c:pt idx="19">
                  <c:v>0.43979475001060175</c:v>
                </c:pt>
                <c:pt idx="20">
                  <c:v>0.49325061944543724</c:v>
                </c:pt>
                <c:pt idx="21">
                  <c:v>0.54686763556616391</c:v>
                </c:pt>
                <c:pt idx="22">
                  <c:v>0.59954685067275715</c:v>
                </c:pt>
                <c:pt idx="23">
                  <c:v>0.6502632264474425</c:v>
                </c:pt>
                <c:pt idx="24">
                  <c:v>0.69813954333694794</c:v>
                </c:pt>
                <c:pt idx="25">
                  <c:v>0.74250031805266947</c:v>
                </c:pt>
                <c:pt idx="26">
                  <c:v>0.78289967104266733</c:v>
                </c:pt>
                <c:pt idx="27">
                  <c:v>0.81911345090175502</c:v>
                </c:pt>
                <c:pt idx="28">
                  <c:v>0.85111681923097871</c:v>
                </c:pt>
                <c:pt idx="29">
                  <c:v>0.87904911339032021</c:v>
                </c:pt>
                <c:pt idx="30">
                  <c:v>0.9031544766670504</c:v>
                </c:pt>
                <c:pt idx="31">
                  <c:v>0.9237703477981668</c:v>
                </c:pt>
                <c:pt idx="32">
                  <c:v>0.94125415740275153</c:v>
                </c:pt>
                <c:pt idx="33">
                  <c:v>0.95597545239205883</c:v>
                </c:pt>
                <c:pt idx="34">
                  <c:v>0.96830983782342916</c:v>
                </c:pt>
                <c:pt idx="35">
                  <c:v>0.97858445358551371</c:v>
                </c:pt>
                <c:pt idx="36">
                  <c:v>0.98712038142087744</c:v>
                </c:pt>
                <c:pt idx="37">
                  <c:v>0.99417206346513831</c:v>
                </c:pt>
                <c:pt idx="38">
                  <c:v>1</c:v>
                </c:pt>
                <c:pt idx="40">
                  <c:v>0</c:v>
                </c:pt>
                <c:pt idx="41">
                  <c:v>1.3206758467775129E-4</c:v>
                </c:pt>
                <c:pt idx="42">
                  <c:v>8.3784160371243744E-4</c:v>
                </c:pt>
                <c:pt idx="43">
                  <c:v>2.4141712153247044E-3</c:v>
                </c:pt>
                <c:pt idx="44">
                  <c:v>5.2287858869428687E-3</c:v>
                </c:pt>
                <c:pt idx="45">
                  <c:v>9.6900046647725082E-3</c:v>
                </c:pt>
                <c:pt idx="46">
                  <c:v>1.5808732211768557E-2</c:v>
                </c:pt>
                <c:pt idx="47">
                  <c:v>2.3788522236425195E-2</c:v>
                </c:pt>
                <c:pt idx="48">
                  <c:v>3.3885634318185934E-2</c:v>
                </c:pt>
                <c:pt idx="49">
                  <c:v>4.6402975761357518E-2</c:v>
                </c:pt>
                <c:pt idx="50">
                  <c:v>6.1685255078240943E-2</c:v>
                </c:pt>
                <c:pt idx="51">
                  <c:v>8.0103230809307716E-2</c:v>
                </c:pt>
                <c:pt idx="52">
                  <c:v>0.10203371964111542</c:v>
                </c:pt>
                <c:pt idx="53">
                  <c:v>0.12783354637813735</c:v>
                </c:pt>
                <c:pt idx="54">
                  <c:v>0.15780380088085444</c:v>
                </c:pt>
                <c:pt idx="55">
                  <c:v>0.19214446255156997</c:v>
                </c:pt>
                <c:pt idx="56">
                  <c:v>0.23091047877528517</c:v>
                </c:pt>
                <c:pt idx="57">
                  <c:v>0.27396529893921856</c:v>
                </c:pt>
                <c:pt idx="58">
                  <c:v>0.32094664590741939</c:v>
                </c:pt>
                <c:pt idx="59">
                  <c:v>0.37125227937746486</c:v>
                </c:pt>
                <c:pt idx="60">
                  <c:v>0.42405205159117204</c:v>
                </c:pt>
                <c:pt idx="61">
                  <c:v>0.47833182889372183</c:v>
                </c:pt>
                <c:pt idx="62">
                  <c:v>0.53296419029848474</c:v>
                </c:pt>
                <c:pt idx="63">
                  <c:v>0.58679929967831246</c:v>
                </c:pt>
                <c:pt idx="64">
                  <c:v>0.63875759540065535</c:v>
                </c:pt>
                <c:pt idx="65">
                  <c:v>0.6879109694851181</c:v>
                </c:pt>
                <c:pt idx="66">
                  <c:v>0.73354092580588481</c:v>
                </c:pt>
                <c:pt idx="67">
                  <c:v>0.77516341849067349</c:v>
                </c:pt>
                <c:pt idx="68">
                  <c:v>0.81252824610612651</c:v>
                </c:pt>
                <c:pt idx="69">
                  <c:v>0.84559360744424983</c:v>
                </c:pt>
                <c:pt idx="70">
                  <c:v>0.87448127124137465</c:v>
                </c:pt>
                <c:pt idx="71">
                  <c:v>0.8994468912623359</c:v>
                </c:pt>
                <c:pt idx="72">
                  <c:v>0.92081397250813313</c:v>
                </c:pt>
                <c:pt idx="73">
                  <c:v>0.93895206189002045</c:v>
                </c:pt>
                <c:pt idx="74">
                  <c:v>0.95423676446533834</c:v>
                </c:pt>
                <c:pt idx="75">
                  <c:v>0.96704368529142715</c:v>
                </c:pt>
                <c:pt idx="76">
                  <c:v>0.97773025498736865</c:v>
                </c:pt>
                <c:pt idx="77">
                  <c:v>0.9865993808574699</c:v>
                </c:pt>
                <c:pt idx="78">
                  <c:v>0.99394185391386525</c:v>
                </c:pt>
              </c:numCache>
            </c:numRef>
          </c:xVal>
          <c:yVal>
            <c:numRef>
              <c:f>'0.8'!$I$2:$I$80</c:f>
              <c:numCache>
                <c:formatCode>General</c:formatCode>
                <c:ptCount val="79"/>
                <c:pt idx="0">
                  <c:v>0.77590100300650444</c:v>
                </c:pt>
                <c:pt idx="1">
                  <c:v>0.84435509462608382</c:v>
                </c:pt>
                <c:pt idx="2">
                  <c:v>0.3734363340434339</c:v>
                </c:pt>
                <c:pt idx="3">
                  <c:v>9.848522356371249E-2</c:v>
                </c:pt>
                <c:pt idx="4">
                  <c:v>-0.17418320421551026</c:v>
                </c:pt>
                <c:pt idx="5">
                  <c:v>-0.36882610667028809</c:v>
                </c:pt>
                <c:pt idx="6">
                  <c:v>-0.51171940478196831</c:v>
                </c:pt>
                <c:pt idx="7">
                  <c:v>-0.65246460610959522</c:v>
                </c:pt>
                <c:pt idx="8">
                  <c:v>-0.81658553386614408</c:v>
                </c:pt>
                <c:pt idx="9">
                  <c:v>-0.81452979996592634</c:v>
                </c:pt>
                <c:pt idx="10">
                  <c:v>-0.83273848277915297</c:v>
                </c:pt>
                <c:pt idx="11">
                  <c:v>-0.83263292519762699</c:v>
                </c:pt>
                <c:pt idx="12">
                  <c:v>-0.7942706611315582</c:v>
                </c:pt>
                <c:pt idx="13">
                  <c:v>-0.77862702754941215</c:v>
                </c:pt>
                <c:pt idx="14">
                  <c:v>-0.69672490004342646</c:v>
                </c:pt>
                <c:pt idx="15">
                  <c:v>-0.62781691082328561</c:v>
                </c:pt>
                <c:pt idx="16">
                  <c:v>-0.5514380837706454</c:v>
                </c:pt>
                <c:pt idx="17">
                  <c:v>-0.4899613482899316</c:v>
                </c:pt>
                <c:pt idx="18">
                  <c:v>-0.42650276921606761</c:v>
                </c:pt>
                <c:pt idx="19">
                  <c:v>-0.36839595952556975</c:v>
                </c:pt>
                <c:pt idx="20">
                  <c:v>-0.31189890295334266</c:v>
                </c:pt>
                <c:pt idx="21">
                  <c:v>-0.2602997181639195</c:v>
                </c:pt>
                <c:pt idx="22">
                  <c:v>-0.2129333923936868</c:v>
                </c:pt>
                <c:pt idx="23">
                  <c:v>-0.1684303160223459</c:v>
                </c:pt>
                <c:pt idx="24">
                  <c:v>-0.13274921452703609</c:v>
                </c:pt>
                <c:pt idx="25">
                  <c:v>-8.7567930694391061E-2</c:v>
                </c:pt>
                <c:pt idx="26">
                  <c:v>-4.8208147482901996E-2</c:v>
                </c:pt>
                <c:pt idx="27">
                  <c:v>-1.802395704555617E-2</c:v>
                </c:pt>
                <c:pt idx="28">
                  <c:v>1.6097531182707559E-2</c:v>
                </c:pt>
                <c:pt idx="29">
                  <c:v>6.8955490131827626E-2</c:v>
                </c:pt>
                <c:pt idx="30">
                  <c:v>7.4576431348084532E-2</c:v>
                </c:pt>
                <c:pt idx="31">
                  <c:v>0.16311285285297611</c:v>
                </c:pt>
                <c:pt idx="32">
                  <c:v>0.16250589675920191</c:v>
                </c:pt>
                <c:pt idx="33">
                  <c:v>0.17921038403568368</c:v>
                </c:pt>
                <c:pt idx="34">
                  <c:v>0.44255016054755048</c:v>
                </c:pt>
                <c:pt idx="35">
                  <c:v>0.25924942022773617</c:v>
                </c:pt>
                <c:pt idx="36">
                  <c:v>0.52169195729663242</c:v>
                </c:pt>
                <c:pt idx="37">
                  <c:v>1.0057526367792633</c:v>
                </c:pt>
                <c:pt idx="38">
                  <c:v>-3.3752036692922899E-2</c:v>
                </c:pt>
                <c:pt idx="39">
                  <c:v>0</c:v>
                </c:pt>
                <c:pt idx="40">
                  <c:v>0.92125379276773922</c:v>
                </c:pt>
                <c:pt idx="41">
                  <c:v>0.61049227275533891</c:v>
                </c:pt>
                <c:pt idx="42">
                  <c:v>0.69169244234417682</c:v>
                </c:pt>
                <c:pt idx="43">
                  <c:v>0.49261084358623286</c:v>
                </c:pt>
                <c:pt idx="44">
                  <c:v>0.60859223628787174</c:v>
                </c:pt>
                <c:pt idx="45">
                  <c:v>0.5034041062972614</c:v>
                </c:pt>
                <c:pt idx="46">
                  <c:v>0.31231849433990816</c:v>
                </c:pt>
                <c:pt idx="47">
                  <c:v>0.13659151049458088</c:v>
                </c:pt>
                <c:pt idx="48">
                  <c:v>3.9293809723035339E-2</c:v>
                </c:pt>
                <c:pt idx="49">
                  <c:v>-7.1860962563329592E-2</c:v>
                </c:pt>
                <c:pt idx="50">
                  <c:v>-0.15597716034182196</c:v>
                </c:pt>
                <c:pt idx="51">
                  <c:v>-0.23189417297528578</c:v>
                </c:pt>
                <c:pt idx="52">
                  <c:v>-0.23171472508669197</c:v>
                </c:pt>
                <c:pt idx="53">
                  <c:v>-0.26681789882314699</c:v>
                </c:pt>
                <c:pt idx="54">
                  <c:v>-0.30825716639069733</c:v>
                </c:pt>
                <c:pt idx="55">
                  <c:v>-0.30450987224652609</c:v>
                </c:pt>
                <c:pt idx="56">
                  <c:v>-0.31036304014213978</c:v>
                </c:pt>
                <c:pt idx="57">
                  <c:v>-0.3080275786508781</c:v>
                </c:pt>
                <c:pt idx="58">
                  <c:v>-0.28723537402980398</c:v>
                </c:pt>
                <c:pt idx="59">
                  <c:v>-0.26437951868989729</c:v>
                </c:pt>
                <c:pt idx="60">
                  <c:v>-0.23383643247536343</c:v>
                </c:pt>
                <c:pt idx="61">
                  <c:v>-0.20749453800556239</c:v>
                </c:pt>
                <c:pt idx="62">
                  <c:v>-0.17726548559606811</c:v>
                </c:pt>
                <c:pt idx="63">
                  <c:v>-0.14595446797593284</c:v>
                </c:pt>
                <c:pt idx="64">
                  <c:v>-0.11356412408469446</c:v>
                </c:pt>
                <c:pt idx="65">
                  <c:v>-8.468620871873267E-2</c:v>
                </c:pt>
                <c:pt idx="66">
                  <c:v>-5.7895694527445939E-2</c:v>
                </c:pt>
                <c:pt idx="67">
                  <c:v>-2.6072722636909951E-2</c:v>
                </c:pt>
                <c:pt idx="68">
                  <c:v>1.9264258628486097E-3</c:v>
                </c:pt>
                <c:pt idx="69">
                  <c:v>2.6600510544539706E-2</c:v>
                </c:pt>
                <c:pt idx="70">
                  <c:v>7.4998661674188338E-2</c:v>
                </c:pt>
                <c:pt idx="71">
                  <c:v>8.7454456294250582E-2</c:v>
                </c:pt>
                <c:pt idx="72">
                  <c:v>0.15912805415037146</c:v>
                </c:pt>
                <c:pt idx="73">
                  <c:v>0.19514957884610232</c:v>
                </c:pt>
                <c:pt idx="74">
                  <c:v>0.1830368463659994</c:v>
                </c:pt>
                <c:pt idx="75">
                  <c:v>0.46078523275615857</c:v>
                </c:pt>
                <c:pt idx="76">
                  <c:v>0.25114787584561943</c:v>
                </c:pt>
                <c:pt idx="77">
                  <c:v>0.60334074660695569</c:v>
                </c:pt>
                <c:pt idx="78">
                  <c:v>1.0321156427653695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6D8-4CB5-8A4E-D54A8593BED7}"/>
            </c:ext>
          </c:extLst>
        </c:ser>
        <c:ser>
          <c:idx val="1"/>
          <c:order val="1"/>
          <c:tx>
            <c:v>Exp.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NASA_Exp.data!$F$4:$F$32</c:f>
              <c:numCache>
                <c:formatCode>General</c:formatCode>
                <c:ptCount val="29"/>
                <c:pt idx="0">
                  <c:v>0</c:v>
                </c:pt>
                <c:pt idx="1">
                  <c:v>0.03</c:v>
                </c:pt>
                <c:pt idx="2">
                  <c:v>0.04</c:v>
                </c:pt>
                <c:pt idx="3">
                  <c:v>7.0000000000000007E-2</c:v>
                </c:pt>
                <c:pt idx="4">
                  <c:v>0.13</c:v>
                </c:pt>
                <c:pt idx="5">
                  <c:v>0.17</c:v>
                </c:pt>
                <c:pt idx="6">
                  <c:v>0.21</c:v>
                </c:pt>
                <c:pt idx="7">
                  <c:v>0.26</c:v>
                </c:pt>
                <c:pt idx="8">
                  <c:v>0.3</c:v>
                </c:pt>
                <c:pt idx="9">
                  <c:v>0.35</c:v>
                </c:pt>
                <c:pt idx="10">
                  <c:v>0.4</c:v>
                </c:pt>
                <c:pt idx="11">
                  <c:v>0.5</c:v>
                </c:pt>
                <c:pt idx="12">
                  <c:v>0.56000000000000005</c:v>
                </c:pt>
                <c:pt idx="13">
                  <c:v>0.65</c:v>
                </c:pt>
                <c:pt idx="14">
                  <c:v>0.74</c:v>
                </c:pt>
                <c:pt idx="15">
                  <c:v>0.9</c:v>
                </c:pt>
                <c:pt idx="20">
                  <c:v>0.01</c:v>
                </c:pt>
                <c:pt idx="21">
                  <c:v>0.02</c:v>
                </c:pt>
                <c:pt idx="22">
                  <c:v>0.14000000000000001</c:v>
                </c:pt>
                <c:pt idx="23">
                  <c:v>0.21</c:v>
                </c:pt>
                <c:pt idx="24">
                  <c:v>0.34</c:v>
                </c:pt>
                <c:pt idx="25">
                  <c:v>0.37</c:v>
                </c:pt>
                <c:pt idx="26">
                  <c:v>0.47</c:v>
                </c:pt>
                <c:pt idx="27">
                  <c:v>0.74</c:v>
                </c:pt>
                <c:pt idx="28">
                  <c:v>0.99</c:v>
                </c:pt>
              </c:numCache>
            </c:numRef>
          </c:xVal>
          <c:yVal>
            <c:numRef>
              <c:f>NASA_Exp.data!$G$4:$G$32</c:f>
              <c:numCache>
                <c:formatCode>General</c:formatCode>
                <c:ptCount val="29"/>
                <c:pt idx="0">
                  <c:v>0.18529999999999999</c:v>
                </c:pt>
                <c:pt idx="1">
                  <c:v>-0.48320000000000002</c:v>
                </c:pt>
                <c:pt idx="2">
                  <c:v>-1.153</c:v>
                </c:pt>
                <c:pt idx="3">
                  <c:v>-1.1950000000000001</c:v>
                </c:pt>
                <c:pt idx="4">
                  <c:v>-1.1559999999999999</c:v>
                </c:pt>
                <c:pt idx="5">
                  <c:v>-1.17</c:v>
                </c:pt>
                <c:pt idx="6">
                  <c:v>-1.0609999999999999</c:v>
                </c:pt>
                <c:pt idx="7">
                  <c:v>-0.78390000000000004</c:v>
                </c:pt>
                <c:pt idx="8">
                  <c:v>-0.73929999999999996</c:v>
                </c:pt>
                <c:pt idx="9">
                  <c:v>-0.49280000000000002</c:v>
                </c:pt>
                <c:pt idx="10">
                  <c:v>-0.32019999999999998</c:v>
                </c:pt>
                <c:pt idx="11">
                  <c:v>-0.25840000000000002</c:v>
                </c:pt>
                <c:pt idx="12">
                  <c:v>-0.17480000000000001</c:v>
                </c:pt>
                <c:pt idx="13">
                  <c:v>-0.12759999999999999</c:v>
                </c:pt>
                <c:pt idx="14">
                  <c:v>8.0210000000000004E-2</c:v>
                </c:pt>
                <c:pt idx="15">
                  <c:v>8.0210000000000004E-2</c:v>
                </c:pt>
                <c:pt idx="20">
                  <c:v>0.51749999999999996</c:v>
                </c:pt>
                <c:pt idx="21">
                  <c:v>0.36909999999999998</c:v>
                </c:pt>
                <c:pt idx="22">
                  <c:v>-0.16009999999999999</c:v>
                </c:pt>
                <c:pt idx="23">
                  <c:v>-0.25340000000000001</c:v>
                </c:pt>
                <c:pt idx="24">
                  <c:v>-0.33019999999999999</c:v>
                </c:pt>
                <c:pt idx="25">
                  <c:v>-0.28620000000000001</c:v>
                </c:pt>
                <c:pt idx="26">
                  <c:v>-0.15340000000000001</c:v>
                </c:pt>
                <c:pt idx="27">
                  <c:v>-6.5570000000000003E-2</c:v>
                </c:pt>
                <c:pt idx="28">
                  <c:v>6.4449999999999993E-2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6D8-4CB5-8A4E-D54A8593BE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4133695"/>
        <c:axId val="1119953103"/>
      </c:scatterChart>
      <c:valAx>
        <c:axId val="154413369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19953103"/>
        <c:crosses val="autoZero"/>
        <c:crossBetween val="midCat"/>
      </c:valAx>
      <c:valAx>
        <c:axId val="1119953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4413369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97360017497813"/>
          <c:y val="0.16745297462817149"/>
          <c:w val="0.12581955380577428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Section</a:t>
            </a:r>
            <a:r>
              <a:rPr lang="en-US" altLang="ko-KR" baseline="0"/>
              <a:t> (80%)</a:t>
            </a:r>
          </a:p>
        </c:rich>
      </c:tx>
      <c:layout>
        <c:manualLayout>
          <c:xMode val="edge"/>
          <c:yMode val="edge"/>
          <c:x val="0.3707777777777777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0539370078740152E-2"/>
          <c:y val="0.17171296296296296"/>
          <c:w val="0.88059951881014875"/>
          <c:h val="0.77736111111111106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'0.8'!$H$2:$H$80</c:f>
              <c:numCache>
                <c:formatCode>General</c:formatCode>
                <c:ptCount val="79"/>
                <c:pt idx="0">
                  <c:v>5.9672738948427818E-4</c:v>
                </c:pt>
                <c:pt idx="1">
                  <c:v>2.2560536024765813E-3</c:v>
                </c:pt>
                <c:pt idx="2">
                  <c:v>5.1603288361695534E-3</c:v>
                </c:pt>
                <c:pt idx="3">
                  <c:v>9.2810798039583836E-3</c:v>
                </c:pt>
                <c:pt idx="4">
                  <c:v>1.4922425439367035E-2</c:v>
                </c:pt>
                <c:pt idx="5">
                  <c:v>2.2237031023766122E-2</c:v>
                </c:pt>
                <c:pt idx="6">
                  <c:v>3.1422997934172185E-2</c:v>
                </c:pt>
                <c:pt idx="7">
                  <c:v>4.2729315974725422E-2</c:v>
                </c:pt>
                <c:pt idx="8">
                  <c:v>5.6451622674429172E-2</c:v>
                </c:pt>
                <c:pt idx="9">
                  <c:v>7.2921298624195011E-2</c:v>
                </c:pt>
                <c:pt idx="10">
                  <c:v>9.248971629701877E-2</c:v>
                </c:pt>
                <c:pt idx="11">
                  <c:v>0.11550824816589626</c:v>
                </c:pt>
                <c:pt idx="12">
                  <c:v>0.14230161086104429</c:v>
                </c:pt>
                <c:pt idx="13">
                  <c:v>0.17313030466416665</c:v>
                </c:pt>
                <c:pt idx="14">
                  <c:v>0.20815583974991972</c:v>
                </c:pt>
                <c:pt idx="15">
                  <c:v>0.2473920044587955</c:v>
                </c:pt>
                <c:pt idx="16">
                  <c:v>0.29066881932790922</c:v>
                </c:pt>
                <c:pt idx="17">
                  <c:v>0.33760230694202953</c:v>
                </c:pt>
                <c:pt idx="18">
                  <c:v>0.38758322378185822</c:v>
                </c:pt>
                <c:pt idx="19">
                  <c:v>0.43979475001060175</c:v>
                </c:pt>
                <c:pt idx="20">
                  <c:v>0.49325061944543724</c:v>
                </c:pt>
                <c:pt idx="21">
                  <c:v>0.54686763556616391</c:v>
                </c:pt>
                <c:pt idx="22">
                  <c:v>0.59954685067275715</c:v>
                </c:pt>
                <c:pt idx="23">
                  <c:v>0.6502632264474425</c:v>
                </c:pt>
                <c:pt idx="24">
                  <c:v>0.69813954333694794</c:v>
                </c:pt>
                <c:pt idx="25">
                  <c:v>0.74250031805266947</c:v>
                </c:pt>
                <c:pt idx="26">
                  <c:v>0.78289967104266733</c:v>
                </c:pt>
                <c:pt idx="27">
                  <c:v>0.81911345090175502</c:v>
                </c:pt>
                <c:pt idx="28">
                  <c:v>0.85111681923097871</c:v>
                </c:pt>
                <c:pt idx="29">
                  <c:v>0.87904911339032021</c:v>
                </c:pt>
                <c:pt idx="30">
                  <c:v>0.9031544766670504</c:v>
                </c:pt>
                <c:pt idx="31">
                  <c:v>0.9237703477981668</c:v>
                </c:pt>
                <c:pt idx="32">
                  <c:v>0.94125415740275153</c:v>
                </c:pt>
                <c:pt idx="33">
                  <c:v>0.95597545239205883</c:v>
                </c:pt>
                <c:pt idx="34">
                  <c:v>0.96830983782342916</c:v>
                </c:pt>
                <c:pt idx="35">
                  <c:v>0.97858445358551371</c:v>
                </c:pt>
                <c:pt idx="36">
                  <c:v>0.98712038142087744</c:v>
                </c:pt>
                <c:pt idx="37">
                  <c:v>0.99417206346513831</c:v>
                </c:pt>
                <c:pt idx="38">
                  <c:v>1</c:v>
                </c:pt>
                <c:pt idx="40">
                  <c:v>0</c:v>
                </c:pt>
                <c:pt idx="41">
                  <c:v>1.3206758467775129E-4</c:v>
                </c:pt>
                <c:pt idx="42">
                  <c:v>8.3784160371243744E-4</c:v>
                </c:pt>
                <c:pt idx="43">
                  <c:v>2.4141712153247044E-3</c:v>
                </c:pt>
                <c:pt idx="44">
                  <c:v>5.2287858869428687E-3</c:v>
                </c:pt>
                <c:pt idx="45">
                  <c:v>9.6900046647725082E-3</c:v>
                </c:pt>
                <c:pt idx="46">
                  <c:v>1.5808732211768557E-2</c:v>
                </c:pt>
                <c:pt idx="47">
                  <c:v>2.3788522236425195E-2</c:v>
                </c:pt>
                <c:pt idx="48">
                  <c:v>3.3885634318185934E-2</c:v>
                </c:pt>
                <c:pt idx="49">
                  <c:v>4.6402975761357518E-2</c:v>
                </c:pt>
                <c:pt idx="50">
                  <c:v>6.1685255078240943E-2</c:v>
                </c:pt>
                <c:pt idx="51">
                  <c:v>8.0103230809307716E-2</c:v>
                </c:pt>
                <c:pt idx="52">
                  <c:v>0.10203371964111542</c:v>
                </c:pt>
                <c:pt idx="53">
                  <c:v>0.12783354637813735</c:v>
                </c:pt>
                <c:pt idx="54">
                  <c:v>0.15780380088085444</c:v>
                </c:pt>
                <c:pt idx="55">
                  <c:v>0.19214446255156997</c:v>
                </c:pt>
                <c:pt idx="56">
                  <c:v>0.23091047877528517</c:v>
                </c:pt>
                <c:pt idx="57">
                  <c:v>0.27396529893921856</c:v>
                </c:pt>
                <c:pt idx="58">
                  <c:v>0.32094664590741939</c:v>
                </c:pt>
                <c:pt idx="59">
                  <c:v>0.37125227937746486</c:v>
                </c:pt>
                <c:pt idx="60">
                  <c:v>0.42405205159117204</c:v>
                </c:pt>
                <c:pt idx="61">
                  <c:v>0.47833182889372183</c:v>
                </c:pt>
                <c:pt idx="62">
                  <c:v>0.53296419029848474</c:v>
                </c:pt>
                <c:pt idx="63">
                  <c:v>0.58679929967831246</c:v>
                </c:pt>
                <c:pt idx="64">
                  <c:v>0.63875759540065535</c:v>
                </c:pt>
                <c:pt idx="65">
                  <c:v>0.6879109694851181</c:v>
                </c:pt>
                <c:pt idx="66">
                  <c:v>0.73354092580588481</c:v>
                </c:pt>
                <c:pt idx="67">
                  <c:v>0.77516341849067349</c:v>
                </c:pt>
                <c:pt idx="68">
                  <c:v>0.81252824610612651</c:v>
                </c:pt>
                <c:pt idx="69">
                  <c:v>0.84559360744424983</c:v>
                </c:pt>
                <c:pt idx="70">
                  <c:v>0.87448127124137465</c:v>
                </c:pt>
                <c:pt idx="71">
                  <c:v>0.8994468912623359</c:v>
                </c:pt>
                <c:pt idx="72">
                  <c:v>0.92081397250813313</c:v>
                </c:pt>
                <c:pt idx="73">
                  <c:v>0.93895206189002045</c:v>
                </c:pt>
                <c:pt idx="74">
                  <c:v>0.95423676446533834</c:v>
                </c:pt>
                <c:pt idx="75">
                  <c:v>0.96704368529142715</c:v>
                </c:pt>
                <c:pt idx="76">
                  <c:v>0.97773025498736865</c:v>
                </c:pt>
                <c:pt idx="77">
                  <c:v>0.9865993808574699</c:v>
                </c:pt>
                <c:pt idx="78">
                  <c:v>0.99394185391386525</c:v>
                </c:pt>
              </c:numCache>
            </c:numRef>
          </c:xVal>
          <c:yVal>
            <c:numRef>
              <c:f>'0.8'!$Y:$Y</c:f>
              <c:numCache>
                <c:formatCode>General</c:formatCode>
                <c:ptCount val="1048576"/>
                <c:pt idx="0">
                  <c:v>0</c:v>
                </c:pt>
                <c:pt idx="1">
                  <c:v>0.42406500000000003</c:v>
                </c:pt>
                <c:pt idx="2">
                  <c:v>0.63993500000000003</c:v>
                </c:pt>
                <c:pt idx="3">
                  <c:v>0.48048099999999999</c:v>
                </c:pt>
                <c:pt idx="4">
                  <c:v>0.71694199999999997</c:v>
                </c:pt>
                <c:pt idx="5">
                  <c:v>-2.34422E-2</c:v>
                </c:pt>
                <c:pt idx="6">
                  <c:v>0.41909800000000003</c:v>
                </c:pt>
                <c:pt idx="7">
                  <c:v>0.17446300000000001</c:v>
                </c:pt>
                <c:pt idx="8">
                  <c:v>0.320079</c:v>
                </c:pt>
                <c:pt idx="9">
                  <c:v>0.12714200000000001</c:v>
                </c:pt>
                <c:pt idx="10">
                  <c:v>0.13556000000000001</c:v>
                </c:pt>
                <c:pt idx="11">
                  <c:v>0.110543</c:v>
                </c:pt>
                <c:pt idx="12">
                  <c:v>6.0755499999999997E-2</c:v>
                </c:pt>
                <c:pt idx="13">
                  <c:v>5.2097499999999998E-2</c:v>
                </c:pt>
                <c:pt idx="14">
                  <c:v>1.8484E-2</c:v>
                </c:pt>
                <c:pt idx="15">
                  <c:v>1.3335599999999999E-3</c:v>
                </c:pt>
                <c:pt idx="16">
                  <c:v>0.69863299999999995</c:v>
                </c:pt>
                <c:pt idx="17">
                  <c:v>-4.9916200000000001E-2</c:v>
                </c:pt>
                <c:pt idx="18">
                  <c:v>-0.108347</c:v>
                </c:pt>
                <c:pt idx="19">
                  <c:v>2.7294800000000001E-2</c:v>
                </c:pt>
                <c:pt idx="20">
                  <c:v>-0.16242999999999999</c:v>
                </c:pt>
                <c:pt idx="21">
                  <c:v>-0.14413200000000001</c:v>
                </c:pt>
                <c:pt idx="22">
                  <c:v>-0.183647</c:v>
                </c:pt>
                <c:pt idx="23">
                  <c:v>-0.19952400000000001</c:v>
                </c:pt>
                <c:pt idx="24">
                  <c:v>-0.21396699999999999</c:v>
                </c:pt>
                <c:pt idx="25">
                  <c:v>-0.21559</c:v>
                </c:pt>
                <c:pt idx="26">
                  <c:v>-0.21152399999999999</c:v>
                </c:pt>
                <c:pt idx="27">
                  <c:v>-0.21412600000000001</c:v>
                </c:pt>
                <c:pt idx="28">
                  <c:v>-0.18534</c:v>
                </c:pt>
                <c:pt idx="29">
                  <c:v>-0.16095699999999999</c:v>
                </c:pt>
                <c:pt idx="30">
                  <c:v>-0.161083</c:v>
                </c:pt>
                <c:pt idx="31">
                  <c:v>5.1805900000000002E-2</c:v>
                </c:pt>
                <c:pt idx="32">
                  <c:v>4.7906299999999999E-2</c:v>
                </c:pt>
                <c:pt idx="33">
                  <c:v>0.113298</c:v>
                </c:pt>
                <c:pt idx="34">
                  <c:v>0.112884</c:v>
                </c:pt>
                <c:pt idx="35">
                  <c:v>0.36239300000000002</c:v>
                </c:pt>
                <c:pt idx="36">
                  <c:v>0.180085</c:v>
                </c:pt>
                <c:pt idx="37">
                  <c:v>-0.35545900000000002</c:v>
                </c:pt>
                <c:pt idx="38">
                  <c:v>-0.25619999999999998</c:v>
                </c:pt>
                <c:pt idx="39">
                  <c:v>-0.45322499999999999</c:v>
                </c:pt>
                <c:pt idx="40">
                  <c:v>-0.56723000000000001</c:v>
                </c:pt>
                <c:pt idx="41">
                  <c:v>-0.565801</c:v>
                </c:pt>
                <c:pt idx="42">
                  <c:v>-0.57844899999999999</c:v>
                </c:pt>
                <c:pt idx="43">
                  <c:v>-0.578376</c:v>
                </c:pt>
                <c:pt idx="44">
                  <c:v>-0.551728</c:v>
                </c:pt>
                <c:pt idx="45">
                  <c:v>-0.54086199999999995</c:v>
                </c:pt>
                <c:pt idx="46">
                  <c:v>-0.48396899999999998</c:v>
                </c:pt>
                <c:pt idx="47">
                  <c:v>-5.8826299999999998E-2</c:v>
                </c:pt>
                <c:pt idx="48">
                  <c:v>-4.0216500000000002E-2</c:v>
                </c:pt>
                <c:pt idx="49">
                  <c:v>-7.8885899999999995E-2</c:v>
                </c:pt>
                <c:pt idx="50">
                  <c:v>-0.101385</c:v>
                </c:pt>
                <c:pt idx="51">
                  <c:v>-0.12313499999999999</c:v>
                </c:pt>
                <c:pt idx="52">
                  <c:v>0.42275099999999999</c:v>
                </c:pt>
                <c:pt idx="53">
                  <c:v>0.34967999999999999</c:v>
                </c:pt>
                <c:pt idx="54">
                  <c:v>0.58651299999999995</c:v>
                </c:pt>
                <c:pt idx="55">
                  <c:v>0.538964</c:v>
                </c:pt>
                <c:pt idx="56">
                  <c:v>0.34218700000000002</c:v>
                </c:pt>
                <c:pt idx="57">
                  <c:v>0.25939299999999998</c:v>
                </c:pt>
                <c:pt idx="58">
                  <c:v>6.8406800000000004E-2</c:v>
                </c:pt>
                <c:pt idx="59">
                  <c:v>-0.12099500000000001</c:v>
                </c:pt>
                <c:pt idx="60">
                  <c:v>-1.2525100000000001E-2</c:v>
                </c:pt>
                <c:pt idx="61">
                  <c:v>-3.3487500000000003E-2</c:v>
                </c:pt>
                <c:pt idx="62">
                  <c:v>-1.8118599999999999E-2</c:v>
                </c:pt>
                <c:pt idx="63">
                  <c:v>1.1173199999999999E-2</c:v>
                </c:pt>
                <c:pt idx="64">
                  <c:v>0.12449</c:v>
                </c:pt>
                <c:pt idx="65">
                  <c:v>0.30741299999999999</c:v>
                </c:pt>
                <c:pt idx="66">
                  <c:v>-0.21665499999999999</c:v>
                </c:pt>
                <c:pt idx="67">
                  <c:v>-0.25590000000000002</c:v>
                </c:pt>
                <c:pt idx="68">
                  <c:v>-0.180814</c:v>
                </c:pt>
                <c:pt idx="69">
                  <c:v>-0.14791099999999999</c:v>
                </c:pt>
                <c:pt idx="70">
                  <c:v>-0.116998</c:v>
                </c:pt>
                <c:pt idx="71">
                  <c:v>-9.2212699999999995E-2</c:v>
                </c:pt>
                <c:pt idx="72">
                  <c:v>-6.0826999999999999E-2</c:v>
                </c:pt>
                <c:pt idx="73">
                  <c:v>-0.43610399999999999</c:v>
                </c:pt>
                <c:pt idx="74">
                  <c:v>-0.38304899999999997</c:v>
                </c:pt>
                <c:pt idx="75">
                  <c:v>-0.34034500000000001</c:v>
                </c:pt>
                <c:pt idx="76">
                  <c:v>-0.29626400000000003</c:v>
                </c:pt>
                <c:pt idx="77">
                  <c:v>9.4879199999999997E-2</c:v>
                </c:pt>
                <c:pt idx="78">
                  <c:v>0.216942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CBE-41D5-8C1F-AFB2AFAC8CB7}"/>
            </c:ext>
          </c:extLst>
        </c:ser>
        <c:ser>
          <c:idx val="1"/>
          <c:order val="1"/>
          <c:tx>
            <c:v>Exp.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NASA_Exp.data!$F$4:$F$32</c:f>
              <c:numCache>
                <c:formatCode>General</c:formatCode>
                <c:ptCount val="29"/>
                <c:pt idx="0">
                  <c:v>0</c:v>
                </c:pt>
                <c:pt idx="1">
                  <c:v>0.03</c:v>
                </c:pt>
                <c:pt idx="2">
                  <c:v>0.04</c:v>
                </c:pt>
                <c:pt idx="3">
                  <c:v>7.0000000000000007E-2</c:v>
                </c:pt>
                <c:pt idx="4">
                  <c:v>0.13</c:v>
                </c:pt>
                <c:pt idx="5">
                  <c:v>0.17</c:v>
                </c:pt>
                <c:pt idx="6">
                  <c:v>0.21</c:v>
                </c:pt>
                <c:pt idx="7">
                  <c:v>0.26</c:v>
                </c:pt>
                <c:pt idx="8">
                  <c:v>0.3</c:v>
                </c:pt>
                <c:pt idx="9">
                  <c:v>0.35</c:v>
                </c:pt>
                <c:pt idx="10">
                  <c:v>0.4</c:v>
                </c:pt>
                <c:pt idx="11">
                  <c:v>0.5</c:v>
                </c:pt>
                <c:pt idx="12">
                  <c:v>0.56000000000000005</c:v>
                </c:pt>
                <c:pt idx="13">
                  <c:v>0.65</c:v>
                </c:pt>
                <c:pt idx="14">
                  <c:v>0.74</c:v>
                </c:pt>
                <c:pt idx="15">
                  <c:v>0.9</c:v>
                </c:pt>
                <c:pt idx="20">
                  <c:v>0.01</c:v>
                </c:pt>
                <c:pt idx="21">
                  <c:v>0.02</c:v>
                </c:pt>
                <c:pt idx="22">
                  <c:v>0.14000000000000001</c:v>
                </c:pt>
                <c:pt idx="23">
                  <c:v>0.21</c:v>
                </c:pt>
                <c:pt idx="24">
                  <c:v>0.34</c:v>
                </c:pt>
                <c:pt idx="25">
                  <c:v>0.37</c:v>
                </c:pt>
                <c:pt idx="26">
                  <c:v>0.47</c:v>
                </c:pt>
                <c:pt idx="27">
                  <c:v>0.74</c:v>
                </c:pt>
                <c:pt idx="28">
                  <c:v>0.99</c:v>
                </c:pt>
              </c:numCache>
            </c:numRef>
          </c:xVal>
          <c:yVal>
            <c:numRef>
              <c:f>NASA_Exp.data!$G$4:$G$32</c:f>
              <c:numCache>
                <c:formatCode>General</c:formatCode>
                <c:ptCount val="29"/>
                <c:pt idx="0">
                  <c:v>0.18529999999999999</c:v>
                </c:pt>
                <c:pt idx="1">
                  <c:v>-0.48320000000000002</c:v>
                </c:pt>
                <c:pt idx="2">
                  <c:v>-1.153</c:v>
                </c:pt>
                <c:pt idx="3">
                  <c:v>-1.1950000000000001</c:v>
                </c:pt>
                <c:pt idx="4">
                  <c:v>-1.1559999999999999</c:v>
                </c:pt>
                <c:pt idx="5">
                  <c:v>-1.17</c:v>
                </c:pt>
                <c:pt idx="6">
                  <c:v>-1.0609999999999999</c:v>
                </c:pt>
                <c:pt idx="7">
                  <c:v>-0.78390000000000004</c:v>
                </c:pt>
                <c:pt idx="8">
                  <c:v>-0.73929999999999996</c:v>
                </c:pt>
                <c:pt idx="9">
                  <c:v>-0.49280000000000002</c:v>
                </c:pt>
                <c:pt idx="10">
                  <c:v>-0.32019999999999998</c:v>
                </c:pt>
                <c:pt idx="11">
                  <c:v>-0.25840000000000002</c:v>
                </c:pt>
                <c:pt idx="12">
                  <c:v>-0.17480000000000001</c:v>
                </c:pt>
                <c:pt idx="13">
                  <c:v>-0.12759999999999999</c:v>
                </c:pt>
                <c:pt idx="14">
                  <c:v>8.0210000000000004E-2</c:v>
                </c:pt>
                <c:pt idx="15">
                  <c:v>8.0210000000000004E-2</c:v>
                </c:pt>
                <c:pt idx="20">
                  <c:v>0.51749999999999996</c:v>
                </c:pt>
                <c:pt idx="21">
                  <c:v>0.36909999999999998</c:v>
                </c:pt>
                <c:pt idx="22">
                  <c:v>-0.16009999999999999</c:v>
                </c:pt>
                <c:pt idx="23">
                  <c:v>-0.25340000000000001</c:v>
                </c:pt>
                <c:pt idx="24">
                  <c:v>-0.33019999999999999</c:v>
                </c:pt>
                <c:pt idx="25">
                  <c:v>-0.28620000000000001</c:v>
                </c:pt>
                <c:pt idx="26">
                  <c:v>-0.15340000000000001</c:v>
                </c:pt>
                <c:pt idx="27">
                  <c:v>-6.5570000000000003E-2</c:v>
                </c:pt>
                <c:pt idx="28">
                  <c:v>6.4449999999999993E-2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CBE-41D5-8C1F-AFB2AFAC8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4133695"/>
        <c:axId val="1119953103"/>
      </c:scatterChart>
      <c:valAx>
        <c:axId val="154413369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19953103"/>
        <c:crosses val="autoZero"/>
        <c:crossBetween val="midCat"/>
      </c:valAx>
      <c:valAx>
        <c:axId val="1119953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4413369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97360017497813"/>
          <c:y val="0.16745297462817149"/>
          <c:w val="0.12581955380577428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Section (89%)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0539370078740152E-2"/>
          <c:y val="0.20467592592592593"/>
          <c:w val="0.86980358705161864"/>
          <c:h val="0.7443981481481482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'0.89'!$H$2:$H$79</c:f>
              <c:numCache>
                <c:formatCode>General</c:formatCode>
                <c:ptCount val="78"/>
                <c:pt idx="0">
                  <c:v>0</c:v>
                </c:pt>
                <c:pt idx="1">
                  <c:v>1.3206758467775129E-4</c:v>
                </c:pt>
                <c:pt idx="2">
                  <c:v>8.3784160371243744E-4</c:v>
                </c:pt>
                <c:pt idx="3">
                  <c:v>2.4141712153247044E-3</c:v>
                </c:pt>
                <c:pt idx="4">
                  <c:v>5.2287858869428687E-3</c:v>
                </c:pt>
                <c:pt idx="5">
                  <c:v>9.6900046647725082E-3</c:v>
                </c:pt>
                <c:pt idx="6">
                  <c:v>1.5808732211768557E-2</c:v>
                </c:pt>
                <c:pt idx="7">
                  <c:v>2.3788522236425195E-2</c:v>
                </c:pt>
                <c:pt idx="8">
                  <c:v>3.3885634318185934E-2</c:v>
                </c:pt>
                <c:pt idx="9">
                  <c:v>4.6402975761357518E-2</c:v>
                </c:pt>
                <c:pt idx="10">
                  <c:v>6.1685255078240943E-2</c:v>
                </c:pt>
                <c:pt idx="11">
                  <c:v>8.0103230809307716E-2</c:v>
                </c:pt>
                <c:pt idx="12">
                  <c:v>0.10203371964111542</c:v>
                </c:pt>
                <c:pt idx="13">
                  <c:v>0.12783354637813735</c:v>
                </c:pt>
                <c:pt idx="14">
                  <c:v>0.15780380088085444</c:v>
                </c:pt>
                <c:pt idx="15">
                  <c:v>0.19214446255156997</c:v>
                </c:pt>
                <c:pt idx="16">
                  <c:v>0.23091047877528517</c:v>
                </c:pt>
                <c:pt idx="17">
                  <c:v>0.27396529893921856</c:v>
                </c:pt>
                <c:pt idx="18">
                  <c:v>0.32094664590741939</c:v>
                </c:pt>
                <c:pt idx="19">
                  <c:v>0.37125227937746486</c:v>
                </c:pt>
                <c:pt idx="20">
                  <c:v>0.42405205159117204</c:v>
                </c:pt>
                <c:pt idx="21">
                  <c:v>0.47833182889372183</c:v>
                </c:pt>
                <c:pt idx="22">
                  <c:v>0.53296419029848474</c:v>
                </c:pt>
                <c:pt idx="23">
                  <c:v>0.58679929967831246</c:v>
                </c:pt>
                <c:pt idx="24">
                  <c:v>0.63875759540065535</c:v>
                </c:pt>
                <c:pt idx="25">
                  <c:v>0.6879109694851181</c:v>
                </c:pt>
                <c:pt idx="26">
                  <c:v>0.73354092580588481</c:v>
                </c:pt>
                <c:pt idx="27">
                  <c:v>0.77516341849067349</c:v>
                </c:pt>
                <c:pt idx="28">
                  <c:v>0.81252824610612651</c:v>
                </c:pt>
                <c:pt idx="29">
                  <c:v>0.84559360744424983</c:v>
                </c:pt>
                <c:pt idx="30">
                  <c:v>0.87448127124137465</c:v>
                </c:pt>
                <c:pt idx="31">
                  <c:v>0.8994468912623359</c:v>
                </c:pt>
                <c:pt idx="32">
                  <c:v>0.92081397250813313</c:v>
                </c:pt>
                <c:pt idx="33">
                  <c:v>0.93895206189002045</c:v>
                </c:pt>
                <c:pt idx="34">
                  <c:v>0.95423676446533834</c:v>
                </c:pt>
                <c:pt idx="35">
                  <c:v>0.96704368529142715</c:v>
                </c:pt>
                <c:pt idx="36">
                  <c:v>0.97773025498736865</c:v>
                </c:pt>
                <c:pt idx="37">
                  <c:v>0.9865993808574699</c:v>
                </c:pt>
                <c:pt idx="38">
                  <c:v>0.99394185391386525</c:v>
                </c:pt>
                <c:pt idx="40">
                  <c:v>5.9672738948427818E-4</c:v>
                </c:pt>
                <c:pt idx="41">
                  <c:v>2.2560536024765813E-3</c:v>
                </c:pt>
                <c:pt idx="42">
                  <c:v>5.1603288361695534E-3</c:v>
                </c:pt>
                <c:pt idx="43">
                  <c:v>9.2810798039583836E-3</c:v>
                </c:pt>
                <c:pt idx="44">
                  <c:v>1.4922425439367035E-2</c:v>
                </c:pt>
                <c:pt idx="45">
                  <c:v>2.2237031023766122E-2</c:v>
                </c:pt>
                <c:pt idx="46">
                  <c:v>3.1422997934172185E-2</c:v>
                </c:pt>
                <c:pt idx="47">
                  <c:v>4.2729315974725422E-2</c:v>
                </c:pt>
                <c:pt idx="48">
                  <c:v>5.6451622674429172E-2</c:v>
                </c:pt>
                <c:pt idx="49">
                  <c:v>7.2921298624195011E-2</c:v>
                </c:pt>
                <c:pt idx="50">
                  <c:v>9.248971629701877E-2</c:v>
                </c:pt>
                <c:pt idx="51">
                  <c:v>0.11550824816589626</c:v>
                </c:pt>
                <c:pt idx="52">
                  <c:v>0.14230161086104429</c:v>
                </c:pt>
                <c:pt idx="53">
                  <c:v>0.17313030466416665</c:v>
                </c:pt>
                <c:pt idx="54">
                  <c:v>0.20815583974991972</c:v>
                </c:pt>
                <c:pt idx="55">
                  <c:v>0.2473920044587955</c:v>
                </c:pt>
                <c:pt idx="56">
                  <c:v>0.29066881932790922</c:v>
                </c:pt>
                <c:pt idx="57">
                  <c:v>0.33760230694202953</c:v>
                </c:pt>
                <c:pt idx="58">
                  <c:v>0.38758322378185822</c:v>
                </c:pt>
                <c:pt idx="59">
                  <c:v>0.43979475001060175</c:v>
                </c:pt>
                <c:pt idx="60">
                  <c:v>0.49325061944543724</c:v>
                </c:pt>
                <c:pt idx="61">
                  <c:v>0.54686763556616391</c:v>
                </c:pt>
                <c:pt idx="62">
                  <c:v>0.59954685067275715</c:v>
                </c:pt>
                <c:pt idx="63">
                  <c:v>0.6502632264474425</c:v>
                </c:pt>
                <c:pt idx="64">
                  <c:v>0.69813954333694794</c:v>
                </c:pt>
                <c:pt idx="65">
                  <c:v>0.74250031805266947</c:v>
                </c:pt>
                <c:pt idx="66">
                  <c:v>0.78289967104266733</c:v>
                </c:pt>
                <c:pt idx="67">
                  <c:v>0.81911345090175502</c:v>
                </c:pt>
                <c:pt idx="68">
                  <c:v>0.85111681923097871</c:v>
                </c:pt>
                <c:pt idx="69">
                  <c:v>0.87904911339032021</c:v>
                </c:pt>
                <c:pt idx="70">
                  <c:v>0.9031544766670504</c:v>
                </c:pt>
                <c:pt idx="71">
                  <c:v>0.9237703477981668</c:v>
                </c:pt>
                <c:pt idx="72">
                  <c:v>0.94125415740275153</c:v>
                </c:pt>
                <c:pt idx="73">
                  <c:v>0.95597545239205883</c:v>
                </c:pt>
                <c:pt idx="74">
                  <c:v>0.96830983782342916</c:v>
                </c:pt>
                <c:pt idx="75">
                  <c:v>0.97858445358551371</c:v>
                </c:pt>
                <c:pt idx="76">
                  <c:v>0.98712038142087744</c:v>
                </c:pt>
                <c:pt idx="77">
                  <c:v>0.99417206346513831</c:v>
                </c:pt>
              </c:numCache>
            </c:numRef>
          </c:xVal>
          <c:yVal>
            <c:numRef>
              <c:f>'0.89'!$I$2:$I$79</c:f>
              <c:numCache>
                <c:formatCode>General</c:formatCode>
                <c:ptCount val="78"/>
                <c:pt idx="0">
                  <c:v>0.6267887027824337</c:v>
                </c:pt>
                <c:pt idx="1">
                  <c:v>0.72774869583556767</c:v>
                </c:pt>
                <c:pt idx="2">
                  <c:v>0.54375268668573395</c:v>
                </c:pt>
                <c:pt idx="3">
                  <c:v>0.63685167264618114</c:v>
                </c:pt>
                <c:pt idx="4">
                  <c:v>0.68679218829383826</c:v>
                </c:pt>
                <c:pt idx="5">
                  <c:v>0.56108213369398185</c:v>
                </c:pt>
                <c:pt idx="6">
                  <c:v>0.39386508085963085</c:v>
                </c:pt>
                <c:pt idx="7">
                  <c:v>0.26751645705616678</c:v>
                </c:pt>
                <c:pt idx="8">
                  <c:v>1.8012055467276682E-2</c:v>
                </c:pt>
                <c:pt idx="9">
                  <c:v>2.5520748516593736E-2</c:v>
                </c:pt>
                <c:pt idx="10">
                  <c:v>-0.11887296019571292</c:v>
                </c:pt>
                <c:pt idx="11">
                  <c:v>-0.12462228499095258</c:v>
                </c:pt>
                <c:pt idx="12">
                  <c:v>-0.22511986586216381</c:v>
                </c:pt>
                <c:pt idx="13">
                  <c:v>-0.2518671076422383</c:v>
                </c:pt>
                <c:pt idx="14">
                  <c:v>-0.29326400773817984</c:v>
                </c:pt>
                <c:pt idx="15">
                  <c:v>-0.31247833487845544</c:v>
                </c:pt>
                <c:pt idx="16">
                  <c:v>-0.32123994474450623</c:v>
                </c:pt>
                <c:pt idx="17">
                  <c:v>-0.31287909210278875</c:v>
                </c:pt>
                <c:pt idx="18">
                  <c:v>-0.29583369829200762</c:v>
                </c:pt>
                <c:pt idx="19">
                  <c:v>-0.26856679329796268</c:v>
                </c:pt>
                <c:pt idx="20">
                  <c:v>-0.24165000038451656</c:v>
                </c:pt>
                <c:pt idx="21">
                  <c:v>-0.20825503299860956</c:v>
                </c:pt>
                <c:pt idx="22">
                  <c:v>-0.17885662804217811</c:v>
                </c:pt>
                <c:pt idx="23">
                  <c:v>-0.14850917713141901</c:v>
                </c:pt>
                <c:pt idx="24">
                  <c:v>-0.11737122158584957</c:v>
                </c:pt>
                <c:pt idx="25">
                  <c:v>-8.8340544412184863E-2</c:v>
                </c:pt>
                <c:pt idx="26">
                  <c:v>-6.0060736543452301E-2</c:v>
                </c:pt>
                <c:pt idx="27">
                  <c:v>-3.5037631613118098E-2</c:v>
                </c:pt>
                <c:pt idx="28">
                  <c:v>-2.5102375590092198E-3</c:v>
                </c:pt>
                <c:pt idx="29">
                  <c:v>2.2504059520240548E-2</c:v>
                </c:pt>
                <c:pt idx="30">
                  <c:v>7.3809792085955311E-2</c:v>
                </c:pt>
                <c:pt idx="31">
                  <c:v>8.7968412703875731E-2</c:v>
                </c:pt>
                <c:pt idx="32">
                  <c:v>0.13744651616961009</c:v>
                </c:pt>
                <c:pt idx="33">
                  <c:v>0.12879280247934147</c:v>
                </c:pt>
                <c:pt idx="34">
                  <c:v>0.15338872663208969</c:v>
                </c:pt>
                <c:pt idx="35">
                  <c:v>0.36140814961419582</c:v>
                </c:pt>
                <c:pt idx="36">
                  <c:v>0.17311831306079373</c:v>
                </c:pt>
                <c:pt idx="37">
                  <c:v>0.55654609038559677</c:v>
                </c:pt>
                <c:pt idx="38">
                  <c:v>0.89556027861810505</c:v>
                </c:pt>
                <c:pt idx="40">
                  <c:v>0.89498776829762927</c:v>
                </c:pt>
                <c:pt idx="41">
                  <c:v>0.69951953311056925</c:v>
                </c:pt>
                <c:pt idx="42">
                  <c:v>0.17140078209936638</c:v>
                </c:pt>
                <c:pt idx="43">
                  <c:v>0.20656612755320605</c:v>
                </c:pt>
                <c:pt idx="44">
                  <c:v>-3.5497841832269984E-2</c:v>
                </c:pt>
                <c:pt idx="45">
                  <c:v>-0.29979723127991692</c:v>
                </c:pt>
                <c:pt idx="46">
                  <c:v>-0.57410233955926393</c:v>
                </c:pt>
                <c:pt idx="47">
                  <c:v>-0.62996613506107435</c:v>
                </c:pt>
                <c:pt idx="48">
                  <c:v>-0.71523273944485866</c:v>
                </c:pt>
                <c:pt idx="49">
                  <c:v>-0.82140477837709336</c:v>
                </c:pt>
                <c:pt idx="50">
                  <c:v>-0.84952604492630968</c:v>
                </c:pt>
                <c:pt idx="51">
                  <c:v>-0.8251282974229569</c:v>
                </c:pt>
                <c:pt idx="52">
                  <c:v>-0.84582454550815667</c:v>
                </c:pt>
                <c:pt idx="53">
                  <c:v>-0.86572588503300341</c:v>
                </c:pt>
                <c:pt idx="54">
                  <c:v>-0.80357988974535677</c:v>
                </c:pt>
                <c:pt idx="55">
                  <c:v>-0.65547146983827076</c:v>
                </c:pt>
                <c:pt idx="56">
                  <c:v>-0.5154706768542302</c:v>
                </c:pt>
                <c:pt idx="57">
                  <c:v>-0.43683418237410959</c:v>
                </c:pt>
                <c:pt idx="58">
                  <c:v>-0.37449221239983854</c:v>
                </c:pt>
                <c:pt idx="59">
                  <c:v>-0.31560512201336166</c:v>
                </c:pt>
                <c:pt idx="60">
                  <c:v>-0.26913710165566757</c:v>
                </c:pt>
                <c:pt idx="61">
                  <c:v>-0.22894907912103826</c:v>
                </c:pt>
                <c:pt idx="62">
                  <c:v>-0.1827981414023768</c:v>
                </c:pt>
                <c:pt idx="63">
                  <c:v>-0.14869634396695919</c:v>
                </c:pt>
                <c:pt idx="64">
                  <c:v>-0.10655077652885701</c:v>
                </c:pt>
                <c:pt idx="65">
                  <c:v>-7.1442682107065031E-2</c:v>
                </c:pt>
                <c:pt idx="66">
                  <c:v>-3.7122890357312532E-2</c:v>
                </c:pt>
                <c:pt idx="67">
                  <c:v>-1.497334684321289E-3</c:v>
                </c:pt>
                <c:pt idx="68">
                  <c:v>2.2878393191320873E-2</c:v>
                </c:pt>
                <c:pt idx="69">
                  <c:v>8.0107405611188967E-2</c:v>
                </c:pt>
                <c:pt idx="70">
                  <c:v>9.9198422836285396E-2</c:v>
                </c:pt>
                <c:pt idx="71">
                  <c:v>0.16105155707538099</c:v>
                </c:pt>
                <c:pt idx="72">
                  <c:v>0.1895229357051961</c:v>
                </c:pt>
                <c:pt idx="73">
                  <c:v>0.16111761595851282</c:v>
                </c:pt>
                <c:pt idx="74">
                  <c:v>0.42506689332556125</c:v>
                </c:pt>
                <c:pt idx="75">
                  <c:v>0.3125465957243585</c:v>
                </c:pt>
                <c:pt idx="76">
                  <c:v>0.49352591587783901</c:v>
                </c:pt>
                <c:pt idx="77">
                  <c:v>0.93528368700804043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A1-41C9-9473-909BE3548C0B}"/>
            </c:ext>
          </c:extLst>
        </c:ser>
        <c:ser>
          <c:idx val="1"/>
          <c:order val="1"/>
          <c:tx>
            <c:v>Exp.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NASA_Exp.data!$H$4:$H$31</c:f>
              <c:numCache>
                <c:formatCode>General</c:formatCode>
                <c:ptCount val="28"/>
                <c:pt idx="0">
                  <c:v>0.01</c:v>
                </c:pt>
                <c:pt idx="1">
                  <c:v>0.04</c:v>
                </c:pt>
                <c:pt idx="2">
                  <c:v>0.08</c:v>
                </c:pt>
                <c:pt idx="3">
                  <c:v>0.1</c:v>
                </c:pt>
                <c:pt idx="4">
                  <c:v>0.13</c:v>
                </c:pt>
                <c:pt idx="5">
                  <c:v>0.17</c:v>
                </c:pt>
                <c:pt idx="6">
                  <c:v>0.21</c:v>
                </c:pt>
                <c:pt idx="7">
                  <c:v>0.28999999999999998</c:v>
                </c:pt>
                <c:pt idx="8">
                  <c:v>0.3</c:v>
                </c:pt>
                <c:pt idx="9">
                  <c:v>0.34</c:v>
                </c:pt>
                <c:pt idx="10">
                  <c:v>0.4</c:v>
                </c:pt>
                <c:pt idx="11">
                  <c:v>0.44</c:v>
                </c:pt>
                <c:pt idx="12">
                  <c:v>0.47</c:v>
                </c:pt>
                <c:pt idx="13">
                  <c:v>0.5</c:v>
                </c:pt>
                <c:pt idx="14">
                  <c:v>0.53</c:v>
                </c:pt>
                <c:pt idx="15">
                  <c:v>0.65</c:v>
                </c:pt>
                <c:pt idx="16">
                  <c:v>0.8</c:v>
                </c:pt>
                <c:pt idx="17">
                  <c:v>0.87</c:v>
                </c:pt>
                <c:pt idx="20">
                  <c:v>0.01</c:v>
                </c:pt>
                <c:pt idx="21">
                  <c:v>0.04</c:v>
                </c:pt>
                <c:pt idx="22">
                  <c:v>0.14000000000000001</c:v>
                </c:pt>
                <c:pt idx="23">
                  <c:v>0.28000000000000003</c:v>
                </c:pt>
                <c:pt idx="24">
                  <c:v>0.33</c:v>
                </c:pt>
                <c:pt idx="25">
                  <c:v>0.51</c:v>
                </c:pt>
                <c:pt idx="26">
                  <c:v>0.69</c:v>
                </c:pt>
                <c:pt idx="27">
                  <c:v>0.9</c:v>
                </c:pt>
              </c:numCache>
            </c:numRef>
          </c:xVal>
          <c:yVal>
            <c:numRef>
              <c:f>NASA_Exp.data!$I$4:$I$31</c:f>
              <c:numCache>
                <c:formatCode>General</c:formatCode>
                <c:ptCount val="28"/>
                <c:pt idx="0">
                  <c:v>-0.44450000000000001</c:v>
                </c:pt>
                <c:pt idx="1">
                  <c:v>-0.85350000000000004</c:v>
                </c:pt>
                <c:pt idx="2">
                  <c:v>-0.91710000000000003</c:v>
                </c:pt>
                <c:pt idx="3">
                  <c:v>-0.92349999999999999</c:v>
                </c:pt>
                <c:pt idx="4">
                  <c:v>-1.046</c:v>
                </c:pt>
                <c:pt idx="5">
                  <c:v>-1.1160000000000001</c:v>
                </c:pt>
                <c:pt idx="6">
                  <c:v>-1.208</c:v>
                </c:pt>
                <c:pt idx="7">
                  <c:v>-0.94720000000000004</c:v>
                </c:pt>
                <c:pt idx="8">
                  <c:v>-1.127</c:v>
                </c:pt>
                <c:pt idx="9">
                  <c:v>-1.0349999999999999</c:v>
                </c:pt>
                <c:pt idx="10">
                  <c:v>-0.57709999999999995</c:v>
                </c:pt>
                <c:pt idx="11">
                  <c:v>-0.37540000000000001</c:v>
                </c:pt>
                <c:pt idx="12">
                  <c:v>-0.21110000000000001</c:v>
                </c:pt>
                <c:pt idx="13">
                  <c:v>-0.13750000000000001</c:v>
                </c:pt>
                <c:pt idx="14">
                  <c:v>-9.98E-2</c:v>
                </c:pt>
                <c:pt idx="15">
                  <c:v>5.006E-2</c:v>
                </c:pt>
                <c:pt idx="16">
                  <c:v>6.7939999999999997E-3</c:v>
                </c:pt>
                <c:pt idx="17">
                  <c:v>7.1940000000000004E-2</c:v>
                </c:pt>
                <c:pt idx="20">
                  <c:v>0.70269999999999999</c:v>
                </c:pt>
                <c:pt idx="21">
                  <c:v>0.27450000000000002</c:v>
                </c:pt>
                <c:pt idx="22">
                  <c:v>-0.18859999999999999</c:v>
                </c:pt>
                <c:pt idx="23">
                  <c:v>-0.30349999999999999</c:v>
                </c:pt>
                <c:pt idx="24">
                  <c:v>-0.25140000000000001</c:v>
                </c:pt>
                <c:pt idx="25">
                  <c:v>-0.17580000000000001</c:v>
                </c:pt>
                <c:pt idx="26">
                  <c:v>0.21929999999999999</c:v>
                </c:pt>
                <c:pt idx="27">
                  <c:v>7.3120000000000004E-2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A1-41C9-9473-909BE3548C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7186463"/>
        <c:axId val="1357186943"/>
      </c:scatterChart>
      <c:valAx>
        <c:axId val="1357186463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7186943"/>
        <c:crosses val="autoZero"/>
        <c:crossBetween val="midCat"/>
      </c:valAx>
      <c:valAx>
        <c:axId val="1357186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71864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83845144356955"/>
          <c:y val="0.21171223388743074"/>
          <c:w val="0.12581955380577428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Section (89%)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0539370078740152E-2"/>
          <c:y val="0.20467592592592593"/>
          <c:w val="0.86980358705161864"/>
          <c:h val="0.7443981481481482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317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'0.89'!$H$2:$H$79</c:f>
              <c:numCache>
                <c:formatCode>General</c:formatCode>
                <c:ptCount val="78"/>
                <c:pt idx="0">
                  <c:v>0</c:v>
                </c:pt>
                <c:pt idx="1">
                  <c:v>1.3206758467775129E-4</c:v>
                </c:pt>
                <c:pt idx="2">
                  <c:v>8.3784160371243744E-4</c:v>
                </c:pt>
                <c:pt idx="3">
                  <c:v>2.4141712153247044E-3</c:v>
                </c:pt>
                <c:pt idx="4">
                  <c:v>5.2287858869428687E-3</c:v>
                </c:pt>
                <c:pt idx="5">
                  <c:v>9.6900046647725082E-3</c:v>
                </c:pt>
                <c:pt idx="6">
                  <c:v>1.5808732211768557E-2</c:v>
                </c:pt>
                <c:pt idx="7">
                  <c:v>2.3788522236425195E-2</c:v>
                </c:pt>
                <c:pt idx="8">
                  <c:v>3.3885634318185934E-2</c:v>
                </c:pt>
                <c:pt idx="9">
                  <c:v>4.6402975761357518E-2</c:v>
                </c:pt>
                <c:pt idx="10">
                  <c:v>6.1685255078240943E-2</c:v>
                </c:pt>
                <c:pt idx="11">
                  <c:v>8.0103230809307716E-2</c:v>
                </c:pt>
                <c:pt idx="12">
                  <c:v>0.10203371964111542</c:v>
                </c:pt>
                <c:pt idx="13">
                  <c:v>0.12783354637813735</c:v>
                </c:pt>
                <c:pt idx="14">
                  <c:v>0.15780380088085444</c:v>
                </c:pt>
                <c:pt idx="15">
                  <c:v>0.19214446255156997</c:v>
                </c:pt>
                <c:pt idx="16">
                  <c:v>0.23091047877528517</c:v>
                </c:pt>
                <c:pt idx="17">
                  <c:v>0.27396529893921856</c:v>
                </c:pt>
                <c:pt idx="18">
                  <c:v>0.32094664590741939</c:v>
                </c:pt>
                <c:pt idx="19">
                  <c:v>0.37125227937746486</c:v>
                </c:pt>
                <c:pt idx="20">
                  <c:v>0.42405205159117204</c:v>
                </c:pt>
                <c:pt idx="21">
                  <c:v>0.47833182889372183</c:v>
                </c:pt>
                <c:pt idx="22">
                  <c:v>0.53296419029848474</c:v>
                </c:pt>
                <c:pt idx="23">
                  <c:v>0.58679929967831246</c:v>
                </c:pt>
                <c:pt idx="24">
                  <c:v>0.63875759540065535</c:v>
                </c:pt>
                <c:pt idx="25">
                  <c:v>0.6879109694851181</c:v>
                </c:pt>
                <c:pt idx="26">
                  <c:v>0.73354092580588481</c:v>
                </c:pt>
                <c:pt idx="27">
                  <c:v>0.77516341849067349</c:v>
                </c:pt>
                <c:pt idx="28">
                  <c:v>0.81252824610612651</c:v>
                </c:pt>
                <c:pt idx="29">
                  <c:v>0.84559360744424983</c:v>
                </c:pt>
                <c:pt idx="30">
                  <c:v>0.87448127124137465</c:v>
                </c:pt>
                <c:pt idx="31">
                  <c:v>0.8994468912623359</c:v>
                </c:pt>
                <c:pt idx="32">
                  <c:v>0.92081397250813313</c:v>
                </c:pt>
                <c:pt idx="33">
                  <c:v>0.93895206189002045</c:v>
                </c:pt>
                <c:pt idx="34">
                  <c:v>0.95423676446533834</c:v>
                </c:pt>
                <c:pt idx="35">
                  <c:v>0.96704368529142715</c:v>
                </c:pt>
                <c:pt idx="36">
                  <c:v>0.97773025498736865</c:v>
                </c:pt>
                <c:pt idx="37">
                  <c:v>0.9865993808574699</c:v>
                </c:pt>
                <c:pt idx="38">
                  <c:v>0.99394185391386525</c:v>
                </c:pt>
                <c:pt idx="40">
                  <c:v>5.9672738948427818E-4</c:v>
                </c:pt>
                <c:pt idx="41">
                  <c:v>2.2560536024765813E-3</c:v>
                </c:pt>
                <c:pt idx="42">
                  <c:v>5.1603288361695534E-3</c:v>
                </c:pt>
                <c:pt idx="43">
                  <c:v>9.2810798039583836E-3</c:v>
                </c:pt>
                <c:pt idx="44">
                  <c:v>1.4922425439367035E-2</c:v>
                </c:pt>
                <c:pt idx="45">
                  <c:v>2.2237031023766122E-2</c:v>
                </c:pt>
                <c:pt idx="46">
                  <c:v>3.1422997934172185E-2</c:v>
                </c:pt>
                <c:pt idx="47">
                  <c:v>4.2729315974725422E-2</c:v>
                </c:pt>
                <c:pt idx="48">
                  <c:v>5.6451622674429172E-2</c:v>
                </c:pt>
                <c:pt idx="49">
                  <c:v>7.2921298624195011E-2</c:v>
                </c:pt>
                <c:pt idx="50">
                  <c:v>9.248971629701877E-2</c:v>
                </c:pt>
                <c:pt idx="51">
                  <c:v>0.11550824816589626</c:v>
                </c:pt>
                <c:pt idx="52">
                  <c:v>0.14230161086104429</c:v>
                </c:pt>
                <c:pt idx="53">
                  <c:v>0.17313030466416665</c:v>
                </c:pt>
                <c:pt idx="54">
                  <c:v>0.20815583974991972</c:v>
                </c:pt>
                <c:pt idx="55">
                  <c:v>0.2473920044587955</c:v>
                </c:pt>
                <c:pt idx="56">
                  <c:v>0.29066881932790922</c:v>
                </c:pt>
                <c:pt idx="57">
                  <c:v>0.33760230694202953</c:v>
                </c:pt>
                <c:pt idx="58">
                  <c:v>0.38758322378185822</c:v>
                </c:pt>
                <c:pt idx="59">
                  <c:v>0.43979475001060175</c:v>
                </c:pt>
                <c:pt idx="60">
                  <c:v>0.49325061944543724</c:v>
                </c:pt>
                <c:pt idx="61">
                  <c:v>0.54686763556616391</c:v>
                </c:pt>
                <c:pt idx="62">
                  <c:v>0.59954685067275715</c:v>
                </c:pt>
                <c:pt idx="63">
                  <c:v>0.6502632264474425</c:v>
                </c:pt>
                <c:pt idx="64">
                  <c:v>0.69813954333694794</c:v>
                </c:pt>
                <c:pt idx="65">
                  <c:v>0.74250031805266947</c:v>
                </c:pt>
                <c:pt idx="66">
                  <c:v>0.78289967104266733</c:v>
                </c:pt>
                <c:pt idx="67">
                  <c:v>0.81911345090175502</c:v>
                </c:pt>
                <c:pt idx="68">
                  <c:v>0.85111681923097871</c:v>
                </c:pt>
                <c:pt idx="69">
                  <c:v>0.87904911339032021</c:v>
                </c:pt>
                <c:pt idx="70">
                  <c:v>0.9031544766670504</c:v>
                </c:pt>
                <c:pt idx="71">
                  <c:v>0.9237703477981668</c:v>
                </c:pt>
                <c:pt idx="72">
                  <c:v>0.94125415740275153</c:v>
                </c:pt>
                <c:pt idx="73">
                  <c:v>0.95597545239205883</c:v>
                </c:pt>
                <c:pt idx="74">
                  <c:v>0.96830983782342916</c:v>
                </c:pt>
                <c:pt idx="75">
                  <c:v>0.97858445358551371</c:v>
                </c:pt>
                <c:pt idx="76">
                  <c:v>0.98712038142087744</c:v>
                </c:pt>
                <c:pt idx="77">
                  <c:v>0.99417206346513831</c:v>
                </c:pt>
              </c:numCache>
            </c:numRef>
          </c:xVal>
          <c:yVal>
            <c:numRef>
              <c:f>'0.89'!$Y:$Y</c:f>
              <c:numCache>
                <c:formatCode>General</c:formatCode>
                <c:ptCount val="1048576"/>
                <c:pt idx="0">
                  <c:v>0</c:v>
                </c:pt>
                <c:pt idx="1">
                  <c:v>0.74553100000000005</c:v>
                </c:pt>
                <c:pt idx="2">
                  <c:v>-1.9779700000000001E-2</c:v>
                </c:pt>
                <c:pt idx="3">
                  <c:v>0.46332400000000001</c:v>
                </c:pt>
                <c:pt idx="4">
                  <c:v>0.144118</c:v>
                </c:pt>
                <c:pt idx="5">
                  <c:v>0.30087000000000003</c:v>
                </c:pt>
                <c:pt idx="6">
                  <c:v>0.12768599999999999</c:v>
                </c:pt>
                <c:pt idx="7">
                  <c:v>0.107225</c:v>
                </c:pt>
                <c:pt idx="8">
                  <c:v>0.114426</c:v>
                </c:pt>
                <c:pt idx="9">
                  <c:v>7.3241200000000006E-2</c:v>
                </c:pt>
                <c:pt idx="10">
                  <c:v>6.1441299999999997E-2</c:v>
                </c:pt>
                <c:pt idx="11">
                  <c:v>1.8731600000000001E-2</c:v>
                </c:pt>
                <c:pt idx="12">
                  <c:v>-2.0839500000000002E-3</c:v>
                </c:pt>
                <c:pt idx="13">
                  <c:v>0.60584800000000005</c:v>
                </c:pt>
                <c:pt idx="14">
                  <c:v>0.521791</c:v>
                </c:pt>
                <c:pt idx="15">
                  <c:v>0.45267200000000002</c:v>
                </c:pt>
                <c:pt idx="16">
                  <c:v>0.778613</c:v>
                </c:pt>
                <c:pt idx="17">
                  <c:v>0.22271199999999999</c:v>
                </c:pt>
                <c:pt idx="18">
                  <c:v>1.49867E-2</c:v>
                </c:pt>
                <c:pt idx="19">
                  <c:v>0.327878</c:v>
                </c:pt>
                <c:pt idx="20">
                  <c:v>0.46709899999999999</c:v>
                </c:pt>
                <c:pt idx="21">
                  <c:v>0.57175299999999996</c:v>
                </c:pt>
                <c:pt idx="22">
                  <c:v>0.58233599999999996</c:v>
                </c:pt>
                <c:pt idx="23">
                  <c:v>0.74506600000000001</c:v>
                </c:pt>
                <c:pt idx="24">
                  <c:v>0.53017000000000003</c:v>
                </c:pt>
                <c:pt idx="25">
                  <c:v>0.14269299999999999</c:v>
                </c:pt>
                <c:pt idx="26">
                  <c:v>0.17196500000000001</c:v>
                </c:pt>
                <c:pt idx="27">
                  <c:v>-2.9551299999999999E-2</c:v>
                </c:pt>
                <c:pt idx="28">
                  <c:v>-0.24957699999999999</c:v>
                </c:pt>
                <c:pt idx="29">
                  <c:v>-0.47793200000000002</c:v>
                </c:pt>
                <c:pt idx="30">
                  <c:v>-0.52443799999999996</c:v>
                </c:pt>
                <c:pt idx="31">
                  <c:v>-0.59541999999999995</c:v>
                </c:pt>
                <c:pt idx="32">
                  <c:v>-0.68380799999999997</c:v>
                </c:pt>
                <c:pt idx="33">
                  <c:v>-0.70721699999999998</c:v>
                </c:pt>
                <c:pt idx="34">
                  <c:v>0.26018999999999998</c:v>
                </c:pt>
                <c:pt idx="35">
                  <c:v>0.35385499999999998</c:v>
                </c:pt>
                <c:pt idx="36">
                  <c:v>0.410854</c:v>
                </c:pt>
                <c:pt idx="37">
                  <c:v>-0.19059699999999999</c:v>
                </c:pt>
                <c:pt idx="38">
                  <c:v>-0.224053</c:v>
                </c:pt>
                <c:pt idx="39">
                  <c:v>-0.15217800000000001</c:v>
                </c:pt>
                <c:pt idx="40">
                  <c:v>-0.12378699999999999</c:v>
                </c:pt>
                <c:pt idx="41">
                  <c:v>-8.8702299999999998E-2</c:v>
                </c:pt>
                <c:pt idx="42">
                  <c:v>-5.9475800000000002E-2</c:v>
                </c:pt>
                <c:pt idx="43">
                  <c:v>-3.09048E-2</c:v>
                </c:pt>
                <c:pt idx="44">
                  <c:v>-1.2388E-3</c:v>
                </c:pt>
                <c:pt idx="45">
                  <c:v>1.9051800000000001E-2</c:v>
                </c:pt>
                <c:pt idx="46">
                  <c:v>6.6683999999999993E-2</c:v>
                </c:pt>
                <c:pt idx="47">
                  <c:v>8.2587599999999997E-2</c:v>
                </c:pt>
                <c:pt idx="48">
                  <c:v>0.134072</c:v>
                </c:pt>
                <c:pt idx="49">
                  <c:v>0.15776899999999999</c:v>
                </c:pt>
                <c:pt idx="50">
                  <c:v>-2.9168300000000001E-2</c:v>
                </c:pt>
                <c:pt idx="51">
                  <c:v>-5.0000599999999999E-2</c:v>
                </c:pt>
                <c:pt idx="52">
                  <c:v>-7.3542499999999997E-2</c:v>
                </c:pt>
                <c:pt idx="53">
                  <c:v>-0.209675</c:v>
                </c:pt>
                <c:pt idx="54">
                  <c:v>-0.24413799999999999</c:v>
                </c:pt>
                <c:pt idx="55">
                  <c:v>-0.18740999999999999</c:v>
                </c:pt>
                <c:pt idx="56">
                  <c:v>-0.103746</c:v>
                </c:pt>
                <c:pt idx="57">
                  <c:v>-9.8960699999999999E-2</c:v>
                </c:pt>
                <c:pt idx="58">
                  <c:v>2.12409E-2</c:v>
                </c:pt>
                <c:pt idx="59">
                  <c:v>-0.42912099999999997</c:v>
                </c:pt>
                <c:pt idx="60">
                  <c:v>-0.54566999999999999</c:v>
                </c:pt>
                <c:pt idx="61">
                  <c:v>-0.36365799999999998</c:v>
                </c:pt>
                <c:pt idx="62">
                  <c:v>-0.31175900000000001</c:v>
                </c:pt>
                <c:pt idx="63">
                  <c:v>-0.26273600000000003</c:v>
                </c:pt>
                <c:pt idx="64">
                  <c:v>-9.7709400000000002E-2</c:v>
                </c:pt>
                <c:pt idx="65">
                  <c:v>-0.123631</c:v>
                </c:pt>
                <c:pt idx="66">
                  <c:v>-0.148895</c:v>
                </c:pt>
                <c:pt idx="67">
                  <c:v>-0.17337</c:v>
                </c:pt>
                <c:pt idx="68">
                  <c:v>-0.20116899999999999</c:v>
                </c:pt>
                <c:pt idx="69">
                  <c:v>-0.223577</c:v>
                </c:pt>
                <c:pt idx="70">
                  <c:v>-0.246277</c:v>
                </c:pt>
                <c:pt idx="71">
                  <c:v>-0.260467</c:v>
                </c:pt>
                <c:pt idx="72">
                  <c:v>-0.26742700000000003</c:v>
                </c:pt>
                <c:pt idx="73">
                  <c:v>-0.26013399999999998</c:v>
                </c:pt>
                <c:pt idx="74">
                  <c:v>-0.68690700000000005</c:v>
                </c:pt>
                <c:pt idx="75">
                  <c:v>-0.70413599999999998</c:v>
                </c:pt>
                <c:pt idx="76">
                  <c:v>-0.72070299999999998</c:v>
                </c:pt>
                <c:pt idx="77">
                  <c:v>-0.66896699999999998</c:v>
                </c:pt>
                <c:pt idx="78">
                  <c:v>0.134127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56F-4DF7-9C32-6871E801D081}"/>
            </c:ext>
          </c:extLst>
        </c:ser>
        <c:ser>
          <c:idx val="1"/>
          <c:order val="1"/>
          <c:tx>
            <c:v>Exp.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NASA_Exp.data!$H$4:$H$31</c:f>
              <c:numCache>
                <c:formatCode>General</c:formatCode>
                <c:ptCount val="28"/>
                <c:pt idx="0">
                  <c:v>0.01</c:v>
                </c:pt>
                <c:pt idx="1">
                  <c:v>0.04</c:v>
                </c:pt>
                <c:pt idx="2">
                  <c:v>0.08</c:v>
                </c:pt>
                <c:pt idx="3">
                  <c:v>0.1</c:v>
                </c:pt>
                <c:pt idx="4">
                  <c:v>0.13</c:v>
                </c:pt>
                <c:pt idx="5">
                  <c:v>0.17</c:v>
                </c:pt>
                <c:pt idx="6">
                  <c:v>0.21</c:v>
                </c:pt>
                <c:pt idx="7">
                  <c:v>0.28999999999999998</c:v>
                </c:pt>
                <c:pt idx="8">
                  <c:v>0.3</c:v>
                </c:pt>
                <c:pt idx="9">
                  <c:v>0.34</c:v>
                </c:pt>
                <c:pt idx="10">
                  <c:v>0.4</c:v>
                </c:pt>
                <c:pt idx="11">
                  <c:v>0.44</c:v>
                </c:pt>
                <c:pt idx="12">
                  <c:v>0.47</c:v>
                </c:pt>
                <c:pt idx="13">
                  <c:v>0.5</c:v>
                </c:pt>
                <c:pt idx="14">
                  <c:v>0.53</c:v>
                </c:pt>
                <c:pt idx="15">
                  <c:v>0.65</c:v>
                </c:pt>
                <c:pt idx="16">
                  <c:v>0.8</c:v>
                </c:pt>
                <c:pt idx="17">
                  <c:v>0.87</c:v>
                </c:pt>
                <c:pt idx="20">
                  <c:v>0.01</c:v>
                </c:pt>
                <c:pt idx="21">
                  <c:v>0.04</c:v>
                </c:pt>
                <c:pt idx="22">
                  <c:v>0.14000000000000001</c:v>
                </c:pt>
                <c:pt idx="23">
                  <c:v>0.28000000000000003</c:v>
                </c:pt>
                <c:pt idx="24">
                  <c:v>0.33</c:v>
                </c:pt>
                <c:pt idx="25">
                  <c:v>0.51</c:v>
                </c:pt>
                <c:pt idx="26">
                  <c:v>0.69</c:v>
                </c:pt>
                <c:pt idx="27">
                  <c:v>0.9</c:v>
                </c:pt>
              </c:numCache>
            </c:numRef>
          </c:xVal>
          <c:yVal>
            <c:numRef>
              <c:f>NASA_Exp.data!$I$4:$I$31</c:f>
              <c:numCache>
                <c:formatCode>General</c:formatCode>
                <c:ptCount val="28"/>
                <c:pt idx="0">
                  <c:v>-0.44450000000000001</c:v>
                </c:pt>
                <c:pt idx="1">
                  <c:v>-0.85350000000000004</c:v>
                </c:pt>
                <c:pt idx="2">
                  <c:v>-0.91710000000000003</c:v>
                </c:pt>
                <c:pt idx="3">
                  <c:v>-0.92349999999999999</c:v>
                </c:pt>
                <c:pt idx="4">
                  <c:v>-1.046</c:v>
                </c:pt>
                <c:pt idx="5">
                  <c:v>-1.1160000000000001</c:v>
                </c:pt>
                <c:pt idx="6">
                  <c:v>-1.208</c:v>
                </c:pt>
                <c:pt idx="7">
                  <c:v>-0.94720000000000004</c:v>
                </c:pt>
                <c:pt idx="8">
                  <c:v>-1.127</c:v>
                </c:pt>
                <c:pt idx="9">
                  <c:v>-1.0349999999999999</c:v>
                </c:pt>
                <c:pt idx="10">
                  <c:v>-0.57709999999999995</c:v>
                </c:pt>
                <c:pt idx="11">
                  <c:v>-0.37540000000000001</c:v>
                </c:pt>
                <c:pt idx="12">
                  <c:v>-0.21110000000000001</c:v>
                </c:pt>
                <c:pt idx="13">
                  <c:v>-0.13750000000000001</c:v>
                </c:pt>
                <c:pt idx="14">
                  <c:v>-9.98E-2</c:v>
                </c:pt>
                <c:pt idx="15">
                  <c:v>5.006E-2</c:v>
                </c:pt>
                <c:pt idx="16">
                  <c:v>6.7939999999999997E-3</c:v>
                </c:pt>
                <c:pt idx="17">
                  <c:v>7.1940000000000004E-2</c:v>
                </c:pt>
                <c:pt idx="20">
                  <c:v>0.70269999999999999</c:v>
                </c:pt>
                <c:pt idx="21">
                  <c:v>0.27450000000000002</c:v>
                </c:pt>
                <c:pt idx="22">
                  <c:v>-0.18859999999999999</c:v>
                </c:pt>
                <c:pt idx="23">
                  <c:v>-0.30349999999999999</c:v>
                </c:pt>
                <c:pt idx="24">
                  <c:v>-0.25140000000000001</c:v>
                </c:pt>
                <c:pt idx="25">
                  <c:v>-0.17580000000000001</c:v>
                </c:pt>
                <c:pt idx="26">
                  <c:v>0.21929999999999999</c:v>
                </c:pt>
                <c:pt idx="27">
                  <c:v>7.3120000000000004E-2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56F-4DF7-9C32-6871E801D0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7186463"/>
        <c:axId val="1357186943"/>
      </c:scatterChart>
      <c:valAx>
        <c:axId val="1357186463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7186943"/>
        <c:crosses val="autoZero"/>
        <c:crossBetween val="midCat"/>
      </c:valAx>
      <c:valAx>
        <c:axId val="1357186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71864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83845144356955"/>
          <c:y val="0.21171223388743074"/>
          <c:w val="0.12581955380577428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Section (96%)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0539370078740152E-2"/>
          <c:y val="0.20467592592592593"/>
          <c:w val="0.86980358705161864"/>
          <c:h val="0.7443981481481482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'0.96'!$H$2:$H$79</c:f>
              <c:numCache>
                <c:formatCode>General</c:formatCode>
                <c:ptCount val="78"/>
                <c:pt idx="0">
                  <c:v>0</c:v>
                </c:pt>
                <c:pt idx="1">
                  <c:v>1.3206758467775129E-4</c:v>
                </c:pt>
                <c:pt idx="2">
                  <c:v>8.3784160371243744E-4</c:v>
                </c:pt>
                <c:pt idx="3">
                  <c:v>2.4141712153247044E-3</c:v>
                </c:pt>
                <c:pt idx="4">
                  <c:v>5.2287858869428687E-3</c:v>
                </c:pt>
                <c:pt idx="5">
                  <c:v>9.6900046647725082E-3</c:v>
                </c:pt>
                <c:pt idx="6">
                  <c:v>1.5808732211768557E-2</c:v>
                </c:pt>
                <c:pt idx="7">
                  <c:v>2.3788522236425195E-2</c:v>
                </c:pt>
                <c:pt idx="8">
                  <c:v>3.3885634318185934E-2</c:v>
                </c:pt>
                <c:pt idx="9">
                  <c:v>4.6402975761357518E-2</c:v>
                </c:pt>
                <c:pt idx="10">
                  <c:v>6.1685255078240943E-2</c:v>
                </c:pt>
                <c:pt idx="11">
                  <c:v>8.0103230809307716E-2</c:v>
                </c:pt>
                <c:pt idx="12">
                  <c:v>0.10203371964111542</c:v>
                </c:pt>
                <c:pt idx="13">
                  <c:v>0.12783354637813735</c:v>
                </c:pt>
                <c:pt idx="14">
                  <c:v>0.15780380088085444</c:v>
                </c:pt>
                <c:pt idx="15">
                  <c:v>0.19214446255156997</c:v>
                </c:pt>
                <c:pt idx="16">
                  <c:v>0.23091047877528517</c:v>
                </c:pt>
                <c:pt idx="17">
                  <c:v>0.27396529893921856</c:v>
                </c:pt>
                <c:pt idx="18">
                  <c:v>0.32094664590741939</c:v>
                </c:pt>
                <c:pt idx="19">
                  <c:v>0.37125227937746486</c:v>
                </c:pt>
                <c:pt idx="20">
                  <c:v>0.42405205159117204</c:v>
                </c:pt>
                <c:pt idx="21">
                  <c:v>0.47833182889372183</c:v>
                </c:pt>
                <c:pt idx="22">
                  <c:v>0.53296419029848474</c:v>
                </c:pt>
                <c:pt idx="23">
                  <c:v>0.58679929967831246</c:v>
                </c:pt>
                <c:pt idx="24">
                  <c:v>0.63875759540065535</c:v>
                </c:pt>
                <c:pt idx="25">
                  <c:v>0.6879109694851181</c:v>
                </c:pt>
                <c:pt idx="26">
                  <c:v>0.73354092580588481</c:v>
                </c:pt>
                <c:pt idx="27">
                  <c:v>0.77516341849067349</c:v>
                </c:pt>
                <c:pt idx="28">
                  <c:v>0.81252824610612651</c:v>
                </c:pt>
                <c:pt idx="29">
                  <c:v>0.84559360744424983</c:v>
                </c:pt>
                <c:pt idx="30">
                  <c:v>0.87448127124137465</c:v>
                </c:pt>
                <c:pt idx="31">
                  <c:v>0.8994468912623359</c:v>
                </c:pt>
                <c:pt idx="32">
                  <c:v>0.92081397250813313</c:v>
                </c:pt>
                <c:pt idx="33">
                  <c:v>0.93895206189002045</c:v>
                </c:pt>
                <c:pt idx="34">
                  <c:v>0.95423676446533834</c:v>
                </c:pt>
                <c:pt idx="35">
                  <c:v>0.96704368529142715</c:v>
                </c:pt>
                <c:pt idx="36">
                  <c:v>0.97773025498736865</c:v>
                </c:pt>
                <c:pt idx="37">
                  <c:v>0.9865993808574699</c:v>
                </c:pt>
                <c:pt idx="38">
                  <c:v>0.99394185391386525</c:v>
                </c:pt>
                <c:pt idx="40">
                  <c:v>2.2560536024765813E-3</c:v>
                </c:pt>
                <c:pt idx="41">
                  <c:v>5.1603288361695534E-3</c:v>
                </c:pt>
                <c:pt idx="42">
                  <c:v>9.2810798039583836E-3</c:v>
                </c:pt>
                <c:pt idx="43">
                  <c:v>1.4922425439367035E-2</c:v>
                </c:pt>
                <c:pt idx="44">
                  <c:v>2.2237031023766122E-2</c:v>
                </c:pt>
                <c:pt idx="45">
                  <c:v>3.1422997934172185E-2</c:v>
                </c:pt>
                <c:pt idx="46">
                  <c:v>4.2729315974725422E-2</c:v>
                </c:pt>
                <c:pt idx="47">
                  <c:v>5.6451622674429172E-2</c:v>
                </c:pt>
                <c:pt idx="48">
                  <c:v>7.2921298624195011E-2</c:v>
                </c:pt>
                <c:pt idx="49">
                  <c:v>9.248971629701877E-2</c:v>
                </c:pt>
                <c:pt idx="50">
                  <c:v>0.11550824816589626</c:v>
                </c:pt>
                <c:pt idx="51">
                  <c:v>0.14230161086104429</c:v>
                </c:pt>
                <c:pt idx="52">
                  <c:v>0.17313030466416665</c:v>
                </c:pt>
                <c:pt idx="53">
                  <c:v>0.20815583974991972</c:v>
                </c:pt>
                <c:pt idx="54">
                  <c:v>0.2473920044587955</c:v>
                </c:pt>
                <c:pt idx="55">
                  <c:v>0.29066881932790922</c:v>
                </c:pt>
                <c:pt idx="56">
                  <c:v>0.33760230694202953</c:v>
                </c:pt>
                <c:pt idx="57">
                  <c:v>0.38758322378185822</c:v>
                </c:pt>
                <c:pt idx="58">
                  <c:v>0.43979475001060175</c:v>
                </c:pt>
                <c:pt idx="59">
                  <c:v>0.49325061944543724</c:v>
                </c:pt>
                <c:pt idx="60">
                  <c:v>0.54686763556616391</c:v>
                </c:pt>
                <c:pt idx="61">
                  <c:v>0.59954685067275715</c:v>
                </c:pt>
                <c:pt idx="62">
                  <c:v>0.6502632264474425</c:v>
                </c:pt>
                <c:pt idx="63">
                  <c:v>0.69813954333694794</c:v>
                </c:pt>
                <c:pt idx="64">
                  <c:v>0.74250031805266947</c:v>
                </c:pt>
                <c:pt idx="65">
                  <c:v>0.78289967104266733</c:v>
                </c:pt>
                <c:pt idx="66">
                  <c:v>0.81911345090175502</c:v>
                </c:pt>
                <c:pt idx="67">
                  <c:v>0.85111681923097871</c:v>
                </c:pt>
                <c:pt idx="68">
                  <c:v>0.87904911339032021</c:v>
                </c:pt>
                <c:pt idx="69">
                  <c:v>0.9031544766670504</c:v>
                </c:pt>
                <c:pt idx="70">
                  <c:v>0.9237703477981668</c:v>
                </c:pt>
                <c:pt idx="71">
                  <c:v>0.94125415740275153</c:v>
                </c:pt>
                <c:pt idx="72">
                  <c:v>0.95597545239205883</c:v>
                </c:pt>
                <c:pt idx="73">
                  <c:v>0.96830983782342916</c:v>
                </c:pt>
                <c:pt idx="74">
                  <c:v>0.97858445358551371</c:v>
                </c:pt>
                <c:pt idx="75">
                  <c:v>0.98712038142087744</c:v>
                </c:pt>
                <c:pt idx="76">
                  <c:v>0.99417206346513831</c:v>
                </c:pt>
                <c:pt idx="77">
                  <c:v>1</c:v>
                </c:pt>
              </c:numCache>
            </c:numRef>
          </c:xVal>
          <c:yVal>
            <c:numRef>
              <c:f>'0.96'!$I$2:$I$79</c:f>
              <c:numCache>
                <c:formatCode>General</c:formatCode>
                <c:ptCount val="78"/>
                <c:pt idx="0">
                  <c:v>0.72348801070140956</c:v>
                </c:pt>
                <c:pt idx="1">
                  <c:v>0.82208015493525244</c:v>
                </c:pt>
                <c:pt idx="2">
                  <c:v>0.69299904455682537</c:v>
                </c:pt>
                <c:pt idx="3">
                  <c:v>0.49451567812558733</c:v>
                </c:pt>
                <c:pt idx="4">
                  <c:v>0.54641974766933732</c:v>
                </c:pt>
                <c:pt idx="5">
                  <c:v>0.58330568863444443</c:v>
                </c:pt>
                <c:pt idx="6">
                  <c:v>0.39129802902152033</c:v>
                </c:pt>
                <c:pt idx="7">
                  <c:v>0.30146481954193183</c:v>
                </c:pt>
                <c:pt idx="8">
                  <c:v>0.10054076117917132</c:v>
                </c:pt>
                <c:pt idx="9">
                  <c:v>6.9284158056124321E-3</c:v>
                </c:pt>
                <c:pt idx="10">
                  <c:v>-0.13229928078813627</c:v>
                </c:pt>
                <c:pt idx="11">
                  <c:v>-0.15547601263787672</c:v>
                </c:pt>
                <c:pt idx="12">
                  <c:v>-0.22366185932481583</c:v>
                </c:pt>
                <c:pt idx="13">
                  <c:v>-0.27936277946203936</c:v>
                </c:pt>
                <c:pt idx="14">
                  <c:v>-0.29236930549712065</c:v>
                </c:pt>
                <c:pt idx="15">
                  <c:v>-0.30320676499305882</c:v>
                </c:pt>
                <c:pt idx="16">
                  <c:v>-0.31089100797746522</c:v>
                </c:pt>
                <c:pt idx="17">
                  <c:v>-0.30797989235914125</c:v>
                </c:pt>
                <c:pt idx="18">
                  <c:v>-0.2798154884493379</c:v>
                </c:pt>
                <c:pt idx="19">
                  <c:v>-0.24928912460580271</c:v>
                </c:pt>
                <c:pt idx="20">
                  <c:v>-0.222156109867062</c:v>
                </c:pt>
                <c:pt idx="21">
                  <c:v>-0.19669811838132598</c:v>
                </c:pt>
                <c:pt idx="22">
                  <c:v>-0.16861047816936875</c:v>
                </c:pt>
                <c:pt idx="23">
                  <c:v>-0.14050315495796376</c:v>
                </c:pt>
                <c:pt idx="24">
                  <c:v>-0.11310638802662284</c:v>
                </c:pt>
                <c:pt idx="25">
                  <c:v>-9.1441310534470618E-2</c:v>
                </c:pt>
                <c:pt idx="26">
                  <c:v>-6.7544180904942228E-2</c:v>
                </c:pt>
                <c:pt idx="27">
                  <c:v>-3.7464621148871204E-2</c:v>
                </c:pt>
                <c:pt idx="28">
                  <c:v>-1.6120376547717561E-2</c:v>
                </c:pt>
                <c:pt idx="29">
                  <c:v>2.5312337289822694E-2</c:v>
                </c:pt>
                <c:pt idx="30">
                  <c:v>7.0583236019676657E-2</c:v>
                </c:pt>
                <c:pt idx="31">
                  <c:v>9.3513930376320067E-2</c:v>
                </c:pt>
                <c:pt idx="32">
                  <c:v>0.15171655974335405</c:v>
                </c:pt>
                <c:pt idx="33">
                  <c:v>0.18427224082995339</c:v>
                </c:pt>
                <c:pt idx="34">
                  <c:v>0.17513932908619154</c:v>
                </c:pt>
                <c:pt idx="35">
                  <c:v>0.39529367790941611</c:v>
                </c:pt>
                <c:pt idx="36">
                  <c:v>0.34126384442530783</c:v>
                </c:pt>
                <c:pt idx="37">
                  <c:v>0.53642078394987391</c:v>
                </c:pt>
                <c:pt idx="38">
                  <c:v>1.001530060900504</c:v>
                </c:pt>
                <c:pt idx="40">
                  <c:v>0.85274626807486653</c:v>
                </c:pt>
                <c:pt idx="41">
                  <c:v>0.84585721826814964</c:v>
                </c:pt>
                <c:pt idx="42">
                  <c:v>0.49036256524210947</c:v>
                </c:pt>
                <c:pt idx="43">
                  <c:v>3.5488448004315956E-2</c:v>
                </c:pt>
                <c:pt idx="44">
                  <c:v>-1.5313373570359296E-2</c:v>
                </c:pt>
                <c:pt idx="45">
                  <c:v>-0.36107675166942577</c:v>
                </c:pt>
                <c:pt idx="46">
                  <c:v>-0.53299594204596323</c:v>
                </c:pt>
                <c:pt idx="47">
                  <c:v>-0.60797832844221478</c:v>
                </c:pt>
                <c:pt idx="48">
                  <c:v>-0.65890415291341098</c:v>
                </c:pt>
                <c:pt idx="49">
                  <c:v>-0.71649070439772999</c:v>
                </c:pt>
                <c:pt idx="50">
                  <c:v>-0.79179589198492495</c:v>
                </c:pt>
                <c:pt idx="51">
                  <c:v>-0.8132464247830965</c:v>
                </c:pt>
                <c:pt idx="52">
                  <c:v>-0.82005674259202233</c:v>
                </c:pt>
                <c:pt idx="53">
                  <c:v>-0.81114231214213084</c:v>
                </c:pt>
                <c:pt idx="54">
                  <c:v>-0.74435592671592743</c:v>
                </c:pt>
                <c:pt idx="55">
                  <c:v>-0.56427813306829233</c:v>
                </c:pt>
                <c:pt idx="56">
                  <c:v>-0.40805416645140069</c:v>
                </c:pt>
                <c:pt idx="57">
                  <c:v>-0.35582139081687314</c:v>
                </c:pt>
                <c:pt idx="58">
                  <c:v>-0.31266838282759829</c:v>
                </c:pt>
                <c:pt idx="59">
                  <c:v>-0.27308587093814768</c:v>
                </c:pt>
                <c:pt idx="60">
                  <c:v>-0.23001356324660877</c:v>
                </c:pt>
                <c:pt idx="61">
                  <c:v>-0.19625131429386181</c:v>
                </c:pt>
                <c:pt idx="62">
                  <c:v>-0.16344762741422056</c:v>
                </c:pt>
                <c:pt idx="63">
                  <c:v>-0.1324823326830005</c:v>
                </c:pt>
                <c:pt idx="64">
                  <c:v>-0.10358178459385065</c:v>
                </c:pt>
                <c:pt idx="65">
                  <c:v>-7.2478708866496253E-2</c:v>
                </c:pt>
                <c:pt idx="66">
                  <c:v>-4.4452085952826924E-2</c:v>
                </c:pt>
                <c:pt idx="67">
                  <c:v>-1.7281673515135557E-2</c:v>
                </c:pt>
                <c:pt idx="68">
                  <c:v>1.7301356514583317E-2</c:v>
                </c:pt>
                <c:pt idx="69">
                  <c:v>4.5369313727092776E-2</c:v>
                </c:pt>
                <c:pt idx="70">
                  <c:v>7.6310988858975567E-2</c:v>
                </c:pt>
                <c:pt idx="71">
                  <c:v>0.11504713177217235</c:v>
                </c:pt>
                <c:pt idx="72">
                  <c:v>0.16315238242250413</c:v>
                </c:pt>
                <c:pt idx="73">
                  <c:v>0.19686936047652145</c:v>
                </c:pt>
                <c:pt idx="74">
                  <c:v>0.35075105015912938</c:v>
                </c:pt>
                <c:pt idx="75">
                  <c:v>0.29372940075896115</c:v>
                </c:pt>
                <c:pt idx="76">
                  <c:v>0.48990985625481093</c:v>
                </c:pt>
                <c:pt idx="77">
                  <c:v>0.85016779514720964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FF6-4E98-843B-B5E70540F5AD}"/>
            </c:ext>
          </c:extLst>
        </c:ser>
        <c:ser>
          <c:idx val="1"/>
          <c:order val="1"/>
          <c:tx>
            <c:v>Exp.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NASA_Exp.data!$J$4:$J$31</c:f>
              <c:numCache>
                <c:formatCode>General</c:formatCode>
                <c:ptCount val="28"/>
                <c:pt idx="0">
                  <c:v>0</c:v>
                </c:pt>
                <c:pt idx="1">
                  <c:v>0.02</c:v>
                </c:pt>
                <c:pt idx="2">
                  <c:v>7.0000000000000007E-2</c:v>
                </c:pt>
                <c:pt idx="3">
                  <c:v>0.09</c:v>
                </c:pt>
                <c:pt idx="4">
                  <c:v>0.15</c:v>
                </c:pt>
                <c:pt idx="5">
                  <c:v>0.19</c:v>
                </c:pt>
                <c:pt idx="6">
                  <c:v>0.27</c:v>
                </c:pt>
                <c:pt idx="7">
                  <c:v>0.33</c:v>
                </c:pt>
                <c:pt idx="8">
                  <c:v>0.39</c:v>
                </c:pt>
                <c:pt idx="9">
                  <c:v>0.44</c:v>
                </c:pt>
                <c:pt idx="10">
                  <c:v>0.49</c:v>
                </c:pt>
                <c:pt idx="11">
                  <c:v>0.51</c:v>
                </c:pt>
                <c:pt idx="12">
                  <c:v>0.61</c:v>
                </c:pt>
                <c:pt idx="13">
                  <c:v>0.76</c:v>
                </c:pt>
                <c:pt idx="14">
                  <c:v>0.9</c:v>
                </c:pt>
                <c:pt idx="20">
                  <c:v>0</c:v>
                </c:pt>
                <c:pt idx="21">
                  <c:v>7.0000000000000007E-2</c:v>
                </c:pt>
                <c:pt idx="22">
                  <c:v>0.16</c:v>
                </c:pt>
                <c:pt idx="23">
                  <c:v>0.33</c:v>
                </c:pt>
                <c:pt idx="24">
                  <c:v>0.39</c:v>
                </c:pt>
                <c:pt idx="25">
                  <c:v>0.43</c:v>
                </c:pt>
                <c:pt idx="26">
                  <c:v>0.74</c:v>
                </c:pt>
                <c:pt idx="27">
                  <c:v>0.85</c:v>
                </c:pt>
              </c:numCache>
            </c:numRef>
          </c:xVal>
          <c:yVal>
            <c:numRef>
              <c:f>NASA_Exp.data!$K$4:$K$31</c:f>
              <c:numCache>
                <c:formatCode>General</c:formatCode>
                <c:ptCount val="28"/>
                <c:pt idx="0">
                  <c:v>1.0920000000000001</c:v>
                </c:pt>
                <c:pt idx="1">
                  <c:v>-0.49940000000000001</c:v>
                </c:pt>
                <c:pt idx="2">
                  <c:v>-0.8911</c:v>
                </c:pt>
                <c:pt idx="3">
                  <c:v>-0.97719999999999996</c:v>
                </c:pt>
                <c:pt idx="4">
                  <c:v>-1.0620000000000001</c:v>
                </c:pt>
                <c:pt idx="5">
                  <c:v>-1.028</c:v>
                </c:pt>
                <c:pt idx="6">
                  <c:v>-1.0820000000000001</c:v>
                </c:pt>
                <c:pt idx="7">
                  <c:v>-0.66059999999999997</c:v>
                </c:pt>
                <c:pt idx="8">
                  <c:v>-0.22370000000000001</c:v>
                </c:pt>
                <c:pt idx="9">
                  <c:v>-0.19470000000000001</c:v>
                </c:pt>
                <c:pt idx="10">
                  <c:v>-0.1394</c:v>
                </c:pt>
                <c:pt idx="11">
                  <c:v>-0.1174</c:v>
                </c:pt>
                <c:pt idx="12">
                  <c:v>-0.65269999999999995</c:v>
                </c:pt>
                <c:pt idx="13">
                  <c:v>-0.65269999999999995</c:v>
                </c:pt>
                <c:pt idx="14">
                  <c:v>6.0740000000000002E-2</c:v>
                </c:pt>
                <c:pt idx="20">
                  <c:v>1.1140000000000001</c:v>
                </c:pt>
                <c:pt idx="21">
                  <c:v>8.7739999999999999E-2</c:v>
                </c:pt>
                <c:pt idx="22">
                  <c:v>-0.2487</c:v>
                </c:pt>
                <c:pt idx="23">
                  <c:v>-0.32379999999999998</c:v>
                </c:pt>
                <c:pt idx="24">
                  <c:v>-0.25580000000000003</c:v>
                </c:pt>
                <c:pt idx="25">
                  <c:v>-0.17580000000000001</c:v>
                </c:pt>
                <c:pt idx="26">
                  <c:v>-6.4399999999999999E-2</c:v>
                </c:pt>
                <c:pt idx="27">
                  <c:v>-1.1270000000000001E-2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FF6-4E98-843B-B5E70540F5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7186463"/>
        <c:axId val="1357186943"/>
      </c:scatterChart>
      <c:valAx>
        <c:axId val="1357186463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7186943"/>
        <c:crosses val="autoZero"/>
        <c:crossBetween val="midCat"/>
      </c:valAx>
      <c:valAx>
        <c:axId val="1357186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71864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83845144356955"/>
          <c:y val="0.21171223388743074"/>
          <c:w val="0.12581955380577428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Section (96%)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0539370078740152E-2"/>
          <c:y val="0.20467592592592593"/>
          <c:w val="0.86980358705161864"/>
          <c:h val="0.7443981481481482"/>
        </c:manualLayout>
      </c:layout>
      <c:scatterChart>
        <c:scatterStyle val="lineMarker"/>
        <c:varyColors val="0"/>
        <c:ser>
          <c:idx val="0"/>
          <c:order val="0"/>
          <c:tx>
            <c:v>su2</c:v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'0.96'!$H$2:$H$79</c:f>
              <c:numCache>
                <c:formatCode>General</c:formatCode>
                <c:ptCount val="78"/>
                <c:pt idx="0">
                  <c:v>0</c:v>
                </c:pt>
                <c:pt idx="1">
                  <c:v>1.3206758467775129E-4</c:v>
                </c:pt>
                <c:pt idx="2">
                  <c:v>8.3784160371243744E-4</c:v>
                </c:pt>
                <c:pt idx="3">
                  <c:v>2.4141712153247044E-3</c:v>
                </c:pt>
                <c:pt idx="4">
                  <c:v>5.2287858869428687E-3</c:v>
                </c:pt>
                <c:pt idx="5">
                  <c:v>9.6900046647725082E-3</c:v>
                </c:pt>
                <c:pt idx="6">
                  <c:v>1.5808732211768557E-2</c:v>
                </c:pt>
                <c:pt idx="7">
                  <c:v>2.3788522236425195E-2</c:v>
                </c:pt>
                <c:pt idx="8">
                  <c:v>3.3885634318185934E-2</c:v>
                </c:pt>
                <c:pt idx="9">
                  <c:v>4.6402975761357518E-2</c:v>
                </c:pt>
                <c:pt idx="10">
                  <c:v>6.1685255078240943E-2</c:v>
                </c:pt>
                <c:pt idx="11">
                  <c:v>8.0103230809307716E-2</c:v>
                </c:pt>
                <c:pt idx="12">
                  <c:v>0.10203371964111542</c:v>
                </c:pt>
                <c:pt idx="13">
                  <c:v>0.12783354637813735</c:v>
                </c:pt>
                <c:pt idx="14">
                  <c:v>0.15780380088085444</c:v>
                </c:pt>
                <c:pt idx="15">
                  <c:v>0.19214446255156997</c:v>
                </c:pt>
                <c:pt idx="16">
                  <c:v>0.23091047877528517</c:v>
                </c:pt>
                <c:pt idx="17">
                  <c:v>0.27396529893921856</c:v>
                </c:pt>
                <c:pt idx="18">
                  <c:v>0.32094664590741939</c:v>
                </c:pt>
                <c:pt idx="19">
                  <c:v>0.37125227937746486</c:v>
                </c:pt>
                <c:pt idx="20">
                  <c:v>0.42405205159117204</c:v>
                </c:pt>
                <c:pt idx="21">
                  <c:v>0.47833182889372183</c:v>
                </c:pt>
                <c:pt idx="22">
                  <c:v>0.53296419029848474</c:v>
                </c:pt>
                <c:pt idx="23">
                  <c:v>0.58679929967831246</c:v>
                </c:pt>
                <c:pt idx="24">
                  <c:v>0.63875759540065535</c:v>
                </c:pt>
                <c:pt idx="25">
                  <c:v>0.6879109694851181</c:v>
                </c:pt>
                <c:pt idx="26">
                  <c:v>0.73354092580588481</c:v>
                </c:pt>
                <c:pt idx="27">
                  <c:v>0.77516341849067349</c:v>
                </c:pt>
                <c:pt idx="28">
                  <c:v>0.81252824610612651</c:v>
                </c:pt>
                <c:pt idx="29">
                  <c:v>0.84559360744424983</c:v>
                </c:pt>
                <c:pt idx="30">
                  <c:v>0.87448127124137465</c:v>
                </c:pt>
                <c:pt idx="31">
                  <c:v>0.8994468912623359</c:v>
                </c:pt>
                <c:pt idx="32">
                  <c:v>0.92081397250813313</c:v>
                </c:pt>
                <c:pt idx="33">
                  <c:v>0.93895206189002045</c:v>
                </c:pt>
                <c:pt idx="34">
                  <c:v>0.95423676446533834</c:v>
                </c:pt>
                <c:pt idx="35">
                  <c:v>0.96704368529142715</c:v>
                </c:pt>
                <c:pt idx="36">
                  <c:v>0.97773025498736865</c:v>
                </c:pt>
                <c:pt idx="37">
                  <c:v>0.9865993808574699</c:v>
                </c:pt>
                <c:pt idx="38">
                  <c:v>0.99394185391386525</c:v>
                </c:pt>
                <c:pt idx="40">
                  <c:v>2.2560536024765813E-3</c:v>
                </c:pt>
                <c:pt idx="41">
                  <c:v>5.1603288361695534E-3</c:v>
                </c:pt>
                <c:pt idx="42">
                  <c:v>9.2810798039583836E-3</c:v>
                </c:pt>
                <c:pt idx="43">
                  <c:v>1.4922425439367035E-2</c:v>
                </c:pt>
                <c:pt idx="44">
                  <c:v>2.2237031023766122E-2</c:v>
                </c:pt>
                <c:pt idx="45">
                  <c:v>3.1422997934172185E-2</c:v>
                </c:pt>
                <c:pt idx="46">
                  <c:v>4.2729315974725422E-2</c:v>
                </c:pt>
                <c:pt idx="47">
                  <c:v>5.6451622674429172E-2</c:v>
                </c:pt>
                <c:pt idx="48">
                  <c:v>7.2921298624195011E-2</c:v>
                </c:pt>
                <c:pt idx="49">
                  <c:v>9.248971629701877E-2</c:v>
                </c:pt>
                <c:pt idx="50">
                  <c:v>0.11550824816589626</c:v>
                </c:pt>
                <c:pt idx="51">
                  <c:v>0.14230161086104429</c:v>
                </c:pt>
                <c:pt idx="52">
                  <c:v>0.17313030466416665</c:v>
                </c:pt>
                <c:pt idx="53">
                  <c:v>0.20815583974991972</c:v>
                </c:pt>
                <c:pt idx="54">
                  <c:v>0.2473920044587955</c:v>
                </c:pt>
                <c:pt idx="55">
                  <c:v>0.29066881932790922</c:v>
                </c:pt>
                <c:pt idx="56">
                  <c:v>0.33760230694202953</c:v>
                </c:pt>
                <c:pt idx="57">
                  <c:v>0.38758322378185822</c:v>
                </c:pt>
                <c:pt idx="58">
                  <c:v>0.43979475001060175</c:v>
                </c:pt>
                <c:pt idx="59">
                  <c:v>0.49325061944543724</c:v>
                </c:pt>
                <c:pt idx="60">
                  <c:v>0.54686763556616391</c:v>
                </c:pt>
                <c:pt idx="61">
                  <c:v>0.59954685067275715</c:v>
                </c:pt>
                <c:pt idx="62">
                  <c:v>0.6502632264474425</c:v>
                </c:pt>
                <c:pt idx="63">
                  <c:v>0.69813954333694794</c:v>
                </c:pt>
                <c:pt idx="64">
                  <c:v>0.74250031805266947</c:v>
                </c:pt>
                <c:pt idx="65">
                  <c:v>0.78289967104266733</c:v>
                </c:pt>
                <c:pt idx="66">
                  <c:v>0.81911345090175502</c:v>
                </c:pt>
                <c:pt idx="67">
                  <c:v>0.85111681923097871</c:v>
                </c:pt>
                <c:pt idx="68">
                  <c:v>0.87904911339032021</c:v>
                </c:pt>
                <c:pt idx="69">
                  <c:v>0.9031544766670504</c:v>
                </c:pt>
                <c:pt idx="70">
                  <c:v>0.9237703477981668</c:v>
                </c:pt>
                <c:pt idx="71">
                  <c:v>0.94125415740275153</c:v>
                </c:pt>
                <c:pt idx="72">
                  <c:v>0.95597545239205883</c:v>
                </c:pt>
                <c:pt idx="73">
                  <c:v>0.96830983782342916</c:v>
                </c:pt>
                <c:pt idx="74">
                  <c:v>0.97858445358551371</c:v>
                </c:pt>
                <c:pt idx="75">
                  <c:v>0.98712038142087744</c:v>
                </c:pt>
                <c:pt idx="76">
                  <c:v>0.99417206346513831</c:v>
                </c:pt>
                <c:pt idx="77">
                  <c:v>1</c:v>
                </c:pt>
              </c:numCache>
            </c:numRef>
          </c:xVal>
          <c:yVal>
            <c:numRef>
              <c:f>'0.96'!$Y:$Y</c:f>
              <c:numCache>
                <c:formatCode>General</c:formatCode>
                <c:ptCount val="1048576"/>
                <c:pt idx="0">
                  <c:v>0</c:v>
                </c:pt>
                <c:pt idx="1">
                  <c:v>8.7082699999999999E-2</c:v>
                </c:pt>
                <c:pt idx="2">
                  <c:v>0.141295</c:v>
                </c:pt>
                <c:pt idx="3">
                  <c:v>6.5731700000000004E-2</c:v>
                </c:pt>
                <c:pt idx="4">
                  <c:v>2.3576199999999999E-2</c:v>
                </c:pt>
                <c:pt idx="5">
                  <c:v>-1.50189E-2</c:v>
                </c:pt>
                <c:pt idx="6">
                  <c:v>-3.4890699999999997E-2</c:v>
                </c:pt>
                <c:pt idx="7">
                  <c:v>-6.2904600000000005E-2</c:v>
                </c:pt>
                <c:pt idx="8">
                  <c:v>-8.5159600000000002E-2</c:v>
                </c:pt>
                <c:pt idx="9">
                  <c:v>0.79418</c:v>
                </c:pt>
                <c:pt idx="10">
                  <c:v>0.78776000000000002</c:v>
                </c:pt>
                <c:pt idx="11">
                  <c:v>0.67379999999999995</c:v>
                </c:pt>
                <c:pt idx="12">
                  <c:v>0.46055699999999999</c:v>
                </c:pt>
                <c:pt idx="13">
                  <c:v>0.64540299999999995</c:v>
                </c:pt>
                <c:pt idx="14">
                  <c:v>0.45667200000000002</c:v>
                </c:pt>
                <c:pt idx="15">
                  <c:v>3.3050400000000001E-2</c:v>
                </c:pt>
                <c:pt idx="16">
                  <c:v>-1.4262800000000001E-2</c:v>
                </c:pt>
                <c:pt idx="17">
                  <c:v>-0.33627400000000002</c:v>
                </c:pt>
                <c:pt idx="18">
                  <c:v>-0.49638500000000002</c:v>
                </c:pt>
                <c:pt idx="19">
                  <c:v>-0.56621699999999997</c:v>
                </c:pt>
                <c:pt idx="20">
                  <c:v>-0.61364399999999997</c:v>
                </c:pt>
                <c:pt idx="21">
                  <c:v>-0.66727700000000001</c:v>
                </c:pt>
                <c:pt idx="22">
                  <c:v>0.76561999999999997</c:v>
                </c:pt>
                <c:pt idx="23">
                  <c:v>-2.2122600000000002E-3</c:v>
                </c:pt>
                <c:pt idx="24">
                  <c:v>0.79177699999999995</c:v>
                </c:pt>
                <c:pt idx="25">
                  <c:v>9.36419E-2</c:v>
                </c:pt>
                <c:pt idx="26">
                  <c:v>6.4548599999999998E-3</c:v>
                </c:pt>
                <c:pt idx="27">
                  <c:v>0.28074900000000003</c:v>
                </c:pt>
                <c:pt idx="28">
                  <c:v>0.36441899999999999</c:v>
                </c:pt>
                <c:pt idx="29">
                  <c:v>0.54323100000000002</c:v>
                </c:pt>
                <c:pt idx="30">
                  <c:v>0.50887800000000005</c:v>
                </c:pt>
                <c:pt idx="31">
                  <c:v>-0.73740799999999995</c:v>
                </c:pt>
                <c:pt idx="32">
                  <c:v>-0.757386</c:v>
                </c:pt>
                <c:pt idx="33">
                  <c:v>-0.76372899999999999</c:v>
                </c:pt>
                <c:pt idx="34">
                  <c:v>-0.75542600000000004</c:v>
                </c:pt>
                <c:pt idx="35">
                  <c:v>-0.69322700000000004</c:v>
                </c:pt>
                <c:pt idx="36">
                  <c:v>-0.52551899999999996</c:v>
                </c:pt>
                <c:pt idx="37">
                  <c:v>0.16311700000000001</c:v>
                </c:pt>
                <c:pt idx="38">
                  <c:v>0.36813200000000001</c:v>
                </c:pt>
                <c:pt idx="39">
                  <c:v>0.17161000000000001</c:v>
                </c:pt>
                <c:pt idx="40">
                  <c:v>-0.26017400000000002</c:v>
                </c:pt>
                <c:pt idx="41">
                  <c:v>-0.272287</c:v>
                </c:pt>
                <c:pt idx="42">
                  <c:v>-0.20829800000000001</c:v>
                </c:pt>
                <c:pt idx="43">
                  <c:v>-0.14479600000000001</c:v>
                </c:pt>
                <c:pt idx="44">
                  <c:v>-0.123211</c:v>
                </c:pt>
                <c:pt idx="45">
                  <c:v>-0.18277199999999999</c:v>
                </c:pt>
                <c:pt idx="46">
                  <c:v>-0.21421299999999999</c:v>
                </c:pt>
                <c:pt idx="47">
                  <c:v>-0.152221</c:v>
                </c:pt>
                <c:pt idx="48">
                  <c:v>-0.12338200000000001</c:v>
                </c:pt>
                <c:pt idx="49">
                  <c:v>-9.6467600000000001E-2</c:v>
                </c:pt>
                <c:pt idx="50">
                  <c:v>-6.7501000000000005E-2</c:v>
                </c:pt>
                <c:pt idx="51">
                  <c:v>-4.1398699999999997E-2</c:v>
                </c:pt>
                <c:pt idx="52">
                  <c:v>-1.6093799999999998E-2</c:v>
                </c:pt>
                <c:pt idx="53">
                  <c:v>1.6120300000000001E-2</c:v>
                </c:pt>
                <c:pt idx="54">
                  <c:v>0.18335199999999999</c:v>
                </c:pt>
                <c:pt idx="55">
                  <c:v>0.151951</c:v>
                </c:pt>
                <c:pt idx="56">
                  <c:v>0.32666099999999998</c:v>
                </c:pt>
                <c:pt idx="57">
                  <c:v>0.27354600000000001</c:v>
                </c:pt>
                <c:pt idx="58">
                  <c:v>0.45625500000000002</c:v>
                </c:pt>
                <c:pt idx="59">
                  <c:v>4.2257299999999998E-2</c:v>
                </c:pt>
                <c:pt idx="60">
                  <c:v>7.1071099999999998E-2</c:v>
                </c:pt>
                <c:pt idx="61">
                  <c:v>0.107153</c:v>
                </c:pt>
                <c:pt idx="62">
                  <c:v>-0.105338</c:v>
                </c:pt>
                <c:pt idx="63">
                  <c:v>-0.130851</c:v>
                </c:pt>
                <c:pt idx="64">
                  <c:v>-0.157029</c:v>
                </c:pt>
                <c:pt idx="65">
                  <c:v>-0.18318699999999999</c:v>
                </c:pt>
                <c:pt idx="66">
                  <c:v>-0.206896</c:v>
                </c:pt>
                <c:pt idx="67">
                  <c:v>-0.23216600000000001</c:v>
                </c:pt>
                <c:pt idx="68">
                  <c:v>-0.26059500000000002</c:v>
                </c:pt>
                <c:pt idx="69">
                  <c:v>-0.28682400000000002</c:v>
                </c:pt>
                <c:pt idx="70">
                  <c:v>-0.28953600000000002</c:v>
                </c:pt>
                <c:pt idx="71">
                  <c:v>-0.28238099999999999</c:v>
                </c:pt>
                <c:pt idx="72">
                  <c:v>-0.380025</c:v>
                </c:pt>
                <c:pt idx="73">
                  <c:v>-0.33138099999999998</c:v>
                </c:pt>
                <c:pt idx="74">
                  <c:v>-0.29119200000000001</c:v>
                </c:pt>
                <c:pt idx="75">
                  <c:v>-0.25432900000000003</c:v>
                </c:pt>
                <c:pt idx="76">
                  <c:v>0.93274500000000005</c:v>
                </c:pt>
                <c:pt idx="77">
                  <c:v>0.49957600000000002</c:v>
                </c:pt>
                <c:pt idx="78">
                  <c:v>0.31781799999999999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E72-4479-B5DE-EA5EDDBC3D73}"/>
            </c:ext>
          </c:extLst>
        </c:ser>
        <c:ser>
          <c:idx val="1"/>
          <c:order val="1"/>
          <c:tx>
            <c:v>Exp.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NASA_Exp.data!$J$4:$J$31</c:f>
              <c:numCache>
                <c:formatCode>General</c:formatCode>
                <c:ptCount val="28"/>
                <c:pt idx="0">
                  <c:v>0</c:v>
                </c:pt>
                <c:pt idx="1">
                  <c:v>0.02</c:v>
                </c:pt>
                <c:pt idx="2">
                  <c:v>7.0000000000000007E-2</c:v>
                </c:pt>
                <c:pt idx="3">
                  <c:v>0.09</c:v>
                </c:pt>
                <c:pt idx="4">
                  <c:v>0.15</c:v>
                </c:pt>
                <c:pt idx="5">
                  <c:v>0.19</c:v>
                </c:pt>
                <c:pt idx="6">
                  <c:v>0.27</c:v>
                </c:pt>
                <c:pt idx="7">
                  <c:v>0.33</c:v>
                </c:pt>
                <c:pt idx="8">
                  <c:v>0.39</c:v>
                </c:pt>
                <c:pt idx="9">
                  <c:v>0.44</c:v>
                </c:pt>
                <c:pt idx="10">
                  <c:v>0.49</c:v>
                </c:pt>
                <c:pt idx="11">
                  <c:v>0.51</c:v>
                </c:pt>
                <c:pt idx="12">
                  <c:v>0.61</c:v>
                </c:pt>
                <c:pt idx="13">
                  <c:v>0.76</c:v>
                </c:pt>
                <c:pt idx="14">
                  <c:v>0.9</c:v>
                </c:pt>
                <c:pt idx="20">
                  <c:v>0</c:v>
                </c:pt>
                <c:pt idx="21">
                  <c:v>7.0000000000000007E-2</c:v>
                </c:pt>
                <c:pt idx="22">
                  <c:v>0.16</c:v>
                </c:pt>
                <c:pt idx="23">
                  <c:v>0.33</c:v>
                </c:pt>
                <c:pt idx="24">
                  <c:v>0.39</c:v>
                </c:pt>
                <c:pt idx="25">
                  <c:v>0.43</c:v>
                </c:pt>
                <c:pt idx="26">
                  <c:v>0.74</c:v>
                </c:pt>
                <c:pt idx="27">
                  <c:v>0.85</c:v>
                </c:pt>
              </c:numCache>
            </c:numRef>
          </c:xVal>
          <c:yVal>
            <c:numRef>
              <c:f>NASA_Exp.data!$K$4:$K$31</c:f>
              <c:numCache>
                <c:formatCode>General</c:formatCode>
                <c:ptCount val="28"/>
                <c:pt idx="0">
                  <c:v>1.0920000000000001</c:v>
                </c:pt>
                <c:pt idx="1">
                  <c:v>-0.49940000000000001</c:v>
                </c:pt>
                <c:pt idx="2">
                  <c:v>-0.8911</c:v>
                </c:pt>
                <c:pt idx="3">
                  <c:v>-0.97719999999999996</c:v>
                </c:pt>
                <c:pt idx="4">
                  <c:v>-1.0620000000000001</c:v>
                </c:pt>
                <c:pt idx="5">
                  <c:v>-1.028</c:v>
                </c:pt>
                <c:pt idx="6">
                  <c:v>-1.0820000000000001</c:v>
                </c:pt>
                <c:pt idx="7">
                  <c:v>-0.66059999999999997</c:v>
                </c:pt>
                <c:pt idx="8">
                  <c:v>-0.22370000000000001</c:v>
                </c:pt>
                <c:pt idx="9">
                  <c:v>-0.19470000000000001</c:v>
                </c:pt>
                <c:pt idx="10">
                  <c:v>-0.1394</c:v>
                </c:pt>
                <c:pt idx="11">
                  <c:v>-0.1174</c:v>
                </c:pt>
                <c:pt idx="12">
                  <c:v>-0.65269999999999995</c:v>
                </c:pt>
                <c:pt idx="13">
                  <c:v>-0.65269999999999995</c:v>
                </c:pt>
                <c:pt idx="14">
                  <c:v>6.0740000000000002E-2</c:v>
                </c:pt>
                <c:pt idx="20">
                  <c:v>1.1140000000000001</c:v>
                </c:pt>
                <c:pt idx="21">
                  <c:v>8.7739999999999999E-2</c:v>
                </c:pt>
                <c:pt idx="22">
                  <c:v>-0.2487</c:v>
                </c:pt>
                <c:pt idx="23">
                  <c:v>-0.32379999999999998</c:v>
                </c:pt>
                <c:pt idx="24">
                  <c:v>-0.25580000000000003</c:v>
                </c:pt>
                <c:pt idx="25">
                  <c:v>-0.17580000000000001</c:v>
                </c:pt>
                <c:pt idx="26">
                  <c:v>-6.4399999999999999E-2</c:v>
                </c:pt>
                <c:pt idx="27">
                  <c:v>-1.1270000000000001E-2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E72-4479-B5DE-EA5EDDBC3D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7186463"/>
        <c:axId val="1357186943"/>
      </c:scatterChart>
      <c:valAx>
        <c:axId val="1357186463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7186943"/>
        <c:crosses val="autoZero"/>
        <c:crossBetween val="midCat"/>
      </c:valAx>
      <c:valAx>
        <c:axId val="1357186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71864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83845144356955"/>
          <c:y val="0.21171223388743074"/>
          <c:w val="0.12581955380577428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9235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4710F51-9605-4A0B-91B3-A7A73478FDA0}" type="datetime1">
              <a:rPr lang="ko-KR" altLang="en-US"/>
              <a:pPr lvl="0">
                <a:defRPr/>
              </a:pPr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2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4283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2EBA-8585-A39F-133F-460A4718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7D6D97D2-EC0E-916F-F900-6863BDBEACB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D8AF53EB-DE36-5322-E87F-DBFB5C199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3C523234-4585-366C-38A5-7FE163EB1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32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EB7B-6605-974F-FE46-37E54D663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2C792119-A714-88AF-8095-2118F446E3E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8FF3D87-0018-A897-C103-7C7ABB00A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9FA755B8-E11B-30AC-1752-F3A22BF64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78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D2FF-6DED-E532-62B6-51259DF0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ED20E4F6-F53D-DD18-9764-028FF35177E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B58E0E-90ED-7EB8-FB0E-9DF3DA518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AC33E4F7-B83F-B8A2-CFC1-11453E1D0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979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C35C-B7F5-2B6E-DEFD-936FBEC3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4E392475-32AE-9E21-9A94-73A2EE59084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FA1BC1DE-5030-86A3-A7EE-4DD7528E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E52FE0AF-9F3A-CD83-B799-1C393C69F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64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06102-5E39-0896-1642-8EF30203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F1BCACDA-CDC3-97B9-A980-FCD6941FBA8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99ED6A85-A7C0-5E89-276B-E5A71A365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0B9893-7DB4-8299-D1FE-709178119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475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52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"/>
          <p:cNvSpPr>
            <a:spLocks noGrp="1"/>
          </p:cNvSpPr>
          <p:nvPr>
            <p:ph type="title"/>
          </p:nvPr>
        </p:nvSpPr>
        <p:spPr>
          <a:xfrm>
            <a:off x="407368" y="445583"/>
            <a:ext cx="11377264" cy="1687273"/>
          </a:xfrm>
          <a:solidFill>
            <a:srgbClr val="DCEEF2"/>
          </a:solidFill>
          <a:ln w="285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algn="ctr"/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3467708" y="3861372"/>
            <a:ext cx="5544616" cy="9357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Wingdings" panose="05000000000000000000" pitchFamily="2" charset="2"/>
              <a:buNone/>
              <a:defRPr sz="1800" b="1">
                <a:solidFill>
                  <a:srgbClr val="1E33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C835-A02B-4303-BF8E-1567B3DE1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67708" y="2304519"/>
            <a:ext cx="5544616" cy="119648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lang="ko-KR" altLang="en-US" sz="1800" b="1" kern="1200" dirty="0" smtClean="0">
                <a:solidFill>
                  <a:srgbClr val="28859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316531" indent="0">
              <a:buNone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87123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495602" y="1988845"/>
            <a:ext cx="7200799" cy="1440159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02C1FC-636C-4DFE-B508-5815F7C44E5C}"/>
              </a:ext>
            </a:extLst>
          </p:cNvPr>
          <p:cNvSpPr/>
          <p:nvPr userDrawn="1"/>
        </p:nvSpPr>
        <p:spPr>
          <a:xfrm>
            <a:off x="12079898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1F674F-A97B-4205-B96C-91F303271B53}"/>
              </a:ext>
            </a:extLst>
          </p:cNvPr>
          <p:cNvSpPr/>
          <p:nvPr userDrawn="1"/>
        </p:nvSpPr>
        <p:spPr>
          <a:xfrm>
            <a:off x="0" y="0"/>
            <a:ext cx="12190566" cy="14401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0DAF3-0F03-4397-A482-CFC28B2612DE}"/>
              </a:ext>
            </a:extLst>
          </p:cNvPr>
          <p:cNvSpPr/>
          <p:nvPr userDrawn="1"/>
        </p:nvSpPr>
        <p:spPr>
          <a:xfrm>
            <a:off x="0" y="6468238"/>
            <a:ext cx="12190566" cy="38726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1415480" y="6519359"/>
            <a:ext cx="8640959" cy="26813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11607690" y="6531738"/>
            <a:ext cx="445840" cy="24824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7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19359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C2A0C14-8CC0-42FD-8CE9-1E35F0866E14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5890A43-C134-420B-9097-C9A569A47C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1560932-1FD3-464C-A710-A2B477C20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1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325910" y="67587"/>
            <a:ext cx="11530730" cy="44381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33066B-EECE-4FA4-B7CA-261A7D175EB7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F57EB056-07C5-4EDF-AE12-2388056124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7A352B5-5F70-4660-85E9-C59CCEB19E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076329-D9CB-402F-87F4-978B81DA92AB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4B8CF3B3-55EF-446B-AD6D-63382461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B1538FD-2372-4749-8653-B342B03C381C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02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9516" y="6519348"/>
            <a:ext cx="8712968" cy="268139"/>
          </a:xfrm>
        </p:spPr>
        <p:txBody>
          <a:bodyPr/>
          <a:lstStyle>
            <a:lvl1pPr algn="ctr">
              <a:defRPr sz="1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87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29024" y="628648"/>
            <a:ext cx="11521280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35360" y="108290"/>
            <a:ext cx="10972800" cy="4438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5CBE5F3-201D-4485-B451-4A671AB06AE2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D8F35B81-0411-4BA1-A5A1-E930949D4A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1FED27-53F6-4777-907F-F8DBE1D34FA4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9B51CA68-2E01-4290-A1C9-D07E4BA3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DCB6CB-609A-48D4-A222-AEB9A1A35EA2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20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제목만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FDAC71-B89B-469A-8F29-956F5D0F3418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E10D368-B55C-4C70-88A8-DED907DFB2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998B31CE-7B8D-4C10-8A83-571ABE9BD7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05DED02-2D7C-4A9C-9DC2-CE3789C3CB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9FB16FB-F16A-49B9-AC1B-A777E70A6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0555"/>
            <a:ext cx="10441160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2705B8-801F-46DB-B023-73ED6D95E7A4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바닥글 개체 틀 5">
            <a:extLst>
              <a:ext uri="{FF2B5EF4-FFF2-40B4-BE49-F238E27FC236}">
                <a16:creationId xmlns:a16="http://schemas.microsoft.com/office/drawing/2014/main" id="{5B58D994-B6BD-4309-98D9-ACF44C78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4" name="그림 3" descr="그래픽, 그래픽 디자인, 스크린샷, 텍스트이(가) 표시된 사진&#10;&#10;자동 생성된 설명">
            <a:extLst>
              <a:ext uri="{FF2B5EF4-FFF2-40B4-BE49-F238E27FC236}">
                <a16:creationId xmlns:a16="http://schemas.microsoft.com/office/drawing/2014/main" id="{7D94B59C-CF78-6478-7C35-B253D9255E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3" b="9491"/>
          <a:stretch/>
        </p:blipFill>
        <p:spPr>
          <a:xfrm>
            <a:off x="11492865" y="-13991"/>
            <a:ext cx="699135" cy="570531"/>
          </a:xfrm>
          <a:prstGeom prst="rect">
            <a:avLst/>
          </a:prstGeom>
        </p:spPr>
      </p:pic>
      <p:sp>
        <p:nvSpPr>
          <p:cNvPr id="3" name="텍스트 개체 틀 15">
            <a:extLst>
              <a:ext uri="{FF2B5EF4-FFF2-40B4-BE49-F238E27FC236}">
                <a16:creationId xmlns:a16="http://schemas.microsoft.com/office/drawing/2014/main" id="{1DAF98AF-10C4-2E6A-0288-629116172D18}"/>
              </a:ext>
            </a:extLst>
          </p:cNvPr>
          <p:cNvSpPr txBox="1">
            <a:spLocks/>
          </p:cNvSpPr>
          <p:nvPr userDrawn="1"/>
        </p:nvSpPr>
        <p:spPr>
          <a:xfrm>
            <a:off x="8487092" y="19184"/>
            <a:ext cx="3048591" cy="577990"/>
          </a:xfrm>
          <a:prstGeom prst="rect">
            <a:avLst/>
          </a:prstGeom>
        </p:spPr>
        <p:txBody>
          <a:bodyPr lIns="36000" tIns="0" rIns="36000" bIns="0" anchor="ctr"/>
          <a:lstStyle>
            <a:lvl1pPr mar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1800" b="1" kern="1200">
                <a:solidFill>
                  <a:srgbClr val="1E3373"/>
                </a:solidFill>
                <a:latin typeface="+mn-lt"/>
                <a:ea typeface="+mn-ea"/>
                <a:cs typeface="+mn-cs"/>
              </a:defRPr>
            </a:lvl1pPr>
            <a:lvl2pPr marL="514363" indent="-197832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1327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859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4390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0920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52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7398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9051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공력시뮬레이션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및 통합설계 연구실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Aerodynamic Design Optimization Lab.</a:t>
            </a:r>
          </a:p>
        </p:txBody>
      </p:sp>
    </p:spTree>
    <p:extLst>
      <p:ext uri="{BB962C8B-B14F-4D97-AF65-F5344CB8AC3E}">
        <p14:creationId xmlns:p14="http://schemas.microsoft.com/office/powerpoint/2010/main" val="54606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텍스트박스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8D15C9C-91EA-4CF4-BB22-C3180AB9C192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62883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8DB575B-1DD5-4341-BF47-5800AC04B2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1EE934B5-0560-4558-95E6-C9DBE427829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BF39A93-2929-4AB7-B494-9DA07C7E05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6DAA6-1AD3-4439-997C-0C67595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9B8E4-7D8C-4964-9474-AD9A3D2AAAB8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5">
            <a:extLst>
              <a:ext uri="{FF2B5EF4-FFF2-40B4-BE49-F238E27FC236}">
                <a16:creationId xmlns:a16="http://schemas.microsoft.com/office/drawing/2014/main" id="{026A9CF2-532D-46A6-94CF-0BA0AEBB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85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좌제목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C72AC2E-63E2-4BDF-9267-C583416B5E9D}"/>
              </a:ext>
            </a:extLst>
          </p:cNvPr>
          <p:cNvSpPr/>
          <p:nvPr userDrawn="1"/>
        </p:nvSpPr>
        <p:spPr>
          <a:xfrm>
            <a:off x="0" y="0"/>
            <a:ext cx="2622430" cy="6858000"/>
          </a:xfrm>
          <a:prstGeom prst="rect">
            <a:avLst/>
          </a:prstGeom>
          <a:solidFill>
            <a:srgbClr val="1E337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639617" y="42469"/>
            <a:ext cx="9289031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A87D8D0A-099C-4FFD-94CB-C170D7B1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275" y="3618718"/>
            <a:ext cx="1967880" cy="530363"/>
          </a:xfrm>
        </p:spPr>
        <p:txBody>
          <a:bodyPr/>
          <a:lstStyle>
            <a:lvl1pPr>
              <a:defRPr sz="1000">
                <a:solidFill>
                  <a:srgbClr val="F0F0F2"/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0" y="283718"/>
            <a:ext cx="2639616" cy="2425202"/>
          </a:xfrm>
          <a:noFill/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2400">
                <a:solidFill>
                  <a:srgbClr val="F0F0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971935" y="6574282"/>
            <a:ext cx="6785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0F0F2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82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강조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76436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3" name="직선 연결선 12"/>
          <p:cNvCxnSpPr>
            <a:cxnSpLocks/>
          </p:cNvCxnSpPr>
          <p:nvPr userDrawn="1"/>
        </p:nvCxnSpPr>
        <p:spPr>
          <a:xfrm>
            <a:off x="2" y="638266"/>
            <a:ext cx="1220046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제목 10">
            <a:extLst>
              <a:ext uri="{FF2B5EF4-FFF2-40B4-BE49-F238E27FC236}">
                <a16:creationId xmlns:a16="http://schemas.microsoft.com/office/drawing/2014/main" id="{E7812EE4-D319-4C39-9A7B-0738EA83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3533" cy="628830"/>
          </a:xfrm>
          <a:solidFill>
            <a:srgbClr val="396499"/>
          </a:solidFill>
          <a:ln>
            <a:solidFill>
              <a:srgbClr val="396499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7">
            <a:extLst>
              <a:ext uri="{FF2B5EF4-FFF2-40B4-BE49-F238E27FC236}">
                <a16:creationId xmlns:a16="http://schemas.microsoft.com/office/drawing/2014/main" id="{53F89311-B4EF-4883-9957-039F10C35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861" y="6453340"/>
            <a:ext cx="2844800" cy="309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B192EC6C-8783-4515-9F1B-A0AB1D2E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114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>
          <a:xfrm>
            <a:off x="4165600" y="6473233"/>
            <a:ext cx="38608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제목 개체 틀 6"/>
          <p:cNvSpPr>
            <a:spLocks noGrp="1"/>
          </p:cNvSpPr>
          <p:nvPr>
            <p:ph type="title"/>
          </p:nvPr>
        </p:nvSpPr>
        <p:spPr>
          <a:xfrm>
            <a:off x="144712" y="94860"/>
            <a:ext cx="109728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95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633062" rtl="0" eaLnBrk="1" latinLnBrk="1" hangingPunct="1">
        <a:spcBef>
          <a:spcPct val="0"/>
        </a:spcBef>
        <a:buNone/>
        <a:defRPr lang="ko-KR" altLang="en-US" sz="1661" b="1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37398" indent="-237398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6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97832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939" kern="1200">
          <a:solidFill>
            <a:schemeClr val="tx1"/>
          </a:solidFill>
          <a:latin typeface="+mn-lt"/>
          <a:ea typeface="+mn-ea"/>
          <a:cs typeface="+mn-cs"/>
        </a:defRPr>
      </a:lvl2pPr>
      <a:lvl3pPr marL="791327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107859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2439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»"/>
        <a:defRPr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4092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37398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69051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531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062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49593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124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2655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899186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5717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2248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geuns/CFD_Class_Lecture.g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7368" y="385711"/>
            <a:ext cx="11377264" cy="1687273"/>
          </a:xfrm>
        </p:spPr>
        <p:txBody>
          <a:bodyPr/>
          <a:lstStyle/>
          <a:p>
            <a:pPr algn="ctr">
              <a:defRPr/>
            </a:pPr>
            <a:r>
              <a:rPr lang="en-US" altLang="ko-KR" sz="2800" dirty="0"/>
              <a:t>SU2 </a:t>
            </a:r>
            <a:r>
              <a:rPr lang="ko-KR" altLang="en-US" sz="2800" dirty="0"/>
              <a:t>보고서 </a:t>
            </a:r>
            <a:r>
              <a:rPr lang="en-US" altLang="ko-KR" sz="2800" dirty="0"/>
              <a:t>(9</a:t>
            </a:r>
            <a:r>
              <a:rPr lang="ko-KR" altLang="en-US" sz="2800" dirty="0"/>
              <a:t>주차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b="0" dirty="0" err="1"/>
              <a:t>Caradonna_Tung</a:t>
            </a:r>
            <a:r>
              <a:rPr lang="en-US" altLang="ko-KR" sz="2000" b="0" dirty="0"/>
              <a:t>(section)</a:t>
            </a:r>
            <a:r>
              <a:rPr lang="ko-KR" altLang="en-US" sz="2000" b="0" dirty="0"/>
              <a:t>해석 결과</a:t>
            </a:r>
            <a:endParaRPr lang="en-US" altLang="ko-KR" sz="2000" b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908171" y="3707911"/>
            <a:ext cx="6375658" cy="1818089"/>
          </a:xfrm>
        </p:spPr>
        <p:txBody>
          <a:bodyPr/>
          <a:lstStyle/>
          <a:p>
            <a:pPr lvl="0">
              <a:defRPr/>
            </a:pPr>
            <a:r>
              <a:rPr lang="ko-KR" altLang="en-US" dirty="0" err="1"/>
              <a:t>전산유체</a:t>
            </a:r>
            <a:r>
              <a:rPr lang="ko-KR" altLang="en-US" dirty="0"/>
              <a:t> 해석 실습</a:t>
            </a:r>
          </a:p>
          <a:p>
            <a:pPr lvl="0">
              <a:defRPr/>
            </a:pPr>
            <a:r>
              <a:rPr lang="ko-KR" altLang="en-US" dirty="0"/>
              <a:t>청주대학교 항공기계공학과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지도교수</a:t>
            </a:r>
            <a:r>
              <a:rPr lang="en-US" altLang="ko-KR" dirty="0"/>
              <a:t>: </a:t>
            </a:r>
            <a:r>
              <a:rPr lang="ko-KR" altLang="en-US" dirty="0" err="1"/>
              <a:t>임동균</a:t>
            </a:r>
            <a:r>
              <a:rPr lang="ko-KR" altLang="en-US" dirty="0"/>
              <a:t> 교수님</a:t>
            </a:r>
          </a:p>
          <a:p>
            <a:pPr lvl="0">
              <a:defRPr/>
            </a:pPr>
            <a:r>
              <a:rPr lang="en-US" altLang="ko-KR" dirty="0"/>
              <a:t>Due: Nov. 27, 2025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61710" t="77010" r="11920" b="13340"/>
          <a:stretch>
            <a:fillRect/>
          </a:stretch>
        </p:blipFill>
        <p:spPr>
          <a:xfrm>
            <a:off x="5205411" y="5900788"/>
            <a:ext cx="1781175" cy="571501"/>
          </a:xfrm>
          <a:prstGeom prst="rect">
            <a:avLst/>
          </a:prstGeom>
        </p:spPr>
      </p:pic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2908171" y="2723103"/>
            <a:ext cx="6375658" cy="1243734"/>
          </a:xfrm>
        </p:spPr>
        <p:txBody>
          <a:bodyPr/>
          <a:lstStyle/>
          <a:p>
            <a:pPr marL="0" lv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ko-KR" altLang="en-US" sz="2300" dirty="0">
                <a:solidFill>
                  <a:srgbClr val="1E3373"/>
                </a:solidFill>
                <a:latin typeface="맑은 고딕"/>
                <a:ea typeface="맑은 고딕"/>
                <a:cs typeface="맑은 고딕"/>
              </a:rPr>
              <a:t>서 보 근</a:t>
            </a:r>
            <a:br>
              <a:rPr kumimoji="0" lang="en-US" altLang="ko-KR" sz="2300" b="1" i="0" u="none" strike="noStrike" kern="1200" cap="none" spc="0" normalizeH="0" baseline="0" dirty="0">
                <a:solidFill>
                  <a:srgbClr val="1E3373"/>
                </a:solidFill>
                <a:latin typeface="맑은 고딕"/>
                <a:ea typeface="맑은 고딕"/>
                <a:cs typeface="맑은 고딕"/>
              </a:rPr>
            </a:br>
            <a:endParaRPr kumimoji="0" lang="ko-KR" altLang="en-US" sz="2300" b="1" i="0" u="none" strike="noStrike" kern="1200" cap="none" spc="0" normalizeH="0" baseline="0" dirty="0">
              <a:solidFill>
                <a:srgbClr val="1E337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4280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29D4-A9A1-48E5-70E1-E202800E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9F554F9-66B9-3EDF-FA41-B5087015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해석</a:t>
            </a:r>
            <a:r>
              <a:rPr lang="en-US" altLang="ko-KR" dirty="0"/>
              <a:t> </a:t>
            </a:r>
            <a:r>
              <a:rPr lang="ko-KR" altLang="en-US" dirty="0"/>
              <a:t>격자 조건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8BE0C6-1220-31AF-BC49-65BE82E6228E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격자 조건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D3DA7-6E3E-A73F-D415-2C47E1412F5A}"/>
              </a:ext>
            </a:extLst>
          </p:cNvPr>
          <p:cNvSpPr txBox="1"/>
          <p:nvPr/>
        </p:nvSpPr>
        <p:spPr>
          <a:xfrm>
            <a:off x="256585" y="1045809"/>
            <a:ext cx="6803265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 해석에서는 다음과 같은 해석 격자 조건을 적용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5588" indent="-171450">
              <a:buFont typeface="Wingdings" panose="05000000000000000000" pitchFamily="2" charset="2"/>
              <a:buChar char="Ø"/>
            </a:pPr>
            <a:r>
              <a:rPr lang="en-US" altLang="ko-KR" sz="1400" dirty="0"/>
              <a:t>Mesh Definition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NDIME = 2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Flow NELEM ≈ 15,292 (tri), Structure NELEM ≈ 1,000 (quad)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5588" indent="-171450">
              <a:buFont typeface="Wingdings" panose="05000000000000000000" pitchFamily="2" charset="2"/>
              <a:buChar char="Ø"/>
            </a:pPr>
            <a:r>
              <a:rPr lang="en-US" altLang="ko-KR" sz="1400" dirty="0"/>
              <a:t>Solver &amp; Physics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MULTIPHYSICS (flow + structure + mesh)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Flow: INC_NAVIER_STOKES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Structure: ELASTICITY, Neo-Hookean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Interface: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flowbound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↔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feabound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8775" indent="-952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5588" indent="-171450">
              <a:buFont typeface="Wingdings" panose="05000000000000000000" pitchFamily="2" charset="2"/>
              <a:buChar char="Ø"/>
            </a:pPr>
            <a:r>
              <a:rPr lang="en-US" altLang="ko-KR" sz="1400" dirty="0"/>
              <a:t>Flow Free-Stream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Density = 1.0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Velocity = (1.0, 0, 0)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 = 0.001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5588" indent="-171450">
              <a:buFont typeface="Wingdings" panose="05000000000000000000" pitchFamily="2" charset="2"/>
              <a:buChar char="Ø"/>
            </a:pPr>
            <a:r>
              <a:rPr lang="en-US" altLang="ko-KR" sz="1400" dirty="0"/>
              <a:t>Structure Material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Neo-Hookean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Elastic modulus = 5.0E4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Poisson ratio = 0.35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Plane-strain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092844-7EAA-5E55-2B82-511CCC64FD55}"/>
              </a:ext>
            </a:extLst>
          </p:cNvPr>
          <p:cNvSpPr txBox="1"/>
          <p:nvPr/>
        </p:nvSpPr>
        <p:spPr>
          <a:xfrm>
            <a:off x="10393638" y="3115606"/>
            <a:ext cx="1613063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1 </a:t>
            </a:r>
            <a:r>
              <a:rPr lang="ko-KR" altLang="en-US" sz="900" dirty="0"/>
              <a:t>해석 결과 </a:t>
            </a:r>
            <a:r>
              <a:rPr lang="en-US" altLang="ko-KR" sz="900" dirty="0"/>
              <a:t>[wireframe]</a:t>
            </a:r>
            <a:endParaRPr lang="ko-KR" alt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6E8611-67B3-0F03-F7E2-3466A44CD7FC}"/>
              </a:ext>
            </a:extLst>
          </p:cNvPr>
          <p:cNvSpPr txBox="1"/>
          <p:nvPr/>
        </p:nvSpPr>
        <p:spPr>
          <a:xfrm>
            <a:off x="9916998" y="5867219"/>
            <a:ext cx="20897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2 </a:t>
            </a:r>
            <a:r>
              <a:rPr lang="ko-KR" altLang="en-US" sz="900" dirty="0"/>
              <a:t>해석 결과 확대 </a:t>
            </a:r>
            <a:r>
              <a:rPr lang="en-US" altLang="ko-KR" sz="900" dirty="0"/>
              <a:t>[wireframe]</a:t>
            </a:r>
            <a:endParaRPr lang="ko-KR" altLang="en-US" sz="90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D79DE1F-20B5-259B-35FD-C8502FB1A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622" y="2030734"/>
            <a:ext cx="6081793" cy="91800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EC3B046-4AF7-A1AE-DB95-F283749D7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585" y="759948"/>
            <a:ext cx="584116" cy="1270786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054DB530-7BB2-4DFC-9F3F-07A068ACB85C}"/>
              </a:ext>
            </a:extLst>
          </p:cNvPr>
          <p:cNvSpPr/>
          <p:nvPr/>
        </p:nvSpPr>
        <p:spPr>
          <a:xfrm>
            <a:off x="8623578" y="2489737"/>
            <a:ext cx="617639" cy="416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13F6FD35-2EF9-458B-61E1-B6CE7F325B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0295"/>
          <a:stretch>
            <a:fillRect/>
          </a:stretch>
        </p:blipFill>
        <p:spPr>
          <a:xfrm>
            <a:off x="9426804" y="3536012"/>
            <a:ext cx="2390195" cy="211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9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32C0-AAC8-ED54-003E-30EECA94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5EFCA47-414B-8901-CD69-3E16D5F1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해석</a:t>
            </a:r>
            <a:r>
              <a:rPr lang="en-US" altLang="ko-KR" dirty="0"/>
              <a:t> </a:t>
            </a:r>
            <a:r>
              <a:rPr lang="ko-KR" altLang="en-US" dirty="0"/>
              <a:t>결과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6E8E4F-AA7C-CA05-C5B6-92B554132D41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235078-4899-3907-8B83-D17A2CAD05DF}"/>
              </a:ext>
            </a:extLst>
          </p:cNvPr>
          <p:cNvSpPr txBox="1"/>
          <p:nvPr/>
        </p:nvSpPr>
        <p:spPr>
          <a:xfrm>
            <a:off x="191372" y="1260643"/>
            <a:ext cx="801937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결과 분석</a:t>
            </a:r>
            <a:endParaRPr lang="en-US" altLang="ko-KR" sz="1400" b="1" dirty="0"/>
          </a:p>
          <a:p>
            <a:pPr marL="263525" indent="-84138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본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FSI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해석을 통해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캔틸레버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구조물에 작용하는 유동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구조 상호작용을 직접 확인할 수 있었다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ECFF55-7FD3-FA6A-232A-4DACB1C7DC4F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E9C032E-E305-E7CC-3138-726125AE9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572909"/>
              </p:ext>
            </p:extLst>
          </p:nvPr>
        </p:nvGraphicFramePr>
        <p:xfrm>
          <a:off x="256585" y="2125943"/>
          <a:ext cx="10515600" cy="1195896"/>
        </p:xfrm>
        <a:graphic>
          <a:graphicData uri="http://schemas.openxmlformats.org/drawingml/2006/table">
            <a:tbl>
              <a:tblPr/>
              <a:tblGrid>
                <a:gridCol w="1279984">
                  <a:extLst>
                    <a:ext uri="{9D8B030D-6E8A-4147-A177-3AD203B41FA5}">
                      <a16:colId xmlns:a16="http://schemas.microsoft.com/office/drawing/2014/main" val="64942996"/>
                    </a:ext>
                  </a:extLst>
                </a:gridCol>
                <a:gridCol w="9235616">
                  <a:extLst>
                    <a:ext uri="{9D8B030D-6E8A-4147-A177-3AD203B41FA5}">
                      <a16:colId xmlns:a16="http://schemas.microsoft.com/office/drawing/2014/main" val="3009430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354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dirty="0"/>
                        <a:t>유동 영향</a:t>
                      </a:r>
                      <a:endParaRPr lang="ko-KR" altLang="en-US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유입 유동이 </a:t>
                      </a:r>
                      <a:r>
                        <a:rPr lang="ko-KR" altLang="en-US" sz="900" b="0" dirty="0" err="1"/>
                        <a:t>캔틸레버에</a:t>
                      </a:r>
                      <a:r>
                        <a:rPr lang="ko-KR" altLang="en-US" sz="900" b="0" dirty="0"/>
                        <a:t> 충돌하면서 속도 분포가 비대칭적으로 형성되고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압력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 err="1"/>
                        <a:t>전단력이</a:t>
                      </a:r>
                      <a:r>
                        <a:rPr lang="ko-KR" altLang="en-US" sz="900" b="0" dirty="0"/>
                        <a:t> 구조물 표면에 전달됨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699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구조 변형</a:t>
                      </a:r>
                      <a:endParaRPr lang="ko-KR" altLang="en-US" sz="9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전달된 유동 하중으로 인해 </a:t>
                      </a:r>
                      <a:r>
                        <a:rPr lang="ko-KR" altLang="en-US" sz="900" b="0" dirty="0" err="1"/>
                        <a:t>캔틸레버가</a:t>
                      </a:r>
                      <a:r>
                        <a:rPr lang="ko-KR" altLang="en-US" sz="900" b="0" dirty="0"/>
                        <a:t> 하류 방향으로 굽혀지는 변형이 발생함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867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메쉬 변형</a:t>
                      </a:r>
                      <a:r>
                        <a:rPr lang="en-US" altLang="ko-KR" sz="900" b="1"/>
                        <a:t>(</a:t>
                      </a:r>
                      <a:r>
                        <a:rPr lang="en-US" sz="900" b="1"/>
                        <a:t>ALE)</a:t>
                      </a:r>
                      <a:endParaRPr lang="en-US" sz="9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구조물이 변하면서 주변 유동 격자가 자연스럽게 변형되어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유동장이 구조 변형을 지속적으로 반영함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82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/>
                        <a:t>연성 효과</a:t>
                      </a:r>
                      <a:endParaRPr lang="ko-KR" altLang="en-US" sz="9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구조가 휘면 → 유동장이 바뀌고 → 바뀐 유동장이 다시 구조 변형을 유도하는 양방향 </a:t>
                      </a:r>
                      <a:r>
                        <a:rPr lang="en-US" altLang="ko-KR" sz="900" b="0" dirty="0"/>
                        <a:t>FSI </a:t>
                      </a:r>
                      <a:r>
                        <a:rPr lang="ko-KR" altLang="en-US" sz="900" b="0" dirty="0"/>
                        <a:t>상호작용을 확인할 수 있었음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89708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4A7A60D-83C6-7A64-9285-0314729DA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10698"/>
              </p:ext>
            </p:extLst>
          </p:nvPr>
        </p:nvGraphicFramePr>
        <p:xfrm>
          <a:off x="191372" y="3663920"/>
          <a:ext cx="10515600" cy="967296"/>
        </p:xfrm>
        <a:graphic>
          <a:graphicData uri="http://schemas.openxmlformats.org/drawingml/2006/table">
            <a:tbl>
              <a:tblPr/>
              <a:tblGrid>
                <a:gridCol w="3673362">
                  <a:extLst>
                    <a:ext uri="{9D8B030D-6E8A-4147-A177-3AD203B41FA5}">
                      <a16:colId xmlns:a16="http://schemas.microsoft.com/office/drawing/2014/main" val="3618937094"/>
                    </a:ext>
                  </a:extLst>
                </a:gridCol>
                <a:gridCol w="6842238">
                  <a:extLst>
                    <a:ext uri="{9D8B030D-6E8A-4147-A177-3AD203B41FA5}">
                      <a16:colId xmlns:a16="http://schemas.microsoft.com/office/drawing/2014/main" val="3033583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요약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/>
                        <a:t>1) </a:t>
                      </a:r>
                      <a:r>
                        <a:rPr lang="ko-KR" altLang="en-US" sz="900" b="0" dirty="0"/>
                        <a:t>유동장이 구조물에 하중을 전달하는 현상 확인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속도 분포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빨간 고속 </a:t>
                      </a:r>
                      <a:r>
                        <a:rPr lang="en-US" altLang="ko-KR" sz="900" b="0" dirty="0"/>
                        <a:t>/ </a:t>
                      </a:r>
                      <a:r>
                        <a:rPr lang="ko-KR" altLang="en-US" sz="900" b="0" dirty="0"/>
                        <a:t>파란 저속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에서 충돌 위치 근처가 가장 크게 변화함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995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 dirty="0"/>
                        <a:t>2) </a:t>
                      </a:r>
                      <a:r>
                        <a:rPr lang="ko-KR" altLang="en-US" sz="900" b="0" dirty="0"/>
                        <a:t>구조 </a:t>
                      </a:r>
                      <a:r>
                        <a:rPr lang="ko-KR" altLang="en-US" sz="900" b="0" dirty="0" err="1"/>
                        <a:t>변형량이</a:t>
                      </a:r>
                      <a:r>
                        <a:rPr lang="ko-KR" altLang="en-US" sz="900" b="0" dirty="0"/>
                        <a:t> 유동 경로를 다시 바꾸는 연성 거동 확인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 err="1"/>
                        <a:t>캔틸레버가</a:t>
                      </a:r>
                      <a:r>
                        <a:rPr lang="ko-KR" altLang="en-US" sz="900" b="0" dirty="0"/>
                        <a:t> 휘면서 유로가 살짝 넓어지고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그 변화가 속도장에 반영됨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358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0"/>
                        <a:t>3) SU2</a:t>
                      </a:r>
                      <a:r>
                        <a:rPr lang="ko-KR" altLang="en-US" sz="900" b="0"/>
                        <a:t>의 정적 </a:t>
                      </a:r>
                      <a:r>
                        <a:rPr lang="en-US" altLang="ko-KR" sz="900" b="0"/>
                        <a:t>FSI </a:t>
                      </a:r>
                      <a:r>
                        <a:rPr lang="ko-KR" altLang="en-US" sz="900" b="0"/>
                        <a:t>계산이 안정적으로 수렴했음을 확인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0" dirty="0"/>
                        <a:t>외력</a:t>
                      </a:r>
                      <a:r>
                        <a:rPr lang="en-US" altLang="ko-KR" sz="900" b="0" dirty="0"/>
                        <a:t>–</a:t>
                      </a:r>
                      <a:r>
                        <a:rPr lang="ko-KR" altLang="en-US" sz="900" b="0" dirty="0"/>
                        <a:t>내력 균형점에서 변형이 멈추는 </a:t>
                      </a:r>
                      <a:r>
                        <a:rPr lang="en-US" altLang="ko-KR" sz="900" b="0" dirty="0"/>
                        <a:t>steady-state </a:t>
                      </a:r>
                      <a:r>
                        <a:rPr lang="ko-KR" altLang="en-US" sz="900" b="0" dirty="0"/>
                        <a:t>양상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71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31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F91B-35DA-3121-9351-AF9AA6CF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1A9BAA8-98B3-A899-F2AA-A07FB19A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해석</a:t>
            </a:r>
            <a:r>
              <a:rPr lang="en-US" altLang="ko-KR" dirty="0"/>
              <a:t> </a:t>
            </a:r>
            <a:r>
              <a:rPr lang="ko-KR" altLang="en-US" dirty="0"/>
              <a:t>격자 조건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3DADD8-A54A-D59D-09DD-AE3EE31F65CD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격자 조건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8B2F3-0EF3-F5B6-62FA-C71E506C0093}"/>
              </a:ext>
            </a:extLst>
          </p:cNvPr>
          <p:cNvSpPr txBox="1"/>
          <p:nvPr/>
        </p:nvSpPr>
        <p:spPr>
          <a:xfrm>
            <a:off x="149882" y="1045809"/>
            <a:ext cx="6803265" cy="510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 해석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예제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에서는 다음과 같은 해석 격자 조건을 적용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File name: mesh_caradonna_tung.su2</a:t>
            </a:r>
          </a:p>
          <a:p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Mesh 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NDIME =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NELEM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326085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COMPRESSIBLE AND INCOMPRESSIBLE FREE-STREAM 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MACH_NUMBER=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AOA=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SIDESLIP_ANGLE=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FREESTREAM_PRESSURE= 101325.0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FREESTREAM_TEMPERATURE= 288.15</a:t>
            </a:r>
          </a:p>
          <a:p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DYNAMIC MESH DEFINITION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GRID_MOVEMENT= ROTATING_FRAME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MACH_MOTION= 0.877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MOTION_ORIGIN= 0.0 0.0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ROTATION_RATE = 261.79938779914943 0.0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MULTIGRID PARAMETERS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MGLEVEL=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MGCYCLE= W_CYCLE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MG_PRE_SMOOTH= ( 1, 2, 3, 3 )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MG_POST_SMOOTH= ( 0, 0, 0, 0 )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MG_CORRECTION_SMOOTH= ( 0, 0, 0, 0 )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MG_DAMP_RESTRICTION= 0.9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MG_DAMP_PROLONGATION= 0.9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FDBF0-C0EC-3952-15A9-D0AA508F8634}"/>
              </a:ext>
            </a:extLst>
          </p:cNvPr>
          <p:cNvSpPr txBox="1"/>
          <p:nvPr/>
        </p:nvSpPr>
        <p:spPr>
          <a:xfrm>
            <a:off x="3551514" y="2809066"/>
            <a:ext cx="3571875" cy="24622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92D050"/>
                </a:solidFill>
              </a:rPr>
              <a:t>MACH=0 </a:t>
            </a:r>
            <a:r>
              <a:rPr lang="ko-KR" altLang="en-US" sz="1000" dirty="0">
                <a:solidFill>
                  <a:srgbClr val="92D050"/>
                </a:solidFill>
              </a:rPr>
              <a:t>은 제자리 비행을 뜻한다</a:t>
            </a:r>
            <a:r>
              <a:rPr lang="en-US" altLang="ko-KR" sz="1000" dirty="0">
                <a:solidFill>
                  <a:srgbClr val="92D050"/>
                </a:solidFill>
              </a:rPr>
              <a:t>. (AOA</a:t>
            </a:r>
            <a:r>
              <a:rPr lang="ko-KR" altLang="en-US" sz="1000" dirty="0">
                <a:solidFill>
                  <a:srgbClr val="92D050"/>
                </a:solidFill>
              </a:rPr>
              <a:t>도 마찬가지</a:t>
            </a:r>
            <a:r>
              <a:rPr lang="en-US" altLang="ko-KR" sz="1000" dirty="0">
                <a:solidFill>
                  <a:srgbClr val="92D050"/>
                </a:solidFill>
              </a:rPr>
              <a:t>)</a:t>
            </a:r>
            <a:endParaRPr lang="ko-KR" altLang="en-US" sz="1000" dirty="0">
              <a:solidFill>
                <a:srgbClr val="92D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861BA-0D89-A2AE-8170-DA1CFD6B85D2}"/>
              </a:ext>
            </a:extLst>
          </p:cNvPr>
          <p:cNvSpPr txBox="1"/>
          <p:nvPr/>
        </p:nvSpPr>
        <p:spPr>
          <a:xfrm>
            <a:off x="3566367" y="3477351"/>
            <a:ext cx="3849411" cy="400110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92D050"/>
                </a:solidFill>
              </a:rPr>
              <a:t>호버링일때는</a:t>
            </a:r>
            <a:r>
              <a:rPr lang="ko-KR" altLang="en-US" sz="1000" dirty="0">
                <a:solidFill>
                  <a:srgbClr val="92D050"/>
                </a:solidFill>
              </a:rPr>
              <a:t> </a:t>
            </a:r>
            <a:r>
              <a:rPr lang="ko-KR" altLang="en-US" sz="1000" dirty="0" err="1">
                <a:solidFill>
                  <a:srgbClr val="92D050"/>
                </a:solidFill>
              </a:rPr>
              <a:t>로터블레이드는</a:t>
            </a:r>
            <a:r>
              <a:rPr lang="ko-KR" altLang="en-US" sz="1000" dirty="0">
                <a:solidFill>
                  <a:srgbClr val="92D050"/>
                </a:solidFill>
              </a:rPr>
              <a:t> 가만히 있고</a:t>
            </a:r>
            <a:r>
              <a:rPr lang="en-US" altLang="ko-KR" sz="1000" dirty="0">
                <a:solidFill>
                  <a:srgbClr val="92D050"/>
                </a:solidFill>
              </a:rPr>
              <a:t>, </a:t>
            </a:r>
            <a:r>
              <a:rPr lang="ko-KR" altLang="en-US" sz="1000" dirty="0">
                <a:solidFill>
                  <a:srgbClr val="92D050"/>
                </a:solidFill>
              </a:rPr>
              <a:t>공기만 돌려도 된다</a:t>
            </a:r>
            <a:r>
              <a:rPr lang="en-US" altLang="ko-KR" sz="1000" dirty="0">
                <a:solidFill>
                  <a:srgbClr val="92D050"/>
                </a:solidFill>
              </a:rPr>
              <a:t>. (Frame</a:t>
            </a:r>
            <a:r>
              <a:rPr lang="ko-KR" altLang="en-US" sz="1000" dirty="0">
                <a:solidFill>
                  <a:srgbClr val="92D050"/>
                </a:solidFill>
              </a:rPr>
              <a:t>을 </a:t>
            </a:r>
            <a:r>
              <a:rPr lang="ko-KR" altLang="en-US" sz="1000" dirty="0" err="1">
                <a:solidFill>
                  <a:srgbClr val="92D050"/>
                </a:solidFill>
              </a:rPr>
              <a:t>돌리는게</a:t>
            </a:r>
            <a:r>
              <a:rPr lang="ko-KR" altLang="en-US" sz="1000" dirty="0">
                <a:solidFill>
                  <a:srgbClr val="92D050"/>
                </a:solidFill>
              </a:rPr>
              <a:t> 공기만 </a:t>
            </a:r>
            <a:r>
              <a:rPr lang="ko-KR" altLang="en-US" sz="1000" dirty="0" err="1">
                <a:solidFill>
                  <a:srgbClr val="92D050"/>
                </a:solidFill>
              </a:rPr>
              <a:t>돌아감</a:t>
            </a:r>
            <a:r>
              <a:rPr lang="en-US" altLang="ko-KR" sz="1000" dirty="0">
                <a:solidFill>
                  <a:srgbClr val="92D050"/>
                </a:solidFill>
              </a:rPr>
              <a:t>)</a:t>
            </a:r>
            <a:endParaRPr lang="ko-KR" altLang="en-US" sz="1000" dirty="0">
              <a:solidFill>
                <a:srgbClr val="92D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5668B-A371-8517-E246-7AD736994C36}"/>
              </a:ext>
            </a:extLst>
          </p:cNvPr>
          <p:cNvSpPr txBox="1"/>
          <p:nvPr/>
        </p:nvSpPr>
        <p:spPr>
          <a:xfrm>
            <a:off x="3565057" y="4245680"/>
            <a:ext cx="3571875" cy="24622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92D050"/>
                </a:solidFill>
              </a:rPr>
              <a:t>돌아가는 축이 아닌 회전 축을 기준으로 적용한다</a:t>
            </a:r>
            <a:r>
              <a:rPr lang="en-US" altLang="ko-KR" sz="1000" dirty="0">
                <a:solidFill>
                  <a:srgbClr val="92D050"/>
                </a:solidFill>
              </a:rPr>
              <a:t>.</a:t>
            </a:r>
            <a:endParaRPr lang="ko-KR" altLang="en-US" sz="1000" dirty="0">
              <a:solidFill>
                <a:srgbClr val="92D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A27B49-3F4A-CE44-890A-48B6B2A4D9E3}"/>
              </a:ext>
            </a:extLst>
          </p:cNvPr>
          <p:cNvSpPr txBox="1"/>
          <p:nvPr/>
        </p:nvSpPr>
        <p:spPr>
          <a:xfrm>
            <a:off x="3551513" y="3922515"/>
            <a:ext cx="3571875" cy="24622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92D050"/>
                </a:solidFill>
              </a:rPr>
              <a:t># UH-60</a:t>
            </a:r>
            <a:r>
              <a:rPr lang="ko-KR" altLang="en-US" sz="1000" dirty="0">
                <a:solidFill>
                  <a:srgbClr val="92D050"/>
                </a:solidFill>
              </a:rPr>
              <a:t>이 </a:t>
            </a:r>
            <a:r>
              <a:rPr lang="en-US" altLang="ko-KR" sz="1000" dirty="0">
                <a:solidFill>
                  <a:srgbClr val="92D050"/>
                </a:solidFill>
              </a:rPr>
              <a:t>0.877 </a:t>
            </a:r>
            <a:r>
              <a:rPr lang="ko-KR" altLang="en-US" sz="1000" dirty="0">
                <a:solidFill>
                  <a:srgbClr val="92D050"/>
                </a:solidFill>
              </a:rPr>
              <a:t>이어서 그 숫자를 사용했다</a:t>
            </a:r>
            <a:r>
              <a:rPr lang="en-US" altLang="ko-KR" sz="1000" dirty="0">
                <a:solidFill>
                  <a:srgbClr val="92D050"/>
                </a:solidFill>
              </a:rPr>
              <a:t>.</a:t>
            </a:r>
            <a:endParaRPr lang="ko-KR" altLang="en-US" sz="1000" dirty="0">
              <a:solidFill>
                <a:srgbClr val="92D05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CD1A9FC-1651-6036-1DBC-2D9A3A71D06E}"/>
              </a:ext>
            </a:extLst>
          </p:cNvPr>
          <p:cNvCxnSpPr>
            <a:endCxn id="6" idx="1"/>
          </p:cNvCxnSpPr>
          <p:nvPr/>
        </p:nvCxnSpPr>
        <p:spPr>
          <a:xfrm>
            <a:off x="1895475" y="2809066"/>
            <a:ext cx="1656038" cy="123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4284E46-5692-00AD-6EC9-1EB19AF525F8}"/>
              </a:ext>
            </a:extLst>
          </p:cNvPr>
          <p:cNvCxnSpPr/>
          <p:nvPr/>
        </p:nvCxnSpPr>
        <p:spPr>
          <a:xfrm flipV="1">
            <a:off x="2838450" y="3677406"/>
            <a:ext cx="713063" cy="200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8D474C4-A158-A321-3D1B-D276C353B005}"/>
              </a:ext>
            </a:extLst>
          </p:cNvPr>
          <p:cNvCxnSpPr/>
          <p:nvPr/>
        </p:nvCxnSpPr>
        <p:spPr>
          <a:xfrm>
            <a:off x="1895475" y="4045625"/>
            <a:ext cx="1571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3B463E8-9C36-9764-5346-33A305521244}"/>
              </a:ext>
            </a:extLst>
          </p:cNvPr>
          <p:cNvCxnSpPr/>
          <p:nvPr/>
        </p:nvCxnSpPr>
        <p:spPr>
          <a:xfrm>
            <a:off x="3371850" y="4368790"/>
            <a:ext cx="1796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FCBF3E0-C1EA-B2C9-6D0C-45797A512652}"/>
              </a:ext>
            </a:extLst>
          </p:cNvPr>
          <p:cNvSpPr txBox="1"/>
          <p:nvPr/>
        </p:nvSpPr>
        <p:spPr>
          <a:xfrm>
            <a:off x="3641257" y="4851298"/>
            <a:ext cx="4321643" cy="861774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92D050"/>
                </a:solidFill>
              </a:rPr>
              <a:t>MGCYCLE</a:t>
            </a:r>
            <a:r>
              <a:rPr lang="ko-KR" altLang="en-US" sz="1000" dirty="0">
                <a:solidFill>
                  <a:srgbClr val="92D050"/>
                </a:solidFill>
              </a:rPr>
              <a:t>은 </a:t>
            </a:r>
            <a:r>
              <a:rPr lang="en-US" altLang="ko-KR" sz="1000" dirty="0">
                <a:solidFill>
                  <a:srgbClr val="92D050"/>
                </a:solidFill>
              </a:rPr>
              <a:t>V </a:t>
            </a:r>
            <a:r>
              <a:rPr lang="ko-KR" altLang="en-US" sz="1000" dirty="0">
                <a:solidFill>
                  <a:srgbClr val="92D050"/>
                </a:solidFill>
              </a:rPr>
              <a:t>또는 </a:t>
            </a:r>
            <a:r>
              <a:rPr lang="en-US" altLang="ko-KR" sz="1000" dirty="0">
                <a:solidFill>
                  <a:srgbClr val="92D050"/>
                </a:solidFill>
              </a:rPr>
              <a:t>W</a:t>
            </a:r>
            <a:r>
              <a:rPr lang="ko-KR" altLang="en-US" sz="1000" dirty="0">
                <a:solidFill>
                  <a:srgbClr val="92D050"/>
                </a:solidFill>
              </a:rPr>
              <a:t>를 씀</a:t>
            </a:r>
            <a:r>
              <a:rPr lang="en-US" altLang="ko-KR" sz="1000" dirty="0">
                <a:solidFill>
                  <a:srgbClr val="92D050"/>
                </a:solidFill>
              </a:rPr>
              <a:t>. (</a:t>
            </a:r>
            <a:r>
              <a:rPr lang="ko-KR" altLang="en-US" sz="1000" dirty="0">
                <a:solidFill>
                  <a:srgbClr val="92D050"/>
                </a:solidFill>
              </a:rPr>
              <a:t>격자를 </a:t>
            </a:r>
            <a:r>
              <a:rPr lang="en-US" altLang="ko-KR" sz="1000" dirty="0">
                <a:solidFill>
                  <a:srgbClr val="92D050"/>
                </a:solidFill>
              </a:rPr>
              <a:t>fine </a:t>
            </a:r>
            <a:r>
              <a:rPr lang="ko-KR" altLang="en-US" sz="1000" dirty="0">
                <a:solidFill>
                  <a:srgbClr val="92D050"/>
                </a:solidFill>
              </a:rPr>
              <a:t>하게 쪼개서 다시 합치는 과정</a:t>
            </a:r>
            <a:endParaRPr lang="en-US" altLang="ko-KR" sz="1000" dirty="0">
              <a:solidFill>
                <a:srgbClr val="92D050"/>
              </a:solidFill>
            </a:endParaRPr>
          </a:p>
          <a:p>
            <a:endParaRPr lang="en-US" altLang="ko-KR" sz="1000" dirty="0">
              <a:solidFill>
                <a:srgbClr val="92D050"/>
              </a:solidFill>
            </a:endParaRPr>
          </a:p>
          <a:p>
            <a:r>
              <a:rPr lang="en-US" altLang="ko-KR" sz="1000" dirty="0">
                <a:solidFill>
                  <a:srgbClr val="92D050"/>
                </a:solidFill>
              </a:rPr>
              <a:t>*mesh point</a:t>
            </a:r>
            <a:r>
              <a:rPr lang="ko-KR" altLang="en-US" sz="1000" dirty="0">
                <a:solidFill>
                  <a:srgbClr val="92D050"/>
                </a:solidFill>
              </a:rPr>
              <a:t>를 듬성듬성하게 쪼갰다가 다시 </a:t>
            </a:r>
            <a:r>
              <a:rPr lang="en-US" altLang="ko-KR" sz="1000" dirty="0">
                <a:solidFill>
                  <a:srgbClr val="92D050"/>
                </a:solidFill>
              </a:rPr>
              <a:t>fine</a:t>
            </a:r>
            <a:r>
              <a:rPr lang="ko-KR" altLang="en-US" sz="1000" dirty="0">
                <a:solidFill>
                  <a:srgbClr val="92D050"/>
                </a:solidFill>
              </a:rPr>
              <a:t>하게 풀어 </a:t>
            </a:r>
            <a:r>
              <a:rPr lang="ko-KR" altLang="en-US" sz="1000" dirty="0" err="1">
                <a:solidFill>
                  <a:srgbClr val="92D050"/>
                </a:solidFill>
              </a:rPr>
              <a:t>내는게</a:t>
            </a:r>
            <a:r>
              <a:rPr lang="ko-KR" altLang="en-US" sz="1000" dirty="0">
                <a:solidFill>
                  <a:srgbClr val="92D050"/>
                </a:solidFill>
              </a:rPr>
              <a:t> </a:t>
            </a:r>
            <a:endParaRPr lang="en-US" altLang="ko-KR" sz="1000" dirty="0">
              <a:solidFill>
                <a:srgbClr val="92D050"/>
              </a:solidFill>
            </a:endParaRPr>
          </a:p>
          <a:p>
            <a:r>
              <a:rPr lang="ko-KR" altLang="en-US" sz="1000" dirty="0">
                <a:solidFill>
                  <a:srgbClr val="92D050"/>
                </a:solidFill>
              </a:rPr>
              <a:t>수렴하는 속도가 훨씬 빠르다</a:t>
            </a:r>
            <a:r>
              <a:rPr lang="en-US" altLang="ko-KR" sz="1000" dirty="0">
                <a:solidFill>
                  <a:srgbClr val="92D050"/>
                </a:solidFill>
              </a:rPr>
              <a:t>.</a:t>
            </a:r>
            <a:endParaRPr lang="ko-KR" altLang="en-US" sz="1000" dirty="0">
              <a:solidFill>
                <a:srgbClr val="92D050"/>
              </a:solidFill>
            </a:endParaRPr>
          </a:p>
          <a:p>
            <a:endParaRPr lang="ko-KR" altLang="en-US" sz="1000" dirty="0">
              <a:solidFill>
                <a:srgbClr val="92D05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C757C28-89BC-7A3E-396B-4B2434529605}"/>
              </a:ext>
            </a:extLst>
          </p:cNvPr>
          <p:cNvCxnSpPr>
            <a:endCxn id="22" idx="1"/>
          </p:cNvCxnSpPr>
          <p:nvPr/>
        </p:nvCxnSpPr>
        <p:spPr>
          <a:xfrm>
            <a:off x="1895475" y="5184044"/>
            <a:ext cx="1745782" cy="98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72CE50D-73FC-068D-4C64-26BA75E013A9}"/>
              </a:ext>
            </a:extLst>
          </p:cNvPr>
          <p:cNvSpPr txBox="1"/>
          <p:nvPr/>
        </p:nvSpPr>
        <p:spPr>
          <a:xfrm>
            <a:off x="9969432" y="3234620"/>
            <a:ext cx="1613063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3 </a:t>
            </a:r>
            <a:r>
              <a:rPr lang="ko-KR" altLang="en-US" sz="900" dirty="0"/>
              <a:t>해석 결과 </a:t>
            </a:r>
            <a:r>
              <a:rPr lang="en-US" altLang="ko-KR" sz="900" dirty="0"/>
              <a:t>[wireframe]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DC9575-C03E-1D39-EBAF-36C025BB2100}"/>
              </a:ext>
            </a:extLst>
          </p:cNvPr>
          <p:cNvSpPr txBox="1"/>
          <p:nvPr/>
        </p:nvSpPr>
        <p:spPr>
          <a:xfrm>
            <a:off x="10116182" y="5449769"/>
            <a:ext cx="1909113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4 </a:t>
            </a:r>
            <a:r>
              <a:rPr lang="ko-KR" altLang="en-US" sz="900" dirty="0"/>
              <a:t>해석 결과 확대 </a:t>
            </a:r>
            <a:r>
              <a:rPr lang="en-US" altLang="ko-KR" sz="900" dirty="0"/>
              <a:t>[wireframe] </a:t>
            </a:r>
            <a:endParaRPr lang="ko-KR" alt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83D51C-1E40-432D-069A-5408DF120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963" y="1177398"/>
            <a:ext cx="1624458" cy="202925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DCC3D2-EE62-9667-5CCA-4AA7B3591A6C}"/>
              </a:ext>
            </a:extLst>
          </p:cNvPr>
          <p:cNvSpPr/>
          <p:nvPr/>
        </p:nvSpPr>
        <p:spPr>
          <a:xfrm>
            <a:off x="9960005" y="1928706"/>
            <a:ext cx="880820" cy="484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9AD1D3C-D391-5E51-607D-9CF196EE5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801" y="2170984"/>
            <a:ext cx="457729" cy="10021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8F7C510-A1A4-19EF-4313-616D6559B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3528" y="3961933"/>
            <a:ext cx="2999002" cy="122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9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7AFF3-65F8-4B6A-EA42-9789C158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C34E28B-2EC4-3850-FF0E-3F985180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해석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3A990-C159-6EB0-8D95-9B93AB30CD7A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과정</a:t>
            </a:r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01BCD2-0A8A-3895-99A6-2E21126B2059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그림 3" descr="측정 스틱, 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9BAA19-53FD-8C38-A210-1A3B695CF1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9097" y="1695988"/>
            <a:ext cx="2471754" cy="12657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D5CBC6-B407-926B-A12B-7D862D2A30CD}"/>
              </a:ext>
            </a:extLst>
          </p:cNvPr>
          <p:cNvSpPr txBox="1"/>
          <p:nvPr/>
        </p:nvSpPr>
        <p:spPr>
          <a:xfrm>
            <a:off x="10403065" y="2968614"/>
            <a:ext cx="1613063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5 Wing section</a:t>
            </a:r>
            <a:endParaRPr lang="ko-KR" altLang="en-US" sz="9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A61FCF1-6E15-9079-3630-444285224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899005"/>
              </p:ext>
            </p:extLst>
          </p:nvPr>
        </p:nvGraphicFramePr>
        <p:xfrm>
          <a:off x="331149" y="1338916"/>
          <a:ext cx="8991960" cy="4351336"/>
        </p:xfrm>
        <a:graphic>
          <a:graphicData uri="http://schemas.openxmlformats.org/drawingml/2006/table">
            <a:tbl>
              <a:tblPr/>
              <a:tblGrid>
                <a:gridCol w="2891110">
                  <a:extLst>
                    <a:ext uri="{9D8B030D-6E8A-4147-A177-3AD203B41FA5}">
                      <a16:colId xmlns:a16="http://schemas.microsoft.com/office/drawing/2014/main" val="410388563"/>
                    </a:ext>
                  </a:extLst>
                </a:gridCol>
                <a:gridCol w="6100850">
                  <a:extLst>
                    <a:ext uri="{9D8B030D-6E8A-4147-A177-3AD203B41FA5}">
                      <a16:colId xmlns:a16="http://schemas.microsoft.com/office/drawing/2014/main" val="3227208653"/>
                    </a:ext>
                  </a:extLst>
                </a:gridCol>
              </a:tblGrid>
              <a:tr h="236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항목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내용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870367"/>
                  </a:ext>
                </a:extLst>
              </a:tr>
              <a:tr h="55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1)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계산 영역 및 </a:t>
                      </a:r>
                      <a:r>
                        <a:rPr lang="ko-KR" altLang="en-US" sz="1000" b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메쉬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구성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로터 단일 블레이드를 중심으로 회전익 형상을 재구성하고</a:t>
                      </a:r>
                      <a:r>
                        <a:rPr lang="en-US" altLang="ko-KR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주변 유동장을 포함하는 실린더 형태의 격자를 생성함</a:t>
                      </a:r>
                      <a:r>
                        <a:rPr lang="en-US" altLang="ko-KR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블레이드 주변은 조밀한 삼각 격자를 배치해 압력 변화와 경계층 형상을 충분히 잡도록 구성함</a:t>
                      </a:r>
                      <a:r>
                        <a:rPr lang="en-US" altLang="ko-KR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.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398606"/>
                  </a:ext>
                </a:extLst>
              </a:tr>
              <a:tr h="55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2) </a:t>
                      </a:r>
                      <a:r>
                        <a:rPr lang="ko-KR" altLang="en-US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회전 참고계 설정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Caradonna–Tung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실험 조건과 동일한 회전속도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(Ω)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에 맞춰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SU2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에서 회전 프레임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(rotating frame)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을 설정함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이를 통해 비정상 물리계를 정상상태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(steady-state)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로 변환하여 계산함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.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49810"/>
                  </a:ext>
                </a:extLst>
              </a:tr>
              <a:tr h="55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3)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난류 모델 및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Solver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설정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실험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수가 높기 때문에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RANS + Menter SST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또는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SA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모델을 적용하여 난류 효과를 고려함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.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압력 기반의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pseudo-time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방식으로 수렴을 유도함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.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033559"/>
                  </a:ext>
                </a:extLst>
              </a:tr>
              <a:tr h="236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4) </a:t>
                      </a:r>
                      <a:r>
                        <a:rPr lang="ko-KR" altLang="en-US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경계 조건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로터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허브는 고정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(wall)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424510"/>
                  </a:ext>
                </a:extLst>
              </a:tr>
              <a:tr h="236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• </a:t>
                      </a:r>
                      <a:r>
                        <a:rPr lang="ko-KR" altLang="en-US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블레이드는 회전 영역에 포함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622355"/>
                  </a:ext>
                </a:extLst>
              </a:tr>
              <a:tr h="236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• </a:t>
                      </a:r>
                      <a:r>
                        <a:rPr lang="ko-KR" altLang="en-US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외곽 실린더는 </a:t>
                      </a:r>
                      <a:r>
                        <a:rPr lang="en-US" altLang="ko-KR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far-field </a:t>
                      </a:r>
                      <a:r>
                        <a:rPr lang="ko-KR" altLang="en-US" sz="1000" b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조건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348578"/>
                  </a:ext>
                </a:extLst>
              </a:tr>
              <a:tr h="236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이를 통해 실험과 유사한 유동 환경을 구현함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.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152573"/>
                  </a:ext>
                </a:extLst>
              </a:tr>
              <a:tr h="55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5) Section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설정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NASA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의 실험과 동일한 구간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(50%, 68%, 80%, 89%, 96% span)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을 기준으로 블레이드 단면을 잘라서 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Cp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분포를 얻기 위해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파라뷰에서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Slice → Plot Over Line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기법을 사용함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750146"/>
                  </a:ext>
                </a:extLst>
              </a:tr>
              <a:tr h="55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6) Cp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계산 및 재계산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SU2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에서 출력된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Cp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값이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NASA Exp.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와 유의미한 차이를 보여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직접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Cp = (P − P∞)/q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로 다시 계산하여 재계산함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(q = 0.5·ρ·V²).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재계산 후 개형은 유사해지나 여전히 일부 구간에서 차이가 남음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50306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7)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비교 분석 준비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각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span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별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SU2 Cp vs. NASA Exp. Cp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그래프를 비교할 수 있도록 데이터를 정리함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.</a:t>
                      </a:r>
                    </a:p>
                  </a:txBody>
                  <a:tcPr marL="76707" marR="76707" marT="38354" marB="3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1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42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52851-9BA4-9551-2A16-6796AA5B9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C038238-EB58-7103-03AF-68218E3B9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해석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9FBBD-E515-082A-90CE-A4EE4D65158A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altLang="ko-KR" sz="2000" dirty="0"/>
              <a:t>Cp </a:t>
            </a:r>
            <a:r>
              <a:rPr lang="ko-KR" altLang="en-US" sz="2000" dirty="0"/>
              <a:t>계산 및 재계산</a:t>
            </a:r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06927C-F825-2219-784B-3B3146DEF560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F05CA9A-3DEB-F2B1-B333-4FBB7C5E44FA}"/>
              </a:ext>
            </a:extLst>
          </p:cNvPr>
          <p:cNvGrpSpPr/>
          <p:nvPr/>
        </p:nvGrpSpPr>
        <p:grpSpPr>
          <a:xfrm>
            <a:off x="340936" y="1195572"/>
            <a:ext cx="11510128" cy="4798098"/>
            <a:chOff x="427778" y="1345335"/>
            <a:chExt cx="11510128" cy="479809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516B1B-3209-E9D3-78EE-DB7B7A42BD4F}"/>
                </a:ext>
              </a:extLst>
            </p:cNvPr>
            <p:cNvSpPr txBox="1"/>
            <p:nvPr/>
          </p:nvSpPr>
          <p:spPr>
            <a:xfrm>
              <a:off x="427778" y="1345335"/>
              <a:ext cx="877399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000" b="1"/>
                <a:t>1. SU2 Cp</a:t>
              </a:r>
              <a:r>
                <a:rPr lang="ko-KR" altLang="en-US" sz="1000" b="1"/>
                <a:t>를 그대로 사용할 수 없는 이유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altLang="ko-KR" sz="1000"/>
                <a:t>SU2</a:t>
              </a:r>
              <a:r>
                <a:rPr lang="ko-KR" altLang="en-US" sz="1000"/>
                <a:t>가 사용하는 참조압력</a:t>
              </a:r>
              <a:r>
                <a:rPr lang="en-US" altLang="ko-KR" sz="1000"/>
                <a:t>/</a:t>
              </a:r>
              <a:r>
                <a:rPr lang="ko-KR" altLang="en-US" sz="1000"/>
                <a:t>속도 정의가 </a:t>
              </a:r>
              <a:r>
                <a:rPr lang="en-US" altLang="ko-KR" sz="1000"/>
                <a:t>NASA </a:t>
              </a:r>
              <a:r>
                <a:rPr lang="ko-KR" altLang="en-US" sz="1000"/>
                <a:t>실험과 완전히 동일하지 않음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000"/>
                <a:t>이 차이 때문에 </a:t>
              </a:r>
              <a:r>
                <a:rPr lang="en-US" altLang="ko-KR" sz="1000"/>
                <a:t>SU2</a:t>
              </a:r>
              <a:r>
                <a:rPr lang="ko-KR" altLang="en-US" sz="1000"/>
                <a:t>가 출력하는 </a:t>
              </a:r>
              <a:r>
                <a:rPr lang="en-US" altLang="ko-KR" sz="1000"/>
                <a:t>Cp</a:t>
              </a:r>
              <a:r>
                <a:rPr lang="ko-KR" altLang="en-US" sz="1000"/>
                <a:t>는 </a:t>
              </a:r>
              <a:r>
                <a:rPr lang="ko-KR" altLang="en-US" sz="1000" b="1"/>
                <a:t>절대치와 개형이 실험과 어긋나는 경향</a:t>
              </a:r>
              <a:r>
                <a:rPr lang="ko-KR" altLang="en-US" sz="1000"/>
                <a:t>이 있음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000"/>
                <a:t>따라서 동일 기준으로 비교하기 위해 </a:t>
              </a:r>
              <a:r>
                <a:rPr lang="en-US" altLang="ko-KR" sz="1000"/>
                <a:t>Cp</a:t>
              </a:r>
              <a:r>
                <a:rPr lang="ko-KR" altLang="en-US" sz="1000"/>
                <a:t>를 직접 다시 계산할 필요가 있음</a:t>
              </a:r>
              <a:endParaRPr lang="ko-KR" altLang="en-US" sz="10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D37CD69-075C-DE4E-8753-5E8914F5D4F7}"/>
                    </a:ext>
                  </a:extLst>
                </p:cNvPr>
                <p:cNvSpPr txBox="1"/>
                <p:nvPr/>
              </p:nvSpPr>
              <p:spPr>
                <a:xfrm>
                  <a:off x="427778" y="2352748"/>
                  <a:ext cx="11510128" cy="16312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altLang="ko-KR" sz="1000" b="1" dirty="0"/>
                    <a:t>2. Cp </a:t>
                  </a:r>
                  <a:r>
                    <a:rPr lang="ko-KR" altLang="en-US" sz="1000" b="1" dirty="0"/>
                    <a:t>계산식</a:t>
                  </a:r>
                </a:p>
                <a:p>
                  <a:pPr>
                    <a:buNone/>
                  </a:pPr>
                  <a:r>
                    <a:rPr lang="en-US" altLang="ko-KR" sz="1000" dirty="0"/>
                    <a:t>Cp</a:t>
                  </a:r>
                  <a:r>
                    <a:rPr lang="ko-KR" altLang="en-US" sz="1000" dirty="0"/>
                    <a:t>는 다음 정의에 따라 다시 계산함</a:t>
                  </a:r>
                  <a:r>
                    <a:rPr lang="en-US" altLang="ko-KR" sz="1000" dirty="0"/>
                    <a:t>:</a:t>
                  </a:r>
                </a:p>
                <a:p>
                  <a:pPr>
                    <a:buNone/>
                  </a:pPr>
                  <a:endParaRPr lang="en-US" altLang="ko-KR" sz="1000" dirty="0"/>
                </a:p>
                <a:p>
                  <a:pPr>
                    <a:buNone/>
                  </a:pPr>
                  <a:endParaRPr lang="en-US" altLang="ko-KR" sz="1000" dirty="0"/>
                </a:p>
                <a:p>
                  <a:pPr>
                    <a:buNone/>
                  </a:pPr>
                  <a:endParaRPr lang="en-US" altLang="ko-KR" sz="1000" dirty="0"/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altLang="ko-KR" sz="1000" dirty="0"/>
                    <a:t>P : SU2</a:t>
                  </a:r>
                  <a:r>
                    <a:rPr lang="ko-KR" altLang="en-US" sz="1000" dirty="0"/>
                    <a:t>에서 얻은 압력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ko-KR" altLang="en-US" sz="1000" i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</m:oMath>
                  </a14:m>
                  <a:r>
                    <a:rPr lang="en-US" altLang="ko-KR" sz="1000" dirty="0"/>
                    <a:t>: </a:t>
                  </a:r>
                  <a:r>
                    <a:rPr lang="ko-KR" altLang="en-US" sz="1000" dirty="0"/>
                    <a:t>실험과 동일한 </a:t>
                  </a:r>
                  <a:r>
                    <a:rPr lang="ko-KR" altLang="en-US" sz="1000" dirty="0" err="1"/>
                    <a:t>자유류</a:t>
                  </a:r>
                  <a:r>
                    <a:rPr lang="ko-KR" altLang="en-US" sz="1000" dirty="0"/>
                    <a:t> 압력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ko-KR" altLang="en-US" sz="1000" i="1">
                          <a:latin typeface="Cambria Math" panose="02040503050406030204" pitchFamily="18" charset="0"/>
                        </a:rPr>
                        <m:t>𝜌</m:t>
                      </m:r>
                    </m:oMath>
                  </a14:m>
                  <a:r>
                    <a:rPr lang="en-US" altLang="ko-KR" sz="1000" dirty="0"/>
                    <a:t>: </a:t>
                  </a:r>
                  <a:r>
                    <a:rPr lang="ko-KR" altLang="en-US" sz="1000" dirty="0" err="1"/>
                    <a:t>자유류</a:t>
                  </a:r>
                  <a:r>
                    <a:rPr lang="ko-KR" altLang="en-US" sz="1000" dirty="0"/>
                    <a:t> 밀도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ko-KR" altLang="en-US" sz="10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1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00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ko-KR" altLang="en-US" sz="10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en-US" altLang="ko-KR" sz="1000" dirty="0"/>
                    <a:t>: Section </a:t>
                  </a:r>
                  <a:r>
                    <a:rPr lang="ko-KR" altLang="en-US" sz="1000" dirty="0"/>
                    <a:t>위치에서의 회전 속도</a:t>
                  </a:r>
                </a:p>
                <a:p>
                  <a:pPr>
                    <a:buFont typeface="Arial" panose="020B0604020202020204" pitchFamily="34" charset="0"/>
                    <a:buChar char="•"/>
                  </a:pPr>
                  <a:r>
                    <a:rPr lang="en-US" altLang="ko-KR" sz="1000" dirty="0"/>
                    <a:t>q = </a:t>
                  </a:r>
                  <a:r>
                    <a:rPr lang="ko-KR" altLang="en-US" sz="1000" dirty="0" err="1"/>
                    <a:t>동압</a:t>
                  </a:r>
                  <a:r>
                    <a:rPr lang="en-US" altLang="ko-KR" sz="1000" dirty="0"/>
                    <a:t>(0.5·ρ·V²)</a:t>
                  </a: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D37CD69-075C-DE4E-8753-5E8914F5D4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778" y="2352748"/>
                  <a:ext cx="11510128" cy="1631216"/>
                </a:xfrm>
                <a:prstGeom prst="rect">
                  <a:avLst/>
                </a:prstGeom>
                <a:blipFill>
                  <a:blip r:embed="rId3"/>
                  <a:stretch>
                    <a:fillRect b="-7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D3C62A-D8FC-0D3E-F3AC-9CF8A6C98EB1}"/>
                </a:ext>
              </a:extLst>
            </p:cNvPr>
            <p:cNvSpPr txBox="1"/>
            <p:nvPr/>
          </p:nvSpPr>
          <p:spPr>
            <a:xfrm>
              <a:off x="427778" y="4090038"/>
              <a:ext cx="6150990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000" b="1" dirty="0"/>
                <a:t>3. </a:t>
              </a:r>
              <a:r>
                <a:rPr lang="ko-KR" altLang="en-US" sz="1000" b="1" dirty="0"/>
                <a:t>재계산 흐름 요약</a:t>
              </a:r>
            </a:p>
            <a:p>
              <a:pPr>
                <a:buFont typeface="+mj-lt"/>
                <a:buAutoNum type="arabicPeriod"/>
              </a:pPr>
              <a:r>
                <a:rPr lang="ko-KR" altLang="en-US" sz="1000" dirty="0"/>
                <a:t>각 </a:t>
              </a:r>
              <a:r>
                <a:rPr lang="en-US" altLang="ko-KR" sz="1000" dirty="0"/>
                <a:t>Section</a:t>
              </a:r>
              <a:r>
                <a:rPr lang="ko-KR" altLang="en-US" sz="1000" dirty="0"/>
                <a:t>에서 </a:t>
              </a:r>
              <a:r>
                <a:rPr lang="en-US" altLang="ko-KR" sz="1000" dirty="0"/>
                <a:t>SU2 </a:t>
              </a:r>
              <a:r>
                <a:rPr lang="ko-KR" altLang="en-US" sz="1000" dirty="0"/>
                <a:t>압력 데이터</a:t>
              </a:r>
              <a:r>
                <a:rPr lang="en-US" altLang="ko-KR" sz="1000" dirty="0"/>
                <a:t>(P)</a:t>
              </a:r>
              <a:r>
                <a:rPr lang="ko-KR" altLang="en-US" sz="1000" dirty="0"/>
                <a:t>를 추출</a:t>
              </a:r>
            </a:p>
            <a:p>
              <a:pPr>
                <a:buFont typeface="+mj-lt"/>
                <a:buAutoNum type="arabicPeriod"/>
              </a:pPr>
              <a:r>
                <a:rPr lang="ko-KR" altLang="en-US" sz="1000" dirty="0"/>
                <a:t>실험 기준의 </a:t>
              </a:r>
              <a:r>
                <a:rPr lang="ko-KR" altLang="en-US" sz="1000" dirty="0" err="1"/>
                <a:t>자유류</a:t>
              </a:r>
              <a:r>
                <a:rPr lang="ko-KR" altLang="en-US" sz="1000" dirty="0"/>
                <a:t> 압력</a:t>
              </a:r>
              <a:r>
                <a:rPr lang="en-US" altLang="ko-KR" sz="1000" dirty="0"/>
                <a:t>(P∞) </a:t>
              </a:r>
              <a:r>
                <a:rPr lang="ko-KR" altLang="en-US" sz="1000" dirty="0"/>
                <a:t>적용</a:t>
              </a:r>
            </a:p>
            <a:p>
              <a:pPr>
                <a:buFont typeface="+mj-lt"/>
                <a:buAutoNum type="arabicPeriod"/>
              </a:pPr>
              <a:r>
                <a:rPr lang="ko-KR" altLang="en-US" sz="1000" dirty="0"/>
                <a:t>해당 </a:t>
              </a:r>
              <a:r>
                <a:rPr lang="en-US" altLang="ko-KR" sz="1000" dirty="0"/>
                <a:t>span </a:t>
              </a:r>
              <a:r>
                <a:rPr lang="ko-KR" altLang="en-US" sz="1000" dirty="0"/>
                <a:t>위치의 속도</a:t>
              </a:r>
              <a:r>
                <a:rPr lang="en-US" altLang="ko-KR" sz="1000" dirty="0"/>
                <a:t>(V)</a:t>
              </a:r>
              <a:r>
                <a:rPr lang="ko-KR" altLang="en-US" sz="1000" dirty="0"/>
                <a:t>로 </a:t>
              </a:r>
              <a:r>
                <a:rPr lang="ko-KR" altLang="en-US" sz="1000" dirty="0" err="1"/>
                <a:t>동압</a:t>
              </a:r>
              <a:r>
                <a:rPr lang="en-US" altLang="ko-KR" sz="1000" dirty="0"/>
                <a:t>(q) </a:t>
              </a:r>
              <a:r>
                <a:rPr lang="ko-KR" altLang="en-US" sz="1000" dirty="0"/>
                <a:t>계산</a:t>
              </a:r>
            </a:p>
            <a:p>
              <a:pPr>
                <a:buFont typeface="+mj-lt"/>
                <a:buAutoNum type="arabicPeriod"/>
              </a:pPr>
              <a:r>
                <a:rPr lang="en-US" altLang="ko-KR" sz="1000" dirty="0"/>
                <a:t>Cp = (P − P∞) / q </a:t>
              </a:r>
              <a:r>
                <a:rPr lang="ko-KR" altLang="en-US" sz="1000" dirty="0"/>
                <a:t>로 각 점에서 </a:t>
              </a:r>
              <a:r>
                <a:rPr lang="en-US" altLang="ko-KR" sz="1000" dirty="0"/>
                <a:t>Cp </a:t>
              </a:r>
              <a:r>
                <a:rPr lang="ko-KR" altLang="en-US" sz="1000" dirty="0" err="1"/>
                <a:t>재산출</a:t>
              </a:r>
              <a:endParaRPr lang="ko-KR" altLang="en-US" sz="1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AC30FC-4616-EC38-3761-B7592C080721}"/>
                </a:ext>
              </a:extLst>
            </p:cNvPr>
            <p:cNvSpPr txBox="1"/>
            <p:nvPr/>
          </p:nvSpPr>
          <p:spPr>
            <a:xfrm>
              <a:off x="427778" y="5281659"/>
              <a:ext cx="6150990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000" b="1" dirty="0"/>
                <a:t>4. </a:t>
              </a:r>
              <a:r>
                <a:rPr lang="ko-KR" altLang="en-US" sz="1000" b="1" dirty="0"/>
                <a:t>재계산의 효과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altLang="ko-KR" sz="1000" dirty="0"/>
                <a:t>SU2</a:t>
              </a:r>
              <a:r>
                <a:rPr lang="ko-KR" altLang="en-US" sz="1000" dirty="0"/>
                <a:t>와 </a:t>
              </a:r>
              <a:r>
                <a:rPr lang="en-US" altLang="ko-KR" sz="1000" dirty="0"/>
                <a:t>NASA </a:t>
              </a:r>
              <a:r>
                <a:rPr lang="ko-KR" altLang="en-US" sz="1000" dirty="0"/>
                <a:t>실험이 </a:t>
              </a:r>
              <a:r>
                <a:rPr lang="ko-KR" altLang="en-US" sz="1000" b="1" dirty="0"/>
                <a:t>동일한 </a:t>
              </a:r>
              <a:r>
                <a:rPr lang="en-US" altLang="ko-KR" sz="1000" b="1" dirty="0"/>
                <a:t>Cp </a:t>
              </a:r>
              <a:r>
                <a:rPr lang="ko-KR" altLang="en-US" sz="1000" b="1" dirty="0"/>
                <a:t>정의 기준</a:t>
              </a:r>
              <a:r>
                <a:rPr lang="ko-KR" altLang="en-US" sz="1000" dirty="0"/>
                <a:t>을 갖게 됨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000" dirty="0"/>
                <a:t>원본 </a:t>
              </a:r>
              <a:r>
                <a:rPr lang="en-US" altLang="ko-KR" sz="1000" dirty="0"/>
                <a:t>SU2 Cp</a:t>
              </a:r>
              <a:r>
                <a:rPr lang="ko-KR" altLang="en-US" sz="1000" dirty="0"/>
                <a:t>에서는 보이지 않던 </a:t>
              </a:r>
              <a:r>
                <a:rPr lang="ko-KR" altLang="en-US" sz="1000" b="1" dirty="0"/>
                <a:t>실험과의 개형 일치</a:t>
              </a:r>
              <a:r>
                <a:rPr lang="ko-KR" altLang="en-US" sz="1000" dirty="0"/>
                <a:t>가 나타남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000" dirty="0"/>
                <a:t>특히 </a:t>
              </a:r>
              <a:r>
                <a:rPr lang="en-US" altLang="ko-KR" sz="1000" dirty="0"/>
                <a:t>mid-span(0.5 ~ 0.68)</a:t>
              </a:r>
              <a:r>
                <a:rPr lang="ko-KR" altLang="en-US" sz="1000" dirty="0"/>
                <a:t>에서는 실험과 매우 유사한 결과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altLang="ko-KR" sz="1000" dirty="0"/>
                <a:t>Tip </a:t>
              </a:r>
              <a:r>
                <a:rPr lang="ko-KR" altLang="en-US" sz="1000" dirty="0"/>
                <a:t>근처</a:t>
              </a:r>
              <a:r>
                <a:rPr lang="en-US" altLang="ko-KR" sz="1000" dirty="0"/>
                <a:t>(0.89~0.96)</a:t>
              </a:r>
              <a:r>
                <a:rPr lang="ko-KR" altLang="en-US" sz="1000" dirty="0"/>
                <a:t>는 여전히 차이가 남지만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이는 유동 특성</a:t>
              </a:r>
              <a:r>
                <a:rPr lang="en-US" altLang="ko-KR" sz="1000" dirty="0"/>
                <a:t>(tip vortex, 3D, unsteady) </a:t>
              </a:r>
              <a:r>
                <a:rPr lang="ko-KR" altLang="en-US" sz="1000" dirty="0"/>
                <a:t>때문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0CEACB-2FCA-8FD9-175A-8242EE4B394C}"/>
                  </a:ext>
                </a:extLst>
              </p:cNvPr>
              <p:cNvSpPr txBox="1"/>
              <p:nvPr/>
            </p:nvSpPr>
            <p:spPr>
              <a:xfrm>
                <a:off x="340936" y="2566780"/>
                <a:ext cx="3015006" cy="406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000" b="1" i="1" smtClean="0">
                          <a:latin typeface="Cambria Math" panose="02040503050406030204" pitchFamily="18" charset="0"/>
                        </a:rPr>
                        <m:t>𝑪𝒑</m:t>
                      </m:r>
                      <m:r>
                        <a:rPr lang="en-US" altLang="ko-KR" sz="1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1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ko-KR" altLang="en-US" sz="1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sz="1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0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ko-KR" altLang="en-US" sz="1000" b="1" i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ko-KR" sz="1000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ko-KR" sz="1000" b="1" i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altLang="ko-KR" sz="1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ko-KR" altLang="en-US" sz="1000" b="1" i="1">
                              <a:latin typeface="Cambria Math" panose="02040503050406030204" pitchFamily="18" charset="0"/>
                            </a:rPr>
                            <m:t>𝝆</m:t>
                          </m:r>
                          <m:r>
                            <a:rPr lang="ko-KR" altLang="en-US" sz="1000" b="1" i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ko-KR" altLang="en-US" sz="1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0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p>
                              <m:r>
                                <a:rPr lang="en-US" altLang="ko-KR" sz="10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0CEACB-2FCA-8FD9-175A-8242EE4B3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36" y="2566780"/>
                <a:ext cx="3015006" cy="4065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99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BB132CD-682B-D1F9-D6C1-CF0DE8BC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별 분석 </a:t>
            </a:r>
            <a:r>
              <a:rPr lang="en-US" altLang="ko-KR" dirty="0"/>
              <a:t>(50%)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0BE51-1F3B-B8C6-D981-E41973E6C032}"/>
              </a:ext>
            </a:extLst>
          </p:cNvPr>
          <p:cNvSpPr txBox="1"/>
          <p:nvPr/>
        </p:nvSpPr>
        <p:spPr>
          <a:xfrm>
            <a:off x="149269" y="970578"/>
            <a:ext cx="6150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결과 분석</a:t>
            </a:r>
            <a:endParaRPr lang="en-US" altLang="ko-KR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A3C18-0D7C-A420-450E-0E0E86A5EFBB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3DE82345-44ED-4EE5-5EA1-E3DE76CF18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8704984"/>
              </p:ext>
            </p:extLst>
          </p:nvPr>
        </p:nvGraphicFramePr>
        <p:xfrm>
          <a:off x="7611247" y="3708453"/>
          <a:ext cx="4403204" cy="2521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66E67A9C-1FD3-49BD-9CC4-A9B13A3F82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4114366"/>
              </p:ext>
            </p:extLst>
          </p:nvPr>
        </p:nvGraphicFramePr>
        <p:xfrm>
          <a:off x="7513161" y="659584"/>
          <a:ext cx="4575923" cy="2620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14FDD14-0674-DCB3-956B-04DED0A9D4B2}"/>
              </a:ext>
            </a:extLst>
          </p:cNvPr>
          <p:cNvSpPr txBox="1"/>
          <p:nvPr/>
        </p:nvSpPr>
        <p:spPr>
          <a:xfrm>
            <a:off x="10190375" y="3347384"/>
            <a:ext cx="1898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6 Section(50%) Cp </a:t>
            </a:r>
            <a:r>
              <a:rPr lang="ko-KR" altLang="en-US" sz="900" dirty="0"/>
              <a:t>재계산 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248F8F-0262-8691-3540-E5618C17F424}"/>
              </a:ext>
            </a:extLst>
          </p:cNvPr>
          <p:cNvSpPr txBox="1"/>
          <p:nvPr/>
        </p:nvSpPr>
        <p:spPr>
          <a:xfrm>
            <a:off x="10190374" y="6359991"/>
            <a:ext cx="1898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7 Section(50%) Cp </a:t>
            </a:r>
            <a:r>
              <a:rPr lang="ko-KR" altLang="en-US" sz="900" dirty="0"/>
              <a:t>재계산 후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E4B57B10-22C8-0959-D7B7-91ED79540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906800"/>
              </p:ext>
            </p:extLst>
          </p:nvPr>
        </p:nvGraphicFramePr>
        <p:xfrm>
          <a:off x="203498" y="1442137"/>
          <a:ext cx="6853024" cy="1986863"/>
        </p:xfrm>
        <a:graphic>
          <a:graphicData uri="http://schemas.openxmlformats.org/drawingml/2006/table">
            <a:tbl>
              <a:tblPr/>
              <a:tblGrid>
                <a:gridCol w="982980">
                  <a:extLst>
                    <a:ext uri="{9D8B030D-6E8A-4147-A177-3AD203B41FA5}">
                      <a16:colId xmlns:a16="http://schemas.microsoft.com/office/drawing/2014/main" val="4078753308"/>
                    </a:ext>
                  </a:extLst>
                </a:gridCol>
                <a:gridCol w="5870044">
                  <a:extLst>
                    <a:ext uri="{9D8B030D-6E8A-4147-A177-3AD203B41FA5}">
                      <a16:colId xmlns:a16="http://schemas.microsoft.com/office/drawing/2014/main" val="1255360469"/>
                    </a:ext>
                  </a:extLst>
                </a:gridCol>
              </a:tblGrid>
              <a:tr h="338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433990"/>
                  </a:ext>
                </a:extLst>
              </a:tr>
              <a:tr h="549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SU2 Cp </a:t>
                      </a:r>
                    </a:p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그대로 사용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흡입 피크가 약하게 나타나고 전체 곡선이 평탄해서 실험과 차이가 있음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중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후반부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Cp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기울기도 실제보다 완만하게 나와서 전체적으로 압력차가 작게 계산됨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830049"/>
                  </a:ext>
                </a:extLst>
              </a:tr>
              <a:tr h="549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Cp </a:t>
                      </a:r>
                      <a:r>
                        <a:rPr lang="ko-KR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재계산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실험과 비슷한 개형이 나타남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 LE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부근 흡입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중간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chord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회복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TE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직전 증가 같은 흐름이 </a:t>
                      </a:r>
                      <a:endParaRPr lang="en-US" altLang="ko-KR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NASA Exp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와 거의 일치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다만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최소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Cp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깊이는 약간 덜 나오고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TE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에서는 약간의 차이가 남음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399608"/>
                  </a:ext>
                </a:extLst>
              </a:tr>
              <a:tr h="549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해설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Root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근처라 유동이 비교적 단순하고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Cp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를 직접 계산하면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Exp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와 꽤 잘 맞는 구간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이 위치에서는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SU2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결과를 경향성뿐 아니라 값도 어느 정도 신뢰할 수 있음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735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782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920C8-C32F-0955-4CE7-00BEF0B8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894076-42FB-BB4E-BA1D-AD6798CA3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별 분석 </a:t>
            </a:r>
            <a:r>
              <a:rPr lang="en-US" altLang="ko-KR" dirty="0"/>
              <a:t>(68%)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B233E-2639-AA24-FEC4-0ED8C8523594}"/>
              </a:ext>
            </a:extLst>
          </p:cNvPr>
          <p:cNvSpPr txBox="1"/>
          <p:nvPr/>
        </p:nvSpPr>
        <p:spPr>
          <a:xfrm>
            <a:off x="149269" y="970578"/>
            <a:ext cx="6150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결과 분석</a:t>
            </a:r>
            <a:endParaRPr lang="en-US" altLang="ko-KR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3BC96-54B3-B42E-F066-8462ACFAE093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B5679A-E114-D008-DA18-8E164E355C88}"/>
              </a:ext>
            </a:extLst>
          </p:cNvPr>
          <p:cNvSpPr txBox="1"/>
          <p:nvPr/>
        </p:nvSpPr>
        <p:spPr>
          <a:xfrm>
            <a:off x="10124389" y="3347384"/>
            <a:ext cx="19646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8 Section(68%) Cp </a:t>
            </a:r>
            <a:r>
              <a:rPr lang="ko-KR" altLang="en-US" sz="900" dirty="0"/>
              <a:t>재계산 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E65B71-1A6C-7E48-FA35-660FC1DB92F1}"/>
              </a:ext>
            </a:extLst>
          </p:cNvPr>
          <p:cNvSpPr txBox="1"/>
          <p:nvPr/>
        </p:nvSpPr>
        <p:spPr>
          <a:xfrm>
            <a:off x="10124390" y="6270312"/>
            <a:ext cx="19646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9 Section(68%) Cp </a:t>
            </a:r>
            <a:r>
              <a:rPr lang="ko-KR" altLang="en-US" sz="900" dirty="0"/>
              <a:t>재계산 후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F58CD5C7-1F47-ECD5-20D1-0B7D1D8DD7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518229"/>
              </p:ext>
            </p:extLst>
          </p:nvPr>
        </p:nvGraphicFramePr>
        <p:xfrm>
          <a:off x="7517083" y="357821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9009E861-5789-4CFD-B53F-01E1EEC90A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828178"/>
              </p:ext>
            </p:extLst>
          </p:nvPr>
        </p:nvGraphicFramePr>
        <p:xfrm>
          <a:off x="7517083" y="6297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1B9CA74-0DA4-F80E-F721-FC2603091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949461"/>
              </p:ext>
            </p:extLst>
          </p:nvPr>
        </p:nvGraphicFramePr>
        <p:xfrm>
          <a:off x="149270" y="1500039"/>
          <a:ext cx="7302856" cy="1928962"/>
        </p:xfrm>
        <a:graphic>
          <a:graphicData uri="http://schemas.openxmlformats.org/drawingml/2006/table">
            <a:tbl>
              <a:tblPr/>
              <a:tblGrid>
                <a:gridCol w="982980">
                  <a:extLst>
                    <a:ext uri="{9D8B030D-6E8A-4147-A177-3AD203B41FA5}">
                      <a16:colId xmlns:a16="http://schemas.microsoft.com/office/drawing/2014/main" val="3875019508"/>
                    </a:ext>
                  </a:extLst>
                </a:gridCol>
                <a:gridCol w="6319876">
                  <a:extLst>
                    <a:ext uri="{9D8B030D-6E8A-4147-A177-3AD203B41FA5}">
                      <a16:colId xmlns:a16="http://schemas.microsoft.com/office/drawing/2014/main" val="3318196458"/>
                    </a:ext>
                  </a:extLst>
                </a:gridCol>
              </a:tblGrid>
              <a:tr h="35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581378"/>
                  </a:ext>
                </a:extLst>
              </a:tr>
              <a:tr h="639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SU2 Cp </a:t>
                      </a:r>
                    </a:p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그대로 사용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압력 변화 폭이 작게 나타나고 곡선이 실험보다 더 평탄함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 LE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흡입이 약하고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TE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까지의 </a:t>
                      </a:r>
                      <a:endParaRPr lang="en-US" altLang="ko-KR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전반적인 기울기도 실험보다 약한 모습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202523"/>
                  </a:ext>
                </a:extLst>
              </a:tr>
              <a:tr h="465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Cp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재계산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전체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shape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이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NASA Exp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와 거의 비슷하게 재현됨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중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후반부에서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Exp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점들을 따라가는 형태가 정확하고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직전에서만 소폭 차이가 남음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906213"/>
                  </a:ext>
                </a:extLst>
              </a:tr>
              <a:tr h="465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해설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Root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보다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Tip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쪽으로 가면서 오차가 조금 늘어나지만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Cp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를 직접 계산하면 그래도 실험과 잘 맞는 편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 </a:t>
                      </a:r>
                    </a:p>
                    <a:p>
                      <a:pPr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mid-span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까지는 신뢰도가 양호한 구간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18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46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E72E8-EC09-32B0-7B05-5C8079D1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711844C-51A8-8F52-B101-E3981176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별 분석 </a:t>
            </a:r>
            <a:r>
              <a:rPr lang="en-US" altLang="ko-KR" dirty="0"/>
              <a:t>(80%)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C68DDC-1581-4DCD-0165-130C78283DCC}"/>
              </a:ext>
            </a:extLst>
          </p:cNvPr>
          <p:cNvSpPr txBox="1"/>
          <p:nvPr/>
        </p:nvSpPr>
        <p:spPr>
          <a:xfrm>
            <a:off x="149269" y="970578"/>
            <a:ext cx="6150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결과 분석</a:t>
            </a:r>
            <a:endParaRPr lang="en-US" altLang="ko-KR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4B1A02-A365-8867-E85D-43753CB0D4A4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08A39A-284D-8B9E-CF8E-00564D970449}"/>
              </a:ext>
            </a:extLst>
          </p:cNvPr>
          <p:cNvSpPr txBox="1"/>
          <p:nvPr/>
        </p:nvSpPr>
        <p:spPr>
          <a:xfrm>
            <a:off x="10124389" y="3347384"/>
            <a:ext cx="19646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10 Section(80%) Cp </a:t>
            </a:r>
            <a:r>
              <a:rPr lang="ko-KR" altLang="en-US" sz="900" dirty="0"/>
              <a:t>재계산 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EE8D32-D4EE-6720-F78D-AE7FF6936046}"/>
              </a:ext>
            </a:extLst>
          </p:cNvPr>
          <p:cNvSpPr txBox="1"/>
          <p:nvPr/>
        </p:nvSpPr>
        <p:spPr>
          <a:xfrm>
            <a:off x="10048974" y="6359991"/>
            <a:ext cx="20401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11 Section(80%) Cp </a:t>
            </a:r>
            <a:r>
              <a:rPr lang="ko-KR" altLang="en-US" sz="900" dirty="0"/>
              <a:t>재계산 후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207F4D85-05AF-203F-B37C-023BADC738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3514622"/>
              </p:ext>
            </p:extLst>
          </p:nvPr>
        </p:nvGraphicFramePr>
        <p:xfrm>
          <a:off x="7513161" y="364228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98AA286D-A1CD-4282-9428-04B9817B2E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3674923"/>
              </p:ext>
            </p:extLst>
          </p:nvPr>
        </p:nvGraphicFramePr>
        <p:xfrm>
          <a:off x="7513161" y="6937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C490E8-5872-BA8F-4119-350D05732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555322"/>
              </p:ext>
            </p:extLst>
          </p:nvPr>
        </p:nvGraphicFramePr>
        <p:xfrm>
          <a:off x="149268" y="1389296"/>
          <a:ext cx="7279054" cy="1958088"/>
        </p:xfrm>
        <a:graphic>
          <a:graphicData uri="http://schemas.openxmlformats.org/drawingml/2006/table">
            <a:tbl>
              <a:tblPr/>
              <a:tblGrid>
                <a:gridCol w="1146518">
                  <a:extLst>
                    <a:ext uri="{9D8B030D-6E8A-4147-A177-3AD203B41FA5}">
                      <a16:colId xmlns:a16="http://schemas.microsoft.com/office/drawing/2014/main" val="1646797764"/>
                    </a:ext>
                  </a:extLst>
                </a:gridCol>
                <a:gridCol w="6132536">
                  <a:extLst>
                    <a:ext uri="{9D8B030D-6E8A-4147-A177-3AD203B41FA5}">
                      <a16:colId xmlns:a16="http://schemas.microsoft.com/office/drawing/2014/main" val="375382253"/>
                    </a:ext>
                  </a:extLst>
                </a:gridCol>
              </a:tblGrid>
              <a:tr h="374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01609"/>
                  </a:ext>
                </a:extLst>
              </a:tr>
              <a:tr h="527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SU2 Cp </a:t>
                      </a:r>
                    </a:p>
                    <a:p>
                      <a:pPr>
                        <a:buNone/>
                      </a:pPr>
                      <a:r>
                        <a:rPr lang="en-US" sz="1000" dirty="0"/>
                        <a:t>(</a:t>
                      </a:r>
                      <a:r>
                        <a:rPr lang="ko-KR" altLang="en-US" sz="1000" dirty="0"/>
                        <a:t>그대로 사용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노이즈가 증가하고 실험보다 진동이 커짐</a:t>
                      </a:r>
                      <a:r>
                        <a:rPr lang="en-US" altLang="ko-KR" sz="1000" dirty="0"/>
                        <a:t>. LE </a:t>
                      </a:r>
                      <a:r>
                        <a:rPr lang="ko-KR" altLang="en-US" sz="1000" dirty="0"/>
                        <a:t>흡입은 어느 정도 잡지만 중간 </a:t>
                      </a:r>
                      <a:r>
                        <a:rPr lang="en-US" altLang="ko-KR" sz="1000" dirty="0"/>
                        <a:t>chord</a:t>
                      </a:r>
                      <a:r>
                        <a:rPr lang="ko-KR" altLang="en-US" sz="1000" dirty="0"/>
                        <a:t>에서는 요동이 커서 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ko-KR" altLang="en-US" sz="1000" dirty="0"/>
                        <a:t>실험 곡선과 차이가 큼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446358"/>
                  </a:ext>
                </a:extLst>
              </a:tr>
              <a:tr h="527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Cp </a:t>
                      </a:r>
                      <a:r>
                        <a:rPr lang="ko-KR" altLang="en-US" sz="1000" dirty="0"/>
                        <a:t>재계산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Exp</a:t>
                      </a:r>
                      <a:r>
                        <a:rPr lang="ko-KR" altLang="en-US" sz="1000" dirty="0"/>
                        <a:t>와 유사한 전반적인 곡선은 나오지만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흡입 깊이와 회복 정도 등에서 크기 차이가 남음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>
                        <a:buNone/>
                      </a:pPr>
                      <a:r>
                        <a:rPr lang="en-US" altLang="ko-KR" sz="1000" dirty="0"/>
                        <a:t>TE </a:t>
                      </a:r>
                      <a:r>
                        <a:rPr lang="ko-KR" altLang="en-US" sz="1000" dirty="0"/>
                        <a:t>쪽에서도 </a:t>
                      </a:r>
                      <a:r>
                        <a:rPr lang="en-US" altLang="ko-KR" sz="1000" dirty="0"/>
                        <a:t>Exp</a:t>
                      </a:r>
                      <a:r>
                        <a:rPr lang="ko-KR" altLang="en-US" sz="1000" dirty="0"/>
                        <a:t>에 비해 꽤 차이가 존재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747033"/>
                  </a:ext>
                </a:extLst>
              </a:tr>
              <a:tr h="527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해설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mid-span</a:t>
                      </a:r>
                      <a:r>
                        <a:rPr lang="ko-KR" altLang="en-US" sz="1000" dirty="0"/>
                        <a:t>을 지나면서 </a:t>
                      </a:r>
                      <a:r>
                        <a:rPr lang="en-US" altLang="ko-KR" sz="1000" dirty="0"/>
                        <a:t>SU2</a:t>
                      </a:r>
                      <a:r>
                        <a:rPr lang="ko-KR" altLang="en-US" sz="1000" dirty="0"/>
                        <a:t>가 실험을 따라가는 능력이 떨어지는 구간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재계산한 </a:t>
                      </a:r>
                      <a:r>
                        <a:rPr lang="en-US" altLang="ko-KR" sz="1000" dirty="0"/>
                        <a:t>Cp</a:t>
                      </a:r>
                      <a:r>
                        <a:rPr lang="ko-KR" altLang="en-US" sz="1000" dirty="0"/>
                        <a:t>는 개형은 맞지만 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ko-KR" altLang="en-US" sz="1000" dirty="0"/>
                        <a:t>값 차이가 커서 정량 비교는 어렵고 경향성 중심으로 봐야 함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57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700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73323-8FE6-6123-25A0-E6956D0AB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E287B49-A50C-931C-485B-6B8A4B1BA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별 분석 </a:t>
            </a:r>
            <a:r>
              <a:rPr lang="en-US" altLang="ko-KR" dirty="0"/>
              <a:t>(89%)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76E77-DC91-FF9F-F4B6-ED6268583376}"/>
              </a:ext>
            </a:extLst>
          </p:cNvPr>
          <p:cNvSpPr txBox="1"/>
          <p:nvPr/>
        </p:nvSpPr>
        <p:spPr>
          <a:xfrm>
            <a:off x="149269" y="970578"/>
            <a:ext cx="6150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결과 분석</a:t>
            </a:r>
            <a:endParaRPr lang="en-US" altLang="ko-KR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E957D0-A6D9-56A8-DA2E-0210FF7C54AC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171909-F0CB-7857-B0CC-DAB62BCBBE08}"/>
              </a:ext>
            </a:extLst>
          </p:cNvPr>
          <p:cNvSpPr txBox="1"/>
          <p:nvPr/>
        </p:nvSpPr>
        <p:spPr>
          <a:xfrm>
            <a:off x="10114963" y="3347384"/>
            <a:ext cx="19741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12 Section(89%) Cp </a:t>
            </a:r>
            <a:r>
              <a:rPr lang="ko-KR" altLang="en-US" sz="900" dirty="0"/>
              <a:t>재계산 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DEF8D0-4AB7-8C8A-B10E-6E687CBF7ABA}"/>
              </a:ext>
            </a:extLst>
          </p:cNvPr>
          <p:cNvSpPr txBox="1"/>
          <p:nvPr/>
        </p:nvSpPr>
        <p:spPr>
          <a:xfrm>
            <a:off x="10114962" y="6359991"/>
            <a:ext cx="19741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13 Section(89%) Cp </a:t>
            </a:r>
            <a:r>
              <a:rPr lang="ko-KR" altLang="en-US" sz="900" dirty="0"/>
              <a:t>재계산 후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B5FAFD64-87A0-47BB-AEA2-2169A3C4FD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2914000"/>
              </p:ext>
            </p:extLst>
          </p:nvPr>
        </p:nvGraphicFramePr>
        <p:xfrm>
          <a:off x="7620000" y="357821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05FB6E29-9F08-45CD-AC96-22F00FE88D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8967862"/>
              </p:ext>
            </p:extLst>
          </p:nvPr>
        </p:nvGraphicFramePr>
        <p:xfrm>
          <a:off x="7620000" y="60418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93DE20A-6887-3D68-6089-3C5F42089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194997"/>
              </p:ext>
            </p:extLst>
          </p:nvPr>
        </p:nvGraphicFramePr>
        <p:xfrm>
          <a:off x="149269" y="1411236"/>
          <a:ext cx="7470731" cy="2017764"/>
        </p:xfrm>
        <a:graphic>
          <a:graphicData uri="http://schemas.openxmlformats.org/drawingml/2006/table">
            <a:tbl>
              <a:tblPr/>
              <a:tblGrid>
                <a:gridCol w="1176709">
                  <a:extLst>
                    <a:ext uri="{9D8B030D-6E8A-4147-A177-3AD203B41FA5}">
                      <a16:colId xmlns:a16="http://schemas.microsoft.com/office/drawing/2014/main" val="3247761984"/>
                    </a:ext>
                  </a:extLst>
                </a:gridCol>
                <a:gridCol w="6294022">
                  <a:extLst>
                    <a:ext uri="{9D8B030D-6E8A-4147-A177-3AD203B41FA5}">
                      <a16:colId xmlns:a16="http://schemas.microsoft.com/office/drawing/2014/main" val="2648777095"/>
                    </a:ext>
                  </a:extLst>
                </a:gridCol>
              </a:tblGrid>
              <a:tr h="43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079302"/>
                  </a:ext>
                </a:extLst>
              </a:tr>
              <a:tr h="606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SU2 Cp </a:t>
                      </a:r>
                    </a:p>
                    <a:p>
                      <a:pPr>
                        <a:buNone/>
                      </a:pPr>
                      <a:r>
                        <a:rPr lang="en-US" sz="1000" dirty="0"/>
                        <a:t>(</a:t>
                      </a:r>
                      <a:r>
                        <a:rPr lang="ko-KR" altLang="en-US" sz="1000" dirty="0"/>
                        <a:t>그대로 사용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곡선 요동이 커지고 </a:t>
                      </a:r>
                      <a:r>
                        <a:rPr lang="en-US" altLang="ko-KR" sz="1000" dirty="0"/>
                        <a:t>LE/TE </a:t>
                      </a:r>
                      <a:r>
                        <a:rPr lang="ko-KR" altLang="en-US" sz="1000" dirty="0"/>
                        <a:t>부근에서 실험과 크게 다른 분포가 나타남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여러 </a:t>
                      </a:r>
                      <a:r>
                        <a:rPr lang="en-US" altLang="ko-KR" sz="1000" dirty="0"/>
                        <a:t>chord </a:t>
                      </a:r>
                      <a:r>
                        <a:rPr lang="ko-KR" altLang="en-US" sz="1000" dirty="0"/>
                        <a:t>구간에서 </a:t>
                      </a:r>
                      <a:r>
                        <a:rPr lang="en-US" altLang="ko-KR" sz="1000" dirty="0"/>
                        <a:t>Exp</a:t>
                      </a:r>
                      <a:r>
                        <a:rPr lang="ko-KR" altLang="en-US" sz="1000" dirty="0"/>
                        <a:t>와 부호나 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ko-KR" altLang="en-US" sz="1000" dirty="0"/>
                        <a:t>기울기까지 다르게 보이는 부분도 있음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063728"/>
                  </a:ext>
                </a:extLst>
              </a:tr>
              <a:tr h="373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Cp </a:t>
                      </a:r>
                      <a:r>
                        <a:rPr lang="ko-KR" altLang="en-US" sz="1000"/>
                        <a:t>재계산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큰 흐름은 </a:t>
                      </a:r>
                      <a:r>
                        <a:rPr lang="en-US" altLang="ko-KR" sz="1000"/>
                        <a:t>Exp</a:t>
                      </a:r>
                      <a:r>
                        <a:rPr lang="ko-KR" altLang="en-US" sz="1000"/>
                        <a:t>와 비슷하게 보이지만 여전히 편차가 크고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특히 중간</a:t>
                      </a:r>
                      <a:r>
                        <a:rPr lang="en-US" altLang="ko-KR" sz="1000"/>
                        <a:t>~TE </a:t>
                      </a:r>
                      <a:r>
                        <a:rPr lang="ko-KR" altLang="en-US" sz="1000"/>
                        <a:t>구간에서 </a:t>
                      </a:r>
                      <a:r>
                        <a:rPr lang="en-US" altLang="ko-KR" sz="1000"/>
                        <a:t>Exp</a:t>
                      </a:r>
                      <a:r>
                        <a:rPr lang="ko-KR" altLang="en-US" sz="1000"/>
                        <a:t>와 레벨 차이가 큼</a:t>
                      </a:r>
                      <a:r>
                        <a:rPr lang="en-US" altLang="ko-KR" sz="10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05255"/>
                  </a:ext>
                </a:extLst>
              </a:tr>
              <a:tr h="606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해설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Tip </a:t>
                      </a:r>
                      <a:r>
                        <a:rPr lang="ko-KR" altLang="en-US" sz="1000" dirty="0"/>
                        <a:t>영향이 크게 나타나는 영역이라 </a:t>
                      </a:r>
                      <a:r>
                        <a:rPr lang="en-US" altLang="ko-KR" sz="1000" dirty="0"/>
                        <a:t>steady RANS + </a:t>
                      </a:r>
                      <a:r>
                        <a:rPr lang="ko-KR" altLang="en-US" sz="1000" dirty="0"/>
                        <a:t>현재 격자로는 실험의 </a:t>
                      </a:r>
                      <a:r>
                        <a:rPr lang="en-US" altLang="ko-KR" sz="1000" dirty="0"/>
                        <a:t>3D·unsteady </a:t>
                      </a:r>
                      <a:r>
                        <a:rPr lang="ko-KR" altLang="en-US" sz="1000" dirty="0"/>
                        <a:t>효과를 충분히 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ko-KR" altLang="en-US" sz="1000" dirty="0"/>
                        <a:t>재현하기 어려움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재계산한 </a:t>
                      </a:r>
                      <a:r>
                        <a:rPr lang="en-US" altLang="ko-KR" sz="1000" dirty="0"/>
                        <a:t>Cp</a:t>
                      </a:r>
                      <a:r>
                        <a:rPr lang="ko-KR" altLang="en-US" sz="1000" dirty="0"/>
                        <a:t>도 정량적으로는 실험과 차이가 남는 위치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747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315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2FD2F-29AB-AEA4-DDB6-1864E266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5F91FC0-3D53-924B-D071-6EB42A70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별 분석 </a:t>
            </a:r>
            <a:r>
              <a:rPr lang="en-US" altLang="ko-KR" dirty="0"/>
              <a:t>(96%)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0B26E-3726-60FB-9A3C-8A9686A61011}"/>
              </a:ext>
            </a:extLst>
          </p:cNvPr>
          <p:cNvSpPr txBox="1"/>
          <p:nvPr/>
        </p:nvSpPr>
        <p:spPr>
          <a:xfrm>
            <a:off x="149269" y="970578"/>
            <a:ext cx="6150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/>
              <a:t>결과 분석</a:t>
            </a:r>
            <a:endParaRPr lang="en-US" altLang="ko-KR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F352BF-42E9-12C9-4D93-660BC3491074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0F4C9D-BEC4-DBDA-AB52-C73FF00A5D4F}"/>
              </a:ext>
            </a:extLst>
          </p:cNvPr>
          <p:cNvSpPr txBox="1"/>
          <p:nvPr/>
        </p:nvSpPr>
        <p:spPr>
          <a:xfrm>
            <a:off x="10058400" y="3347384"/>
            <a:ext cx="20306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14 Section(96%) Cp </a:t>
            </a:r>
            <a:r>
              <a:rPr lang="ko-KR" altLang="en-US" sz="900" dirty="0"/>
              <a:t>재계산 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E9B90E-C7ED-FF49-D082-D89883D1565D}"/>
              </a:ext>
            </a:extLst>
          </p:cNvPr>
          <p:cNvSpPr txBox="1"/>
          <p:nvPr/>
        </p:nvSpPr>
        <p:spPr>
          <a:xfrm>
            <a:off x="10058400" y="6359991"/>
            <a:ext cx="20306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Fig. 15 Section(96%) Cp </a:t>
            </a:r>
            <a:r>
              <a:rPr lang="ko-KR" altLang="en-US" sz="900" dirty="0"/>
              <a:t>재계산 후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53CDD65E-5A88-4126-9CCF-D554130391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0992558"/>
              </p:ext>
            </p:extLst>
          </p:nvPr>
        </p:nvGraphicFramePr>
        <p:xfrm>
          <a:off x="7666203" y="371671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79F0DBFA-95C7-4F24-977B-30EA911E31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5399755"/>
              </p:ext>
            </p:extLst>
          </p:nvPr>
        </p:nvGraphicFramePr>
        <p:xfrm>
          <a:off x="7620000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A19B611-3A10-B91D-222F-3B62E8765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139033"/>
              </p:ext>
            </p:extLst>
          </p:nvPr>
        </p:nvGraphicFramePr>
        <p:xfrm>
          <a:off x="216030" y="1278354"/>
          <a:ext cx="7403969" cy="2069029"/>
        </p:xfrm>
        <a:graphic>
          <a:graphicData uri="http://schemas.openxmlformats.org/drawingml/2006/table">
            <a:tbl>
              <a:tblPr/>
              <a:tblGrid>
                <a:gridCol w="1166193">
                  <a:extLst>
                    <a:ext uri="{9D8B030D-6E8A-4147-A177-3AD203B41FA5}">
                      <a16:colId xmlns:a16="http://schemas.microsoft.com/office/drawing/2014/main" val="1087922932"/>
                    </a:ext>
                  </a:extLst>
                </a:gridCol>
                <a:gridCol w="6237776">
                  <a:extLst>
                    <a:ext uri="{9D8B030D-6E8A-4147-A177-3AD203B41FA5}">
                      <a16:colId xmlns:a16="http://schemas.microsoft.com/office/drawing/2014/main" val="2952941078"/>
                    </a:ext>
                  </a:extLst>
                </a:gridCol>
              </a:tblGrid>
              <a:tr h="39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24710"/>
                  </a:ext>
                </a:extLst>
              </a:tr>
              <a:tr h="557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SU2 Cp </a:t>
                      </a:r>
                    </a:p>
                    <a:p>
                      <a:pPr>
                        <a:buNone/>
                      </a:pPr>
                      <a:r>
                        <a:rPr lang="en-US" sz="1000" dirty="0"/>
                        <a:t>(</a:t>
                      </a:r>
                      <a:r>
                        <a:rPr lang="ko-KR" altLang="en-US" sz="1000" dirty="0"/>
                        <a:t>그대로 사용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Exp</a:t>
                      </a:r>
                      <a:r>
                        <a:rPr lang="ko-KR" altLang="en-US" sz="1000" dirty="0"/>
                        <a:t>와 양상이 거의 다르게 나타나는 구간</a:t>
                      </a:r>
                      <a:r>
                        <a:rPr lang="en-US" altLang="ko-KR" sz="1000" dirty="0"/>
                        <a:t>. tip vortex </a:t>
                      </a:r>
                      <a:r>
                        <a:rPr lang="ko-KR" altLang="en-US" sz="1000" dirty="0"/>
                        <a:t>영향으로 </a:t>
                      </a:r>
                      <a:r>
                        <a:rPr lang="en-US" altLang="ko-KR" sz="1000" dirty="0"/>
                        <a:t>Cp </a:t>
                      </a:r>
                      <a:r>
                        <a:rPr lang="ko-KR" altLang="en-US" sz="1000" dirty="0"/>
                        <a:t>노이즈가 가장 심하고 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en-US" altLang="ko-KR" sz="1000" dirty="0"/>
                        <a:t>LE/TE </a:t>
                      </a:r>
                      <a:r>
                        <a:rPr lang="ko-KR" altLang="en-US" sz="1000" dirty="0"/>
                        <a:t>변화도 크게 왜곡됨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737705"/>
                  </a:ext>
                </a:extLst>
              </a:tr>
              <a:tr h="557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Cp </a:t>
                      </a:r>
                      <a:r>
                        <a:rPr lang="ko-KR" altLang="en-US" sz="1000" dirty="0"/>
                        <a:t>재계산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실험의 큰 흐름과는 비슷하지만 전체 레벨 차이가 확실히 존재</a:t>
                      </a:r>
                      <a:r>
                        <a:rPr lang="en-US" altLang="ko-KR" sz="1000" dirty="0"/>
                        <a:t>. TE </a:t>
                      </a:r>
                      <a:r>
                        <a:rPr lang="ko-KR" altLang="en-US" sz="1000" dirty="0"/>
                        <a:t>직전 분포도 실험과 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ko-KR" altLang="en-US" sz="1000" dirty="0"/>
                        <a:t>방향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크기에서 큰 차이가 남아 있음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460092"/>
                  </a:ext>
                </a:extLst>
              </a:tr>
              <a:tr h="557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해설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Tip </a:t>
                      </a:r>
                      <a:r>
                        <a:rPr lang="ko-KR" altLang="en-US" sz="1000" dirty="0"/>
                        <a:t>바로 직전이라 실험에서는 강한 </a:t>
                      </a:r>
                      <a:r>
                        <a:rPr lang="en-US" altLang="ko-KR" sz="1000" dirty="0"/>
                        <a:t>3D vortex</a:t>
                      </a:r>
                      <a:r>
                        <a:rPr lang="ko-KR" altLang="en-US" sz="1000" dirty="0"/>
                        <a:t>와 </a:t>
                      </a:r>
                      <a:r>
                        <a:rPr lang="en-US" altLang="ko-KR" sz="1000" dirty="0"/>
                        <a:t>unsteady </a:t>
                      </a:r>
                      <a:r>
                        <a:rPr lang="ko-KR" altLang="en-US" sz="1000" dirty="0"/>
                        <a:t>효과가 지배적</a:t>
                      </a:r>
                      <a:r>
                        <a:rPr lang="en-US" altLang="ko-KR" sz="1000"/>
                        <a:t>. SU2</a:t>
                      </a:r>
                      <a:r>
                        <a:rPr lang="ko-KR" altLang="en-US" sz="1000" dirty="0"/>
                        <a:t>의 </a:t>
                      </a:r>
                      <a:r>
                        <a:rPr lang="en-US" altLang="ko-KR" sz="1000" dirty="0"/>
                        <a:t>steady </a:t>
                      </a:r>
                      <a:r>
                        <a:rPr lang="ko-KR" altLang="en-US" sz="1000"/>
                        <a:t>해석으로는 </a:t>
                      </a:r>
                      <a:endParaRPr lang="en-US" altLang="ko-KR" sz="1000"/>
                    </a:p>
                    <a:p>
                      <a:pPr>
                        <a:buNone/>
                      </a:pPr>
                      <a:r>
                        <a:rPr lang="ko-KR" altLang="en-US" sz="1000"/>
                        <a:t>근본적으로 </a:t>
                      </a:r>
                      <a:r>
                        <a:rPr lang="ko-KR" altLang="en-US" sz="1000" dirty="0"/>
                        <a:t>실험 재현이 어렵고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여기서는 “오차 증가 </a:t>
                      </a:r>
                      <a:r>
                        <a:rPr lang="ko-KR" altLang="en-US" sz="1000" dirty="0" err="1"/>
                        <a:t>추세”만</a:t>
                      </a:r>
                      <a:r>
                        <a:rPr lang="ko-KR" altLang="en-US" sz="1000" dirty="0"/>
                        <a:t> 확인하는 정도가 적절함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609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08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/>
              <a:t>감사합니다</a:t>
            </a:r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C6FA57-FB52-0B8C-07EF-C79FFADB71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12</a:t>
            </a:fld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46CF1-6F82-5B02-CD30-C6651012E5E2}"/>
              </a:ext>
            </a:extLst>
          </p:cNvPr>
          <p:cNvSpPr txBox="1"/>
          <p:nvPr/>
        </p:nvSpPr>
        <p:spPr>
          <a:xfrm>
            <a:off x="8050779" y="5990541"/>
            <a:ext cx="4141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자세한 사항은 </a:t>
            </a:r>
            <a:r>
              <a:rPr lang="en-US" altLang="ko-KR" sz="1200" dirty="0"/>
              <a:t>Git hub</a:t>
            </a:r>
            <a:r>
              <a:rPr lang="ko-KR" altLang="en-US" sz="1200" dirty="0"/>
              <a:t>를 참조해 주시면 감사하겠습니다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ko-KR" altLang="en-US" sz="1200" dirty="0"/>
              <a:t>링크</a:t>
            </a:r>
            <a:r>
              <a:rPr lang="en-US" altLang="ko-KR" sz="1200" dirty="0"/>
              <a:t>:</a:t>
            </a:r>
            <a:r>
              <a:rPr lang="en-US" altLang="ko-KR" sz="1200" dirty="0">
                <a:hlinkClick r:id="rId3"/>
              </a:rPr>
              <a:t>https://github.com/</a:t>
            </a:r>
            <a:r>
              <a:rPr lang="en-US" altLang="ko-KR" sz="1200" dirty="0" err="1">
                <a:hlinkClick r:id="rId3"/>
              </a:rPr>
              <a:t>Bogeuns</a:t>
            </a:r>
            <a:r>
              <a:rPr lang="en-US" altLang="ko-KR" sz="1200" dirty="0">
                <a:hlinkClick r:id="rId3"/>
              </a:rPr>
              <a:t>/</a:t>
            </a:r>
            <a:r>
              <a:rPr lang="en-US" altLang="ko-KR" sz="1200" dirty="0" err="1">
                <a:hlinkClick r:id="rId3"/>
              </a:rPr>
              <a:t>CFD_Class_Lecture.git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1682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75890</TotalTime>
  <Words>1770</Words>
  <Application>Microsoft Office PowerPoint</Application>
  <PresentationFormat>와이드스크린</PresentationFormat>
  <Paragraphs>255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HY견고딕</vt:lpstr>
      <vt:lpstr>맑은 고딕</vt:lpstr>
      <vt:lpstr>Arial</vt:lpstr>
      <vt:lpstr>Calibri</vt:lpstr>
      <vt:lpstr>Cambria Math</vt:lpstr>
      <vt:lpstr>Wingdings</vt:lpstr>
      <vt:lpstr>1_Office 테마</vt:lpstr>
      <vt:lpstr>SU2 보고서 (9주차) Caradonna_Tung(section)해석 결과</vt:lpstr>
      <vt:lpstr>해석 격자 조건</vt:lpstr>
      <vt:lpstr>해석 결과</vt:lpstr>
      <vt:lpstr>해석 격자 조건</vt:lpstr>
      <vt:lpstr>해석</vt:lpstr>
      <vt:lpstr>해석</vt:lpstr>
      <vt:lpstr>Section 별 분석 (50%)</vt:lpstr>
      <vt:lpstr>Section 별 분석 (68%)</vt:lpstr>
      <vt:lpstr>Section 별 분석 (80%)</vt:lpstr>
      <vt:lpstr>Section 별 분석 (89%)</vt:lpstr>
      <vt:lpstr>Section 별 분석 (96%)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자율비행제어연구실(문정호)</dc:title>
  <dc:creator>CJU</dc:creator>
  <cp:lastModifiedBy>윤현덕</cp:lastModifiedBy>
  <cp:revision>2025</cp:revision>
  <cp:lastPrinted>2025-10-22T17:01:47Z</cp:lastPrinted>
  <dcterms:created xsi:type="dcterms:W3CDTF">2022-05-24T00:47:27Z</dcterms:created>
  <dcterms:modified xsi:type="dcterms:W3CDTF">2025-11-26T09:05:07Z</dcterms:modified>
  <cp:version/>
</cp:coreProperties>
</file>