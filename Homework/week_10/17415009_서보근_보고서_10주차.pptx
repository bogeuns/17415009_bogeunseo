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5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725" r:id="rId2"/>
    <p:sldId id="1578" r:id="rId3"/>
    <p:sldId id="1601" r:id="rId4"/>
    <p:sldId id="1602" r:id="rId5"/>
    <p:sldId id="1603" r:id="rId6"/>
    <p:sldId id="1604" r:id="rId7"/>
    <p:sldId id="155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39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B9CDE5"/>
    <a:srgbClr val="0066FF"/>
    <a:srgbClr val="A9A9A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EC20E35-A176-4012-BC5E-935CFFF8708E}" styleName="보통 스타일 3">
    <a:wholeTbl>
      <a:tcTxStyle>
        <a:fontRef idx="minor">
          <a:schemeClr val="tx1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TxStyle/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241DA88-1426-460D-A704-38602BF70CBC}" styleName="Dark Style 2 - Body/Background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75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8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  <a:prstDash val="sysDash"/>
            </a:ln>
          </a:top>
        </a:tcBdr>
        <a:fill>
          <a:solidFill>
            <a:schemeClr val="dk1">
              <a:tint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22" autoAdjust="0"/>
    <p:restoredTop sz="94718" autoAdjust="0"/>
  </p:normalViewPr>
  <p:slideViewPr>
    <p:cSldViewPr snapToGrid="0">
      <p:cViewPr varScale="1">
        <p:scale>
          <a:sx n="102" d="100"/>
          <a:sy n="102" d="100"/>
        </p:scale>
        <p:origin x="624" y="10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-1038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U2_forvtu\week_10\Total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10\Tot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U2_forvtu\week_10\Total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10\Tota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U2_forvtu\week_10\Tota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539370078740152E-2"/>
          <c:y val="5.0925925925925923E-2"/>
          <c:w val="0.88697462817147854"/>
          <c:h val="0.8416746864975212"/>
        </c:manualLayout>
      </c:layout>
      <c:scatterChart>
        <c:scatterStyle val="lineMarker"/>
        <c:varyColors val="0"/>
        <c:ser>
          <c:idx val="1"/>
          <c:order val="0"/>
          <c:tx>
            <c:v>NACA 0012</c:v>
          </c:tx>
          <c:spPr>
            <a:ln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c:spPr>
          <c:marker>
            <c:symbol val="none"/>
          </c:marker>
          <c:xVal>
            <c:numRef>
              <c:f>'1_Basic'!$A$2:$A$201</c:f>
              <c:numCache>
                <c:formatCode>General</c:formatCode>
                <c:ptCount val="200"/>
                <c:pt idx="0">
                  <c:v>0.99975000000000003</c:v>
                </c:pt>
                <c:pt idx="1">
                  <c:v>0.999</c:v>
                </c:pt>
                <c:pt idx="2">
                  <c:v>0.99775999999999998</c:v>
                </c:pt>
                <c:pt idx="3">
                  <c:v>0.99602000000000002</c:v>
                </c:pt>
                <c:pt idx="4">
                  <c:v>0.99378</c:v>
                </c:pt>
                <c:pt idx="5">
                  <c:v>0.99104999999999999</c:v>
                </c:pt>
                <c:pt idx="6">
                  <c:v>0.98784000000000005</c:v>
                </c:pt>
                <c:pt idx="7">
                  <c:v>0.98412999999999995</c:v>
                </c:pt>
                <c:pt idx="8">
                  <c:v>0.97994999999999999</c:v>
                </c:pt>
                <c:pt idx="9">
                  <c:v>0.97528000000000004</c:v>
                </c:pt>
                <c:pt idx="10">
                  <c:v>0.97014999999999996</c:v>
                </c:pt>
                <c:pt idx="11">
                  <c:v>0.96453999999999995</c:v>
                </c:pt>
                <c:pt idx="12">
                  <c:v>0.95847000000000004</c:v>
                </c:pt>
                <c:pt idx="13">
                  <c:v>0.95194000000000001</c:v>
                </c:pt>
                <c:pt idx="14">
                  <c:v>0.94496000000000002</c:v>
                </c:pt>
                <c:pt idx="15">
                  <c:v>0.93754000000000004</c:v>
                </c:pt>
                <c:pt idx="16">
                  <c:v>0.92969000000000002</c:v>
                </c:pt>
                <c:pt idx="17">
                  <c:v>0.9214</c:v>
                </c:pt>
                <c:pt idx="18">
                  <c:v>0.91269999999999996</c:v>
                </c:pt>
                <c:pt idx="19">
                  <c:v>0.90358000000000005</c:v>
                </c:pt>
                <c:pt idx="20">
                  <c:v>0.89405999999999997</c:v>
                </c:pt>
                <c:pt idx="21">
                  <c:v>0.88414999999999999</c:v>
                </c:pt>
                <c:pt idx="22">
                  <c:v>0.87385000000000002</c:v>
                </c:pt>
                <c:pt idx="23">
                  <c:v>0.86317999999999995</c:v>
                </c:pt>
                <c:pt idx="24">
                  <c:v>0.85216000000000003</c:v>
                </c:pt>
                <c:pt idx="25">
                  <c:v>0.84077000000000002</c:v>
                </c:pt>
                <c:pt idx="26">
                  <c:v>0.82904999999999995</c:v>
                </c:pt>
                <c:pt idx="27">
                  <c:v>0.81701000000000001</c:v>
                </c:pt>
                <c:pt idx="28">
                  <c:v>0.80464000000000002</c:v>
                </c:pt>
                <c:pt idx="29">
                  <c:v>0.79196999999999995</c:v>
                </c:pt>
                <c:pt idx="30">
                  <c:v>0.77900999999999998</c:v>
                </c:pt>
                <c:pt idx="31">
                  <c:v>0.76578000000000002</c:v>
                </c:pt>
                <c:pt idx="32">
                  <c:v>0.75227999999999995</c:v>
                </c:pt>
                <c:pt idx="33">
                  <c:v>0.73851999999999995</c:v>
                </c:pt>
                <c:pt idx="34">
                  <c:v>0.72453000000000001</c:v>
                </c:pt>
                <c:pt idx="35">
                  <c:v>0.71031999999999995</c:v>
                </c:pt>
                <c:pt idx="36">
                  <c:v>0.69589000000000001</c:v>
                </c:pt>
                <c:pt idx="37">
                  <c:v>0.68127000000000004</c:v>
                </c:pt>
                <c:pt idx="38">
                  <c:v>0.66647000000000001</c:v>
                </c:pt>
                <c:pt idx="39">
                  <c:v>0.65149999999999997</c:v>
                </c:pt>
                <c:pt idx="40">
                  <c:v>0.63637999999999995</c:v>
                </c:pt>
                <c:pt idx="41">
                  <c:v>0.62112999999999996</c:v>
                </c:pt>
                <c:pt idx="42">
                  <c:v>0.60575999999999997</c:v>
                </c:pt>
                <c:pt idx="43">
                  <c:v>0.59028000000000003</c:v>
                </c:pt>
                <c:pt idx="44">
                  <c:v>0.57471000000000005</c:v>
                </c:pt>
                <c:pt idx="45">
                  <c:v>0.55906</c:v>
                </c:pt>
                <c:pt idx="46">
                  <c:v>0.54335999999999995</c:v>
                </c:pt>
                <c:pt idx="47">
                  <c:v>0.52761000000000002</c:v>
                </c:pt>
                <c:pt idx="48">
                  <c:v>0.51183999999999996</c:v>
                </c:pt>
                <c:pt idx="49">
                  <c:v>0.49604999999999999</c:v>
                </c:pt>
                <c:pt idx="50">
                  <c:v>0.48026999999999997</c:v>
                </c:pt>
                <c:pt idx="51">
                  <c:v>0.46450999999999998</c:v>
                </c:pt>
                <c:pt idx="52">
                  <c:v>0.44878000000000001</c:v>
                </c:pt>
                <c:pt idx="53">
                  <c:v>0.43310999999999999</c:v>
                </c:pt>
                <c:pt idx="54">
                  <c:v>0.41749999999999998</c:v>
                </c:pt>
                <c:pt idx="55">
                  <c:v>0.40196999999999999</c:v>
                </c:pt>
                <c:pt idx="56">
                  <c:v>0.38653999999999999</c:v>
                </c:pt>
                <c:pt idx="57">
                  <c:v>0.37123</c:v>
                </c:pt>
                <c:pt idx="58">
                  <c:v>0.35604000000000002</c:v>
                </c:pt>
                <c:pt idx="59">
                  <c:v>0.34099000000000002</c:v>
                </c:pt>
                <c:pt idx="60">
                  <c:v>0.32611000000000001</c:v>
                </c:pt>
                <c:pt idx="61">
                  <c:v>0.31140000000000001</c:v>
                </c:pt>
                <c:pt idx="62">
                  <c:v>0.29687000000000002</c:v>
                </c:pt>
                <c:pt idx="63">
                  <c:v>0.28255000000000002</c:v>
                </c:pt>
                <c:pt idx="64">
                  <c:v>0.26845000000000002</c:v>
                </c:pt>
                <c:pt idx="65">
                  <c:v>0.25457000000000002</c:v>
                </c:pt>
                <c:pt idx="66">
                  <c:v>0.24093999999999999</c:v>
                </c:pt>
                <c:pt idx="67">
                  <c:v>0.22756999999999999</c:v>
                </c:pt>
                <c:pt idx="68">
                  <c:v>0.21446999999999999</c:v>
                </c:pt>
                <c:pt idx="69">
                  <c:v>0.20166000000000001</c:v>
                </c:pt>
                <c:pt idx="70">
                  <c:v>0.18914</c:v>
                </c:pt>
                <c:pt idx="71">
                  <c:v>0.17693</c:v>
                </c:pt>
                <c:pt idx="72">
                  <c:v>0.16503999999999999</c:v>
                </c:pt>
                <c:pt idx="73">
                  <c:v>0.15348999999999999</c:v>
                </c:pt>
                <c:pt idx="74">
                  <c:v>0.14229</c:v>
                </c:pt>
                <c:pt idx="75">
                  <c:v>0.13144</c:v>
                </c:pt>
                <c:pt idx="76">
                  <c:v>0.12095</c:v>
                </c:pt>
                <c:pt idx="77">
                  <c:v>0.11085</c:v>
                </c:pt>
                <c:pt idx="78">
                  <c:v>0.10113</c:v>
                </c:pt>
                <c:pt idx="79">
                  <c:v>9.1810000000000003E-2</c:v>
                </c:pt>
                <c:pt idx="80">
                  <c:v>8.2900000000000001E-2</c:v>
                </c:pt>
                <c:pt idx="81">
                  <c:v>7.4399999999999994E-2</c:v>
                </c:pt>
                <c:pt idx="82">
                  <c:v>6.633E-2</c:v>
                </c:pt>
                <c:pt idx="83">
                  <c:v>5.8689999999999999E-2</c:v>
                </c:pt>
                <c:pt idx="84">
                  <c:v>5.1490000000000001E-2</c:v>
                </c:pt>
                <c:pt idx="85">
                  <c:v>4.4740000000000002E-2</c:v>
                </c:pt>
                <c:pt idx="86">
                  <c:v>3.8440000000000002E-2</c:v>
                </c:pt>
                <c:pt idx="87">
                  <c:v>3.2599999999999997E-2</c:v>
                </c:pt>
                <c:pt idx="88">
                  <c:v>2.7230000000000001E-2</c:v>
                </c:pt>
                <c:pt idx="89">
                  <c:v>2.232E-2</c:v>
                </c:pt>
                <c:pt idx="90">
                  <c:v>1.7899999999999999E-2</c:v>
                </c:pt>
                <c:pt idx="91">
                  <c:v>1.3950000000000001E-2</c:v>
                </c:pt>
                <c:pt idx="92">
                  <c:v>1.0489999999999999E-2</c:v>
                </c:pt>
                <c:pt idx="93">
                  <c:v>7.5199999999999998E-3</c:v>
                </c:pt>
                <c:pt idx="94">
                  <c:v>5.0400000000000002E-3</c:v>
                </c:pt>
                <c:pt idx="95">
                  <c:v>3.0500000000000002E-3</c:v>
                </c:pt>
                <c:pt idx="96">
                  <c:v>1.56E-3</c:v>
                </c:pt>
                <c:pt idx="97">
                  <c:v>5.5999999999999995E-4</c:v>
                </c:pt>
                <c:pt idx="98" formatCode="0.00E+00">
                  <c:v>6.0000000000000002E-5</c:v>
                </c:pt>
                <c:pt idx="99">
                  <c:v>0</c:v>
                </c:pt>
                <c:pt idx="100" formatCode="0.00E+00">
                  <c:v>6.0000000000000002E-5</c:v>
                </c:pt>
                <c:pt idx="101">
                  <c:v>5.5999999999999995E-4</c:v>
                </c:pt>
                <c:pt idx="102">
                  <c:v>1.56E-3</c:v>
                </c:pt>
                <c:pt idx="103">
                  <c:v>3.0500000000000002E-3</c:v>
                </c:pt>
                <c:pt idx="104">
                  <c:v>5.0400000000000002E-3</c:v>
                </c:pt>
                <c:pt idx="105">
                  <c:v>7.5199999999999998E-3</c:v>
                </c:pt>
                <c:pt idx="106">
                  <c:v>1.0489999999999999E-2</c:v>
                </c:pt>
                <c:pt idx="107">
                  <c:v>1.3950000000000001E-2</c:v>
                </c:pt>
                <c:pt idx="108">
                  <c:v>1.7899999999999999E-2</c:v>
                </c:pt>
                <c:pt idx="109">
                  <c:v>2.232E-2</c:v>
                </c:pt>
                <c:pt idx="110">
                  <c:v>2.7230000000000001E-2</c:v>
                </c:pt>
                <c:pt idx="111">
                  <c:v>3.2599999999999997E-2</c:v>
                </c:pt>
                <c:pt idx="112">
                  <c:v>3.8440000000000002E-2</c:v>
                </c:pt>
                <c:pt idx="113">
                  <c:v>4.4740000000000002E-2</c:v>
                </c:pt>
                <c:pt idx="114">
                  <c:v>5.1490000000000001E-2</c:v>
                </c:pt>
                <c:pt idx="115">
                  <c:v>5.8689999999999999E-2</c:v>
                </c:pt>
                <c:pt idx="116">
                  <c:v>6.633E-2</c:v>
                </c:pt>
                <c:pt idx="117">
                  <c:v>7.4399999999999994E-2</c:v>
                </c:pt>
                <c:pt idx="118">
                  <c:v>8.2900000000000001E-2</c:v>
                </c:pt>
                <c:pt idx="119">
                  <c:v>9.1810000000000003E-2</c:v>
                </c:pt>
                <c:pt idx="120">
                  <c:v>0.10113</c:v>
                </c:pt>
                <c:pt idx="121">
                  <c:v>0.11085</c:v>
                </c:pt>
                <c:pt idx="122">
                  <c:v>0.12095</c:v>
                </c:pt>
                <c:pt idx="123">
                  <c:v>0.13144</c:v>
                </c:pt>
                <c:pt idx="124">
                  <c:v>0.14229</c:v>
                </c:pt>
                <c:pt idx="125">
                  <c:v>0.15348999999999999</c:v>
                </c:pt>
                <c:pt idx="126">
                  <c:v>0.16503999999999999</c:v>
                </c:pt>
                <c:pt idx="127">
                  <c:v>0.17693</c:v>
                </c:pt>
                <c:pt idx="128">
                  <c:v>0.18914</c:v>
                </c:pt>
                <c:pt idx="129">
                  <c:v>0.20166000000000001</c:v>
                </c:pt>
                <c:pt idx="130">
                  <c:v>0.21446999999999999</c:v>
                </c:pt>
                <c:pt idx="131">
                  <c:v>0.22756999999999999</c:v>
                </c:pt>
                <c:pt idx="132">
                  <c:v>0.24093999999999999</c:v>
                </c:pt>
                <c:pt idx="133">
                  <c:v>0.25457000000000002</c:v>
                </c:pt>
                <c:pt idx="134">
                  <c:v>0.26845000000000002</c:v>
                </c:pt>
                <c:pt idx="135">
                  <c:v>0.28255000000000002</c:v>
                </c:pt>
                <c:pt idx="136">
                  <c:v>0.29687000000000002</c:v>
                </c:pt>
                <c:pt idx="137">
                  <c:v>0.31140000000000001</c:v>
                </c:pt>
                <c:pt idx="138">
                  <c:v>0.32611000000000001</c:v>
                </c:pt>
                <c:pt idx="139">
                  <c:v>0.34099000000000002</c:v>
                </c:pt>
                <c:pt idx="140">
                  <c:v>0.35604000000000002</c:v>
                </c:pt>
                <c:pt idx="141">
                  <c:v>0.37123</c:v>
                </c:pt>
                <c:pt idx="142">
                  <c:v>0.38653999999999999</c:v>
                </c:pt>
                <c:pt idx="143">
                  <c:v>0.40196999999999999</c:v>
                </c:pt>
                <c:pt idx="144">
                  <c:v>0.41749999999999998</c:v>
                </c:pt>
                <c:pt idx="145">
                  <c:v>0.43310999999999999</c:v>
                </c:pt>
                <c:pt idx="146">
                  <c:v>0.44878000000000001</c:v>
                </c:pt>
                <c:pt idx="147">
                  <c:v>0.46450999999999998</c:v>
                </c:pt>
                <c:pt idx="148">
                  <c:v>0.48026999999999997</c:v>
                </c:pt>
                <c:pt idx="149">
                  <c:v>0.49604999999999999</c:v>
                </c:pt>
                <c:pt idx="150">
                  <c:v>0.51183999999999996</c:v>
                </c:pt>
                <c:pt idx="151">
                  <c:v>0.52761000000000002</c:v>
                </c:pt>
                <c:pt idx="152">
                  <c:v>0.54335999999999995</c:v>
                </c:pt>
                <c:pt idx="153">
                  <c:v>0.55906</c:v>
                </c:pt>
                <c:pt idx="154">
                  <c:v>0.57471000000000005</c:v>
                </c:pt>
                <c:pt idx="155">
                  <c:v>0.59028000000000003</c:v>
                </c:pt>
                <c:pt idx="156">
                  <c:v>0.60575999999999997</c:v>
                </c:pt>
                <c:pt idx="157">
                  <c:v>0.62112999999999996</c:v>
                </c:pt>
                <c:pt idx="158">
                  <c:v>0.63637999999999995</c:v>
                </c:pt>
                <c:pt idx="159">
                  <c:v>0.65149999999999997</c:v>
                </c:pt>
                <c:pt idx="160">
                  <c:v>0.66647000000000001</c:v>
                </c:pt>
                <c:pt idx="161">
                  <c:v>0.68127000000000004</c:v>
                </c:pt>
                <c:pt idx="162">
                  <c:v>0.69589000000000001</c:v>
                </c:pt>
                <c:pt idx="163">
                  <c:v>0.71031999999999995</c:v>
                </c:pt>
                <c:pt idx="164">
                  <c:v>0.72453000000000001</c:v>
                </c:pt>
                <c:pt idx="165">
                  <c:v>0.73851999999999995</c:v>
                </c:pt>
                <c:pt idx="166">
                  <c:v>0.75227999999999995</c:v>
                </c:pt>
                <c:pt idx="167">
                  <c:v>0.76578000000000002</c:v>
                </c:pt>
                <c:pt idx="168">
                  <c:v>0.77900999999999998</c:v>
                </c:pt>
                <c:pt idx="169">
                  <c:v>0.79196999999999995</c:v>
                </c:pt>
                <c:pt idx="170">
                  <c:v>0.80464000000000002</c:v>
                </c:pt>
                <c:pt idx="171">
                  <c:v>0.81701000000000001</c:v>
                </c:pt>
                <c:pt idx="172">
                  <c:v>0.82904999999999995</c:v>
                </c:pt>
                <c:pt idx="173">
                  <c:v>0.84077000000000002</c:v>
                </c:pt>
                <c:pt idx="174">
                  <c:v>0.85216000000000003</c:v>
                </c:pt>
                <c:pt idx="175">
                  <c:v>0.86317999999999995</c:v>
                </c:pt>
                <c:pt idx="176">
                  <c:v>0.87385000000000002</c:v>
                </c:pt>
                <c:pt idx="177">
                  <c:v>0.88414999999999999</c:v>
                </c:pt>
                <c:pt idx="178">
                  <c:v>0.89405999999999997</c:v>
                </c:pt>
                <c:pt idx="179">
                  <c:v>0.90358000000000005</c:v>
                </c:pt>
                <c:pt idx="180">
                  <c:v>0.91269999999999996</c:v>
                </c:pt>
                <c:pt idx="181">
                  <c:v>0.9214</c:v>
                </c:pt>
                <c:pt idx="182">
                  <c:v>0.92969000000000002</c:v>
                </c:pt>
                <c:pt idx="183">
                  <c:v>0.93754000000000004</c:v>
                </c:pt>
                <c:pt idx="184">
                  <c:v>0.94496000000000002</c:v>
                </c:pt>
                <c:pt idx="185">
                  <c:v>0.95194000000000001</c:v>
                </c:pt>
                <c:pt idx="186">
                  <c:v>0.95847000000000004</c:v>
                </c:pt>
                <c:pt idx="187">
                  <c:v>0.96453999999999995</c:v>
                </c:pt>
                <c:pt idx="188">
                  <c:v>0.97014999999999996</c:v>
                </c:pt>
                <c:pt idx="189">
                  <c:v>0.97528000000000004</c:v>
                </c:pt>
                <c:pt idx="190">
                  <c:v>0.97994999999999999</c:v>
                </c:pt>
                <c:pt idx="191">
                  <c:v>0.98412999999999995</c:v>
                </c:pt>
                <c:pt idx="192">
                  <c:v>0.98784000000000005</c:v>
                </c:pt>
                <c:pt idx="193">
                  <c:v>0.99104999999999999</c:v>
                </c:pt>
                <c:pt idx="194">
                  <c:v>0.99378</c:v>
                </c:pt>
                <c:pt idx="195">
                  <c:v>0.99602000000000002</c:v>
                </c:pt>
                <c:pt idx="196">
                  <c:v>0.99775999999999998</c:v>
                </c:pt>
                <c:pt idx="197">
                  <c:v>0.999</c:v>
                </c:pt>
                <c:pt idx="198">
                  <c:v>0.99975000000000003</c:v>
                </c:pt>
                <c:pt idx="199">
                  <c:v>1</c:v>
                </c:pt>
              </c:numCache>
            </c:numRef>
          </c:xVal>
          <c:yVal>
            <c:numRef>
              <c:f>'1_Basic'!$B$2:$B$201</c:f>
              <c:numCache>
                <c:formatCode>General</c:formatCode>
                <c:ptCount val="200"/>
                <c:pt idx="0">
                  <c:v>0.93656700000000004</c:v>
                </c:pt>
                <c:pt idx="1">
                  <c:v>0.57316500000000004</c:v>
                </c:pt>
                <c:pt idx="2">
                  <c:v>0.51698200000000005</c:v>
                </c:pt>
                <c:pt idx="3">
                  <c:v>0.45728400000000002</c:v>
                </c:pt>
                <c:pt idx="4">
                  <c:v>0.414072</c:v>
                </c:pt>
                <c:pt idx="5">
                  <c:v>0.38157200000000002</c:v>
                </c:pt>
                <c:pt idx="6">
                  <c:v>0.35259400000000002</c:v>
                </c:pt>
                <c:pt idx="7">
                  <c:v>0.326876</c:v>
                </c:pt>
                <c:pt idx="8">
                  <c:v>0.30326999999999998</c:v>
                </c:pt>
                <c:pt idx="9">
                  <c:v>0.28132800000000002</c:v>
                </c:pt>
                <c:pt idx="10">
                  <c:v>0.26070300000000002</c:v>
                </c:pt>
                <c:pt idx="11">
                  <c:v>0.24113399999999999</c:v>
                </c:pt>
                <c:pt idx="12">
                  <c:v>0.22246199999999999</c:v>
                </c:pt>
                <c:pt idx="13">
                  <c:v>0.20455000000000001</c:v>
                </c:pt>
                <c:pt idx="14">
                  <c:v>0.187303</c:v>
                </c:pt>
                <c:pt idx="15">
                  <c:v>0.170649</c:v>
                </c:pt>
                <c:pt idx="16">
                  <c:v>0.15450900000000001</c:v>
                </c:pt>
                <c:pt idx="17">
                  <c:v>0.13881299999999999</c:v>
                </c:pt>
                <c:pt idx="18">
                  <c:v>0.123533</c:v>
                </c:pt>
                <c:pt idx="19">
                  <c:v>0.108614</c:v>
                </c:pt>
                <c:pt idx="20">
                  <c:v>9.4038700000000003E-2</c:v>
                </c:pt>
                <c:pt idx="21">
                  <c:v>7.9776100000000003E-2</c:v>
                </c:pt>
                <c:pt idx="22">
                  <c:v>6.5771800000000005E-2</c:v>
                </c:pt>
                <c:pt idx="23">
                  <c:v>5.2026900000000001E-2</c:v>
                </c:pt>
                <c:pt idx="24">
                  <c:v>3.8475799999999998E-2</c:v>
                </c:pt>
                <c:pt idx="25">
                  <c:v>2.5099400000000001E-2</c:v>
                </c:pt>
                <c:pt idx="26">
                  <c:v>1.18747E-2</c:v>
                </c:pt>
                <c:pt idx="27">
                  <c:v>-1.21788E-3</c:v>
                </c:pt>
                <c:pt idx="28">
                  <c:v>-1.4195599999999999E-2</c:v>
                </c:pt>
                <c:pt idx="29">
                  <c:v>-2.7057399999999999E-2</c:v>
                </c:pt>
                <c:pt idx="30">
                  <c:v>-3.9818199999999998E-2</c:v>
                </c:pt>
                <c:pt idx="31">
                  <c:v>-5.25271E-2</c:v>
                </c:pt>
                <c:pt idx="32">
                  <c:v>-6.5265900000000002E-2</c:v>
                </c:pt>
                <c:pt idx="33">
                  <c:v>-7.8053399999999995E-2</c:v>
                </c:pt>
                <c:pt idx="34">
                  <c:v>-9.0871800000000003E-2</c:v>
                </c:pt>
                <c:pt idx="35">
                  <c:v>-0.103756</c:v>
                </c:pt>
                <c:pt idx="36">
                  <c:v>-0.116671</c:v>
                </c:pt>
                <c:pt idx="37">
                  <c:v>-0.12970599999999999</c:v>
                </c:pt>
                <c:pt idx="38">
                  <c:v>-0.14285200000000001</c:v>
                </c:pt>
                <c:pt idx="39">
                  <c:v>-0.15615499999999999</c:v>
                </c:pt>
                <c:pt idx="40">
                  <c:v>-0.16964199999999999</c:v>
                </c:pt>
                <c:pt idx="41">
                  <c:v>-0.18332100000000001</c:v>
                </c:pt>
                <c:pt idx="42">
                  <c:v>-0.197246</c:v>
                </c:pt>
                <c:pt idx="43">
                  <c:v>-0.21141199999999999</c:v>
                </c:pt>
                <c:pt idx="44">
                  <c:v>-0.22584000000000001</c:v>
                </c:pt>
                <c:pt idx="45">
                  <c:v>-0.24049400000000001</c:v>
                </c:pt>
                <c:pt idx="46">
                  <c:v>-0.25539400000000001</c:v>
                </c:pt>
                <c:pt idx="47">
                  <c:v>-0.270511</c:v>
                </c:pt>
                <c:pt idx="48">
                  <c:v>-0.28580499999999998</c:v>
                </c:pt>
                <c:pt idx="49">
                  <c:v>-0.30110799999999999</c:v>
                </c:pt>
                <c:pt idx="50">
                  <c:v>-0.31654399999999999</c:v>
                </c:pt>
                <c:pt idx="51">
                  <c:v>-0.33300000000000002</c:v>
                </c:pt>
                <c:pt idx="52">
                  <c:v>-0.351433</c:v>
                </c:pt>
                <c:pt idx="53">
                  <c:v>-0.36971100000000001</c:v>
                </c:pt>
                <c:pt idx="54">
                  <c:v>-0.38180900000000001</c:v>
                </c:pt>
                <c:pt idx="55">
                  <c:v>-0.38272800000000001</c:v>
                </c:pt>
                <c:pt idx="56">
                  <c:v>-0.37845000000000001</c:v>
                </c:pt>
                <c:pt idx="57">
                  <c:v>-0.39266600000000002</c:v>
                </c:pt>
                <c:pt idx="58">
                  <c:v>-0.45266299999999998</c:v>
                </c:pt>
                <c:pt idx="59">
                  <c:v>-0.54920400000000003</c:v>
                </c:pt>
                <c:pt idx="60">
                  <c:v>-0.62309999999999999</c:v>
                </c:pt>
                <c:pt idx="61">
                  <c:v>-0.65020199999999995</c:v>
                </c:pt>
                <c:pt idx="62">
                  <c:v>-0.64859199999999995</c:v>
                </c:pt>
                <c:pt idx="63">
                  <c:v>-0.63841099999999995</c:v>
                </c:pt>
                <c:pt idx="64">
                  <c:v>-0.62837799999999999</c:v>
                </c:pt>
                <c:pt idx="65">
                  <c:v>-0.61918899999999999</c:v>
                </c:pt>
                <c:pt idx="66">
                  <c:v>-0.60916000000000003</c:v>
                </c:pt>
                <c:pt idx="67">
                  <c:v>-0.59769700000000003</c:v>
                </c:pt>
                <c:pt idx="68">
                  <c:v>-0.58502500000000002</c:v>
                </c:pt>
                <c:pt idx="69">
                  <c:v>-0.57157800000000003</c:v>
                </c:pt>
                <c:pt idx="70">
                  <c:v>-0.557253</c:v>
                </c:pt>
                <c:pt idx="71">
                  <c:v>-0.54137199999999996</c:v>
                </c:pt>
                <c:pt idx="72">
                  <c:v>-0.523231</c:v>
                </c:pt>
                <c:pt idx="73">
                  <c:v>-0.50287199999999999</c:v>
                </c:pt>
                <c:pt idx="74">
                  <c:v>-0.480848</c:v>
                </c:pt>
                <c:pt idx="75">
                  <c:v>-0.45759100000000003</c:v>
                </c:pt>
                <c:pt idx="76">
                  <c:v>-0.43289100000000003</c:v>
                </c:pt>
                <c:pt idx="77">
                  <c:v>-0.40624900000000003</c:v>
                </c:pt>
                <c:pt idx="78">
                  <c:v>-0.37740600000000002</c:v>
                </c:pt>
                <c:pt idx="79">
                  <c:v>-0.34626400000000002</c:v>
                </c:pt>
                <c:pt idx="80">
                  <c:v>-0.31261899999999998</c:v>
                </c:pt>
                <c:pt idx="81">
                  <c:v>-0.27627299999999999</c:v>
                </c:pt>
                <c:pt idx="82">
                  <c:v>-0.236843</c:v>
                </c:pt>
                <c:pt idx="83">
                  <c:v>-0.19395100000000001</c:v>
                </c:pt>
                <c:pt idx="84">
                  <c:v>-0.147093</c:v>
                </c:pt>
                <c:pt idx="85">
                  <c:v>-9.5370700000000003E-2</c:v>
                </c:pt>
                <c:pt idx="86">
                  <c:v>-3.7911800000000002E-2</c:v>
                </c:pt>
                <c:pt idx="87">
                  <c:v>2.6284999999999999E-2</c:v>
                </c:pt>
                <c:pt idx="88">
                  <c:v>9.8478800000000005E-2</c:v>
                </c:pt>
                <c:pt idx="89">
                  <c:v>0.180231</c:v>
                </c:pt>
                <c:pt idx="90">
                  <c:v>0.27313399999999999</c:v>
                </c:pt>
                <c:pt idx="91">
                  <c:v>0.37906499999999999</c:v>
                </c:pt>
                <c:pt idx="92">
                  <c:v>0.49885299999999999</c:v>
                </c:pt>
                <c:pt idx="93">
                  <c:v>0.63175400000000004</c:v>
                </c:pt>
                <c:pt idx="94">
                  <c:v>0.77420100000000003</c:v>
                </c:pt>
                <c:pt idx="95">
                  <c:v>0.91976899999999995</c:v>
                </c:pt>
                <c:pt idx="96">
                  <c:v>1.0430600000000001</c:v>
                </c:pt>
                <c:pt idx="97">
                  <c:v>1.14686</c:v>
                </c:pt>
                <c:pt idx="98">
                  <c:v>1.1657999999999999</c:v>
                </c:pt>
                <c:pt idx="99">
                  <c:v>1.12575</c:v>
                </c:pt>
                <c:pt idx="100">
                  <c:v>1.1087899999999999</c:v>
                </c:pt>
                <c:pt idx="101">
                  <c:v>0.99861200000000006</c:v>
                </c:pt>
                <c:pt idx="102">
                  <c:v>0.79123500000000002</c:v>
                </c:pt>
                <c:pt idx="103">
                  <c:v>0.59754300000000005</c:v>
                </c:pt>
                <c:pt idx="104">
                  <c:v>0.404505</c:v>
                </c:pt>
                <c:pt idx="105">
                  <c:v>0.22995699999999999</c:v>
                </c:pt>
                <c:pt idx="106">
                  <c:v>7.9312400000000005E-2</c:v>
                </c:pt>
                <c:pt idx="107">
                  <c:v>-4.8175200000000001E-2</c:v>
                </c:pt>
                <c:pt idx="108">
                  <c:v>-0.15559000000000001</c:v>
                </c:pt>
                <c:pt idx="109">
                  <c:v>-0.246499</c:v>
                </c:pt>
                <c:pt idx="110">
                  <c:v>-0.32378899999999999</c:v>
                </c:pt>
                <c:pt idx="111">
                  <c:v>-0.39021400000000001</c:v>
                </c:pt>
                <c:pt idx="112">
                  <c:v>-0.44800699999999999</c:v>
                </c:pt>
                <c:pt idx="113">
                  <c:v>-0.49895400000000001</c:v>
                </c:pt>
                <c:pt idx="114">
                  <c:v>-0.54406600000000005</c:v>
                </c:pt>
                <c:pt idx="115">
                  <c:v>-0.58417300000000005</c:v>
                </c:pt>
                <c:pt idx="116">
                  <c:v>-0.62042399999999998</c:v>
                </c:pt>
                <c:pt idx="117">
                  <c:v>-0.65398900000000004</c:v>
                </c:pt>
                <c:pt idx="118">
                  <c:v>-0.68547499999999995</c:v>
                </c:pt>
                <c:pt idx="119">
                  <c:v>-0.71509199999999995</c:v>
                </c:pt>
                <c:pt idx="120">
                  <c:v>-0.74261500000000003</c:v>
                </c:pt>
                <c:pt idx="121">
                  <c:v>-0.76765300000000003</c:v>
                </c:pt>
                <c:pt idx="122">
                  <c:v>-0.79038200000000003</c:v>
                </c:pt>
                <c:pt idx="123">
                  <c:v>-0.81196699999999999</c:v>
                </c:pt>
                <c:pt idx="124">
                  <c:v>-0.83340599999999998</c:v>
                </c:pt>
                <c:pt idx="125">
                  <c:v>-0.85458999999999996</c:v>
                </c:pt>
                <c:pt idx="126">
                  <c:v>-0.87419800000000003</c:v>
                </c:pt>
                <c:pt idx="127">
                  <c:v>-0.89199700000000004</c:v>
                </c:pt>
                <c:pt idx="128">
                  <c:v>-0.90863899999999997</c:v>
                </c:pt>
                <c:pt idx="129">
                  <c:v>-0.92506999999999995</c:v>
                </c:pt>
                <c:pt idx="130">
                  <c:v>-0.94117700000000004</c:v>
                </c:pt>
                <c:pt idx="131">
                  <c:v>-0.95635099999999995</c:v>
                </c:pt>
                <c:pt idx="132">
                  <c:v>-0.96994100000000005</c:v>
                </c:pt>
                <c:pt idx="133">
                  <c:v>-0.98199700000000001</c:v>
                </c:pt>
                <c:pt idx="134">
                  <c:v>-0.99276900000000001</c:v>
                </c:pt>
                <c:pt idx="135">
                  <c:v>-1.0027299999999999</c:v>
                </c:pt>
                <c:pt idx="136">
                  <c:v>-1.0122199999999999</c:v>
                </c:pt>
                <c:pt idx="137">
                  <c:v>-1.02136</c:v>
                </c:pt>
                <c:pt idx="138">
                  <c:v>-1.0303500000000001</c:v>
                </c:pt>
                <c:pt idx="139">
                  <c:v>-1.03918</c:v>
                </c:pt>
                <c:pt idx="140">
                  <c:v>-1.04782</c:v>
                </c:pt>
                <c:pt idx="141">
                  <c:v>-1.05579</c:v>
                </c:pt>
                <c:pt idx="142">
                  <c:v>-1.0628299999999999</c:v>
                </c:pt>
                <c:pt idx="143">
                  <c:v>-1.0692200000000001</c:v>
                </c:pt>
                <c:pt idx="144">
                  <c:v>-1.0755300000000001</c:v>
                </c:pt>
                <c:pt idx="145">
                  <c:v>-1.08196</c:v>
                </c:pt>
                <c:pt idx="146">
                  <c:v>-1.08839</c:v>
                </c:pt>
                <c:pt idx="147">
                  <c:v>-1.09432</c:v>
                </c:pt>
                <c:pt idx="148">
                  <c:v>-1.0996999999999999</c:v>
                </c:pt>
                <c:pt idx="149">
                  <c:v>-1.1039399999999999</c:v>
                </c:pt>
                <c:pt idx="150">
                  <c:v>-1.10765</c:v>
                </c:pt>
                <c:pt idx="151">
                  <c:v>-1.1110800000000001</c:v>
                </c:pt>
                <c:pt idx="152">
                  <c:v>-1.1137300000000001</c:v>
                </c:pt>
                <c:pt idx="153">
                  <c:v>-1.1111200000000001</c:v>
                </c:pt>
                <c:pt idx="154">
                  <c:v>-1.1089</c:v>
                </c:pt>
                <c:pt idx="155">
                  <c:v>-1.1142399999999999</c:v>
                </c:pt>
                <c:pt idx="156">
                  <c:v>-1.1106100000000001</c:v>
                </c:pt>
                <c:pt idx="157">
                  <c:v>-0.91850699999999996</c:v>
                </c:pt>
                <c:pt idx="158">
                  <c:v>-0.289358</c:v>
                </c:pt>
                <c:pt idx="159">
                  <c:v>3.2497499999999999E-2</c:v>
                </c:pt>
                <c:pt idx="160">
                  <c:v>2.0895299999999999E-2</c:v>
                </c:pt>
                <c:pt idx="161">
                  <c:v>-9.8095200000000004E-3</c:v>
                </c:pt>
                <c:pt idx="162">
                  <c:v>-7.8073700000000001E-3</c:v>
                </c:pt>
                <c:pt idx="163">
                  <c:v>-2.7097699999999998E-3</c:v>
                </c:pt>
                <c:pt idx="164">
                  <c:v>-1.4977499999999999E-3</c:v>
                </c:pt>
                <c:pt idx="165">
                  <c:v>1.2809799999999999E-3</c:v>
                </c:pt>
                <c:pt idx="166">
                  <c:v>6.1915900000000003E-3</c:v>
                </c:pt>
                <c:pt idx="167">
                  <c:v>1.2238199999999999E-2</c:v>
                </c:pt>
                <c:pt idx="168">
                  <c:v>1.9027800000000001E-2</c:v>
                </c:pt>
                <c:pt idx="169">
                  <c:v>2.66307E-2</c:v>
                </c:pt>
                <c:pt idx="170">
                  <c:v>3.4918499999999998E-2</c:v>
                </c:pt>
                <c:pt idx="171">
                  <c:v>4.3825299999999998E-2</c:v>
                </c:pt>
                <c:pt idx="172">
                  <c:v>5.3275900000000001E-2</c:v>
                </c:pt>
                <c:pt idx="173">
                  <c:v>6.3288300000000006E-2</c:v>
                </c:pt>
                <c:pt idx="174">
                  <c:v>7.3787000000000005E-2</c:v>
                </c:pt>
                <c:pt idx="175">
                  <c:v>8.4794900000000006E-2</c:v>
                </c:pt>
                <c:pt idx="176">
                  <c:v>9.6238799999999999E-2</c:v>
                </c:pt>
                <c:pt idx="177">
                  <c:v>0.108172</c:v>
                </c:pt>
                <c:pt idx="178">
                  <c:v>0.120534</c:v>
                </c:pt>
                <c:pt idx="179">
                  <c:v>0.13336999999999999</c:v>
                </c:pt>
                <c:pt idx="180">
                  <c:v>0.146671</c:v>
                </c:pt>
                <c:pt idx="181">
                  <c:v>0.16045100000000001</c:v>
                </c:pt>
                <c:pt idx="182">
                  <c:v>0.17474200000000001</c:v>
                </c:pt>
                <c:pt idx="183">
                  <c:v>0.18956100000000001</c:v>
                </c:pt>
                <c:pt idx="184">
                  <c:v>0.204957</c:v>
                </c:pt>
                <c:pt idx="185">
                  <c:v>0.22098100000000001</c:v>
                </c:pt>
                <c:pt idx="186">
                  <c:v>0.23769699999999999</c:v>
                </c:pt>
                <c:pt idx="187">
                  <c:v>0.255166</c:v>
                </c:pt>
                <c:pt idx="188">
                  <c:v>0.27352199999999999</c:v>
                </c:pt>
                <c:pt idx="189">
                  <c:v>0.292875</c:v>
                </c:pt>
                <c:pt idx="190">
                  <c:v>0.31347399999999997</c:v>
                </c:pt>
                <c:pt idx="191">
                  <c:v>0.33562900000000001</c:v>
                </c:pt>
                <c:pt idx="192">
                  <c:v>0.35971599999999998</c:v>
                </c:pt>
                <c:pt idx="193">
                  <c:v>0.38676100000000002</c:v>
                </c:pt>
                <c:pt idx="194">
                  <c:v>0.41737999999999997</c:v>
                </c:pt>
                <c:pt idx="195">
                  <c:v>0.45682899999999999</c:v>
                </c:pt>
                <c:pt idx="196">
                  <c:v>0.51373400000000002</c:v>
                </c:pt>
                <c:pt idx="197">
                  <c:v>0.567944</c:v>
                </c:pt>
                <c:pt idx="198">
                  <c:v>0.88456599999999996</c:v>
                </c:pt>
                <c:pt idx="199">
                  <c:v>0.75493399999999999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414-4F49-B3B6-AE60C583E6C8}"/>
            </c:ext>
          </c:extLst>
        </c:ser>
        <c:ser>
          <c:idx val="0"/>
          <c:order val="1"/>
          <c:tx>
            <c:v>Optimized</c:v>
          </c:tx>
          <c:spPr>
            <a:ln w="19050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'32_Basic'!$A$2:$A$201</c:f>
              <c:numCache>
                <c:formatCode>General</c:formatCode>
                <c:ptCount val="200"/>
                <c:pt idx="0">
                  <c:v>0.99975000000000003</c:v>
                </c:pt>
                <c:pt idx="1">
                  <c:v>0.999</c:v>
                </c:pt>
                <c:pt idx="2">
                  <c:v>0.99775999999999998</c:v>
                </c:pt>
                <c:pt idx="3">
                  <c:v>0.99602000000000002</c:v>
                </c:pt>
                <c:pt idx="4">
                  <c:v>0.99378</c:v>
                </c:pt>
                <c:pt idx="5">
                  <c:v>0.99104999999999999</c:v>
                </c:pt>
                <c:pt idx="6">
                  <c:v>0.98784000000000005</c:v>
                </c:pt>
                <c:pt idx="7">
                  <c:v>0.98412999999999995</c:v>
                </c:pt>
                <c:pt idx="8">
                  <c:v>0.97994999999999999</c:v>
                </c:pt>
                <c:pt idx="9">
                  <c:v>0.97528000000000004</c:v>
                </c:pt>
                <c:pt idx="10">
                  <c:v>0.97014999999999996</c:v>
                </c:pt>
                <c:pt idx="11">
                  <c:v>0.96453999999999995</c:v>
                </c:pt>
                <c:pt idx="12">
                  <c:v>0.95847000000000004</c:v>
                </c:pt>
                <c:pt idx="13">
                  <c:v>0.95194000000000001</c:v>
                </c:pt>
                <c:pt idx="14">
                  <c:v>0.94496000000000002</c:v>
                </c:pt>
                <c:pt idx="15">
                  <c:v>0.93754000000000004</c:v>
                </c:pt>
                <c:pt idx="16">
                  <c:v>0.92969000000000002</c:v>
                </c:pt>
                <c:pt idx="17">
                  <c:v>0.9214</c:v>
                </c:pt>
                <c:pt idx="18">
                  <c:v>0.91269999999999996</c:v>
                </c:pt>
                <c:pt idx="19">
                  <c:v>0.90358000000000005</c:v>
                </c:pt>
                <c:pt idx="20">
                  <c:v>0.89405999999999997</c:v>
                </c:pt>
                <c:pt idx="21">
                  <c:v>0.88414999999999999</c:v>
                </c:pt>
                <c:pt idx="22">
                  <c:v>0.87385000000000002</c:v>
                </c:pt>
                <c:pt idx="23">
                  <c:v>0.86317999999999995</c:v>
                </c:pt>
                <c:pt idx="24">
                  <c:v>0.85216000000000003</c:v>
                </c:pt>
                <c:pt idx="25">
                  <c:v>0.84077000000000002</c:v>
                </c:pt>
                <c:pt idx="26">
                  <c:v>0.82904999999999995</c:v>
                </c:pt>
                <c:pt idx="27">
                  <c:v>0.81701000000000001</c:v>
                </c:pt>
                <c:pt idx="28">
                  <c:v>0.80464000000000002</c:v>
                </c:pt>
                <c:pt idx="29">
                  <c:v>0.79196999999999995</c:v>
                </c:pt>
                <c:pt idx="30">
                  <c:v>0.77900999999999998</c:v>
                </c:pt>
                <c:pt idx="31">
                  <c:v>0.76578000000000002</c:v>
                </c:pt>
                <c:pt idx="32">
                  <c:v>0.75227999999999995</c:v>
                </c:pt>
                <c:pt idx="33">
                  <c:v>0.73851999999999995</c:v>
                </c:pt>
                <c:pt idx="34">
                  <c:v>0.72453000000000001</c:v>
                </c:pt>
                <c:pt idx="35">
                  <c:v>0.71031999999999995</c:v>
                </c:pt>
                <c:pt idx="36">
                  <c:v>0.69589000000000001</c:v>
                </c:pt>
                <c:pt idx="37">
                  <c:v>0.68127000000000004</c:v>
                </c:pt>
                <c:pt idx="38">
                  <c:v>0.66647000000000001</c:v>
                </c:pt>
                <c:pt idx="39">
                  <c:v>0.65149999999999997</c:v>
                </c:pt>
                <c:pt idx="40">
                  <c:v>0.63637999999999995</c:v>
                </c:pt>
                <c:pt idx="41">
                  <c:v>0.62112999999999996</c:v>
                </c:pt>
                <c:pt idx="42">
                  <c:v>0.60575999999999997</c:v>
                </c:pt>
                <c:pt idx="43">
                  <c:v>0.59028000000000003</c:v>
                </c:pt>
                <c:pt idx="44">
                  <c:v>0.57471000000000005</c:v>
                </c:pt>
                <c:pt idx="45">
                  <c:v>0.55906</c:v>
                </c:pt>
                <c:pt idx="46">
                  <c:v>0.54335999999999995</c:v>
                </c:pt>
                <c:pt idx="47">
                  <c:v>0.52761000000000002</c:v>
                </c:pt>
                <c:pt idx="48">
                  <c:v>0.51183999999999996</c:v>
                </c:pt>
                <c:pt idx="49">
                  <c:v>0.49604999999999999</c:v>
                </c:pt>
                <c:pt idx="50">
                  <c:v>0.48026999999999997</c:v>
                </c:pt>
                <c:pt idx="51">
                  <c:v>0.46450999999999998</c:v>
                </c:pt>
                <c:pt idx="52">
                  <c:v>0.44878000000000001</c:v>
                </c:pt>
                <c:pt idx="53">
                  <c:v>0.43310999999999999</c:v>
                </c:pt>
                <c:pt idx="54">
                  <c:v>0.41749999999999998</c:v>
                </c:pt>
                <c:pt idx="55">
                  <c:v>0.40196999999999999</c:v>
                </c:pt>
                <c:pt idx="56">
                  <c:v>0.38653999999999999</c:v>
                </c:pt>
                <c:pt idx="57">
                  <c:v>0.37123</c:v>
                </c:pt>
                <c:pt idx="58">
                  <c:v>0.35604000000000002</c:v>
                </c:pt>
                <c:pt idx="59">
                  <c:v>0.34099000000000002</c:v>
                </c:pt>
                <c:pt idx="60">
                  <c:v>0.32611000000000001</c:v>
                </c:pt>
                <c:pt idx="61">
                  <c:v>0.31140000000000001</c:v>
                </c:pt>
                <c:pt idx="62">
                  <c:v>0.29687000000000002</c:v>
                </c:pt>
                <c:pt idx="63">
                  <c:v>0.28255000000000002</c:v>
                </c:pt>
                <c:pt idx="64">
                  <c:v>0.26845000000000002</c:v>
                </c:pt>
                <c:pt idx="65">
                  <c:v>0.25457000000000002</c:v>
                </c:pt>
                <c:pt idx="66">
                  <c:v>0.24093999999999999</c:v>
                </c:pt>
                <c:pt idx="67">
                  <c:v>0.22756999999999999</c:v>
                </c:pt>
                <c:pt idx="68">
                  <c:v>0.21446999999999999</c:v>
                </c:pt>
                <c:pt idx="69">
                  <c:v>0.20166000000000001</c:v>
                </c:pt>
                <c:pt idx="70">
                  <c:v>0.18914</c:v>
                </c:pt>
                <c:pt idx="71">
                  <c:v>0.17693</c:v>
                </c:pt>
                <c:pt idx="72">
                  <c:v>0.16503999999999999</c:v>
                </c:pt>
                <c:pt idx="73">
                  <c:v>0.15348999999999999</c:v>
                </c:pt>
                <c:pt idx="74">
                  <c:v>0.14229</c:v>
                </c:pt>
                <c:pt idx="75">
                  <c:v>0.13144</c:v>
                </c:pt>
                <c:pt idx="76">
                  <c:v>0.12095</c:v>
                </c:pt>
                <c:pt idx="77">
                  <c:v>0.11085</c:v>
                </c:pt>
                <c:pt idx="78">
                  <c:v>0.10113</c:v>
                </c:pt>
                <c:pt idx="79">
                  <c:v>9.1810000000000003E-2</c:v>
                </c:pt>
                <c:pt idx="80">
                  <c:v>8.2900000000000001E-2</c:v>
                </c:pt>
                <c:pt idx="81">
                  <c:v>7.4399999999999994E-2</c:v>
                </c:pt>
                <c:pt idx="82">
                  <c:v>6.633E-2</c:v>
                </c:pt>
                <c:pt idx="83">
                  <c:v>5.8689999999999999E-2</c:v>
                </c:pt>
                <c:pt idx="84">
                  <c:v>5.1490000000000001E-2</c:v>
                </c:pt>
                <c:pt idx="85">
                  <c:v>4.4740000000000002E-2</c:v>
                </c:pt>
                <c:pt idx="86">
                  <c:v>3.8440000000000002E-2</c:v>
                </c:pt>
                <c:pt idx="87">
                  <c:v>3.2599999999999997E-2</c:v>
                </c:pt>
                <c:pt idx="88">
                  <c:v>2.7230000000000001E-2</c:v>
                </c:pt>
                <c:pt idx="89">
                  <c:v>2.232E-2</c:v>
                </c:pt>
                <c:pt idx="90">
                  <c:v>1.7899999999999999E-2</c:v>
                </c:pt>
                <c:pt idx="91">
                  <c:v>1.3950000000000001E-2</c:v>
                </c:pt>
                <c:pt idx="92">
                  <c:v>1.0489999999999999E-2</c:v>
                </c:pt>
                <c:pt idx="93">
                  <c:v>7.5199999999999998E-3</c:v>
                </c:pt>
                <c:pt idx="94">
                  <c:v>5.0400000000000002E-3</c:v>
                </c:pt>
                <c:pt idx="95">
                  <c:v>3.0500000000000002E-3</c:v>
                </c:pt>
                <c:pt idx="96">
                  <c:v>1.56E-3</c:v>
                </c:pt>
                <c:pt idx="97">
                  <c:v>5.5999999999999995E-4</c:v>
                </c:pt>
                <c:pt idx="98" formatCode="0.00E+00">
                  <c:v>6.0000000000000002E-5</c:v>
                </c:pt>
                <c:pt idx="99">
                  <c:v>0</c:v>
                </c:pt>
                <c:pt idx="100" formatCode="0.00E+00">
                  <c:v>6.0000000000000002E-5</c:v>
                </c:pt>
                <c:pt idx="101">
                  <c:v>5.5999999999999995E-4</c:v>
                </c:pt>
                <c:pt idx="102">
                  <c:v>1.56E-3</c:v>
                </c:pt>
                <c:pt idx="103">
                  <c:v>3.0500000000000002E-3</c:v>
                </c:pt>
                <c:pt idx="104">
                  <c:v>5.0400000000000002E-3</c:v>
                </c:pt>
                <c:pt idx="105">
                  <c:v>7.5199999999999998E-3</c:v>
                </c:pt>
                <c:pt idx="106">
                  <c:v>1.0489999999999999E-2</c:v>
                </c:pt>
                <c:pt idx="107">
                  <c:v>1.3950000000000001E-2</c:v>
                </c:pt>
                <c:pt idx="108">
                  <c:v>1.7899999999999999E-2</c:v>
                </c:pt>
                <c:pt idx="109">
                  <c:v>2.232E-2</c:v>
                </c:pt>
                <c:pt idx="110">
                  <c:v>2.7230000000000001E-2</c:v>
                </c:pt>
                <c:pt idx="111">
                  <c:v>3.2599999999999997E-2</c:v>
                </c:pt>
                <c:pt idx="112">
                  <c:v>3.8440000000000002E-2</c:v>
                </c:pt>
                <c:pt idx="113">
                  <c:v>4.4740000000000002E-2</c:v>
                </c:pt>
                <c:pt idx="114">
                  <c:v>5.1490000000000001E-2</c:v>
                </c:pt>
                <c:pt idx="115">
                  <c:v>5.8689999999999999E-2</c:v>
                </c:pt>
                <c:pt idx="116">
                  <c:v>6.633E-2</c:v>
                </c:pt>
                <c:pt idx="117">
                  <c:v>7.4399999999999994E-2</c:v>
                </c:pt>
                <c:pt idx="118">
                  <c:v>8.2900000000000001E-2</c:v>
                </c:pt>
                <c:pt idx="119">
                  <c:v>9.1810000000000003E-2</c:v>
                </c:pt>
                <c:pt idx="120">
                  <c:v>0.10113</c:v>
                </c:pt>
                <c:pt idx="121">
                  <c:v>0.11085</c:v>
                </c:pt>
                <c:pt idx="122">
                  <c:v>0.12095</c:v>
                </c:pt>
                <c:pt idx="123">
                  <c:v>0.13144</c:v>
                </c:pt>
                <c:pt idx="124">
                  <c:v>0.14229</c:v>
                </c:pt>
                <c:pt idx="125">
                  <c:v>0.15348999999999999</c:v>
                </c:pt>
                <c:pt idx="126">
                  <c:v>0.16503999999999999</c:v>
                </c:pt>
                <c:pt idx="127">
                  <c:v>0.17693</c:v>
                </c:pt>
                <c:pt idx="128">
                  <c:v>0.18914</c:v>
                </c:pt>
                <c:pt idx="129">
                  <c:v>0.20166000000000001</c:v>
                </c:pt>
                <c:pt idx="130">
                  <c:v>0.21446999999999999</c:v>
                </c:pt>
                <c:pt idx="131">
                  <c:v>0.22756999999999999</c:v>
                </c:pt>
                <c:pt idx="132">
                  <c:v>0.24093999999999999</c:v>
                </c:pt>
                <c:pt idx="133">
                  <c:v>0.25457000000000002</c:v>
                </c:pt>
                <c:pt idx="134">
                  <c:v>0.26845000000000002</c:v>
                </c:pt>
                <c:pt idx="135">
                  <c:v>0.28255000000000002</c:v>
                </c:pt>
                <c:pt idx="136">
                  <c:v>0.29687000000000002</c:v>
                </c:pt>
                <c:pt idx="137">
                  <c:v>0.31140000000000001</c:v>
                </c:pt>
                <c:pt idx="138">
                  <c:v>0.32611000000000001</c:v>
                </c:pt>
                <c:pt idx="139">
                  <c:v>0.34099000000000002</c:v>
                </c:pt>
                <c:pt idx="140">
                  <c:v>0.35604000000000002</c:v>
                </c:pt>
                <c:pt idx="141">
                  <c:v>0.37123</c:v>
                </c:pt>
                <c:pt idx="142">
                  <c:v>0.38653999999999999</c:v>
                </c:pt>
                <c:pt idx="143">
                  <c:v>0.40196999999999999</c:v>
                </c:pt>
                <c:pt idx="144">
                  <c:v>0.41749999999999998</c:v>
                </c:pt>
                <c:pt idx="145">
                  <c:v>0.43310999999999999</c:v>
                </c:pt>
                <c:pt idx="146">
                  <c:v>0.44878000000000001</c:v>
                </c:pt>
                <c:pt idx="147">
                  <c:v>0.46450999999999998</c:v>
                </c:pt>
                <c:pt idx="148">
                  <c:v>0.48026999999999997</c:v>
                </c:pt>
                <c:pt idx="149">
                  <c:v>0.49604999999999999</c:v>
                </c:pt>
                <c:pt idx="150">
                  <c:v>0.51183999999999996</c:v>
                </c:pt>
                <c:pt idx="151">
                  <c:v>0.52761000000000002</c:v>
                </c:pt>
                <c:pt idx="152">
                  <c:v>0.54335999999999995</c:v>
                </c:pt>
                <c:pt idx="153">
                  <c:v>0.55906</c:v>
                </c:pt>
                <c:pt idx="154">
                  <c:v>0.57471000000000005</c:v>
                </c:pt>
                <c:pt idx="155">
                  <c:v>0.59028000000000003</c:v>
                </c:pt>
                <c:pt idx="156">
                  <c:v>0.60575999999999997</c:v>
                </c:pt>
                <c:pt idx="157">
                  <c:v>0.62112999999999996</c:v>
                </c:pt>
                <c:pt idx="158">
                  <c:v>0.63637999999999995</c:v>
                </c:pt>
                <c:pt idx="159">
                  <c:v>0.65149999999999997</c:v>
                </c:pt>
                <c:pt idx="160">
                  <c:v>0.66647000000000001</c:v>
                </c:pt>
                <c:pt idx="161">
                  <c:v>0.68127000000000004</c:v>
                </c:pt>
                <c:pt idx="162">
                  <c:v>0.69589000000000001</c:v>
                </c:pt>
                <c:pt idx="163">
                  <c:v>0.71031999999999995</c:v>
                </c:pt>
                <c:pt idx="164">
                  <c:v>0.72453000000000001</c:v>
                </c:pt>
                <c:pt idx="165">
                  <c:v>0.73851999999999995</c:v>
                </c:pt>
                <c:pt idx="166">
                  <c:v>0.75227999999999995</c:v>
                </c:pt>
                <c:pt idx="167">
                  <c:v>0.76578000000000002</c:v>
                </c:pt>
                <c:pt idx="168">
                  <c:v>0.77900999999999998</c:v>
                </c:pt>
                <c:pt idx="169">
                  <c:v>0.79196999999999995</c:v>
                </c:pt>
                <c:pt idx="170">
                  <c:v>0.80464000000000002</c:v>
                </c:pt>
                <c:pt idx="171">
                  <c:v>0.81701000000000001</c:v>
                </c:pt>
                <c:pt idx="172">
                  <c:v>0.82904999999999995</c:v>
                </c:pt>
                <c:pt idx="173">
                  <c:v>0.84077000000000002</c:v>
                </c:pt>
                <c:pt idx="174">
                  <c:v>0.85216000000000003</c:v>
                </c:pt>
                <c:pt idx="175">
                  <c:v>0.86317999999999995</c:v>
                </c:pt>
                <c:pt idx="176">
                  <c:v>0.87385000000000002</c:v>
                </c:pt>
                <c:pt idx="177">
                  <c:v>0.88414999999999999</c:v>
                </c:pt>
                <c:pt idx="178">
                  <c:v>0.89405999999999997</c:v>
                </c:pt>
                <c:pt idx="179">
                  <c:v>0.90358000000000005</c:v>
                </c:pt>
                <c:pt idx="180">
                  <c:v>0.91269999999999996</c:v>
                </c:pt>
                <c:pt idx="181">
                  <c:v>0.9214</c:v>
                </c:pt>
                <c:pt idx="182">
                  <c:v>0.92969000000000002</c:v>
                </c:pt>
                <c:pt idx="183">
                  <c:v>0.93754000000000004</c:v>
                </c:pt>
                <c:pt idx="184">
                  <c:v>0.94496000000000002</c:v>
                </c:pt>
                <c:pt idx="185">
                  <c:v>0.95194000000000001</c:v>
                </c:pt>
                <c:pt idx="186">
                  <c:v>0.95847000000000004</c:v>
                </c:pt>
                <c:pt idx="187">
                  <c:v>0.96453999999999995</c:v>
                </c:pt>
                <c:pt idx="188">
                  <c:v>0.97014999999999996</c:v>
                </c:pt>
                <c:pt idx="189">
                  <c:v>0.97528000000000004</c:v>
                </c:pt>
                <c:pt idx="190">
                  <c:v>0.97994999999999999</c:v>
                </c:pt>
                <c:pt idx="191">
                  <c:v>0.98412999999999995</c:v>
                </c:pt>
                <c:pt idx="192">
                  <c:v>0.98784000000000005</c:v>
                </c:pt>
                <c:pt idx="193">
                  <c:v>0.99104999999999999</c:v>
                </c:pt>
                <c:pt idx="194">
                  <c:v>0.99378</c:v>
                </c:pt>
                <c:pt idx="195">
                  <c:v>0.99602000000000002</c:v>
                </c:pt>
                <c:pt idx="196">
                  <c:v>0.99775999999999998</c:v>
                </c:pt>
                <c:pt idx="197">
                  <c:v>0.999</c:v>
                </c:pt>
                <c:pt idx="198">
                  <c:v>0.99975000000000003</c:v>
                </c:pt>
                <c:pt idx="199">
                  <c:v>1</c:v>
                </c:pt>
              </c:numCache>
            </c:numRef>
          </c:xVal>
          <c:yVal>
            <c:numRef>
              <c:f>'32_Basic'!$B$2:$B$201</c:f>
              <c:numCache>
                <c:formatCode>General</c:formatCode>
                <c:ptCount val="200"/>
                <c:pt idx="0">
                  <c:v>0.97840800000000006</c:v>
                </c:pt>
                <c:pt idx="1">
                  <c:v>0.63357200000000002</c:v>
                </c:pt>
                <c:pt idx="2">
                  <c:v>0.59259600000000001</c:v>
                </c:pt>
                <c:pt idx="3">
                  <c:v>0.55241200000000001</c:v>
                </c:pt>
                <c:pt idx="4">
                  <c:v>0.52981299999999998</c:v>
                </c:pt>
                <c:pt idx="5">
                  <c:v>0.51297400000000004</c:v>
                </c:pt>
                <c:pt idx="6">
                  <c:v>0.48947299999999999</c:v>
                </c:pt>
                <c:pt idx="7">
                  <c:v>0.45399699999999998</c:v>
                </c:pt>
                <c:pt idx="8">
                  <c:v>0.402285</c:v>
                </c:pt>
                <c:pt idx="9">
                  <c:v>0.33454299999999998</c:v>
                </c:pt>
                <c:pt idx="10">
                  <c:v>0.25478000000000001</c:v>
                </c:pt>
                <c:pt idx="11">
                  <c:v>0.17169499999999999</c:v>
                </c:pt>
                <c:pt idx="12">
                  <c:v>9.9305400000000002E-2</c:v>
                </c:pt>
                <c:pt idx="13">
                  <c:v>4.9282899999999998E-2</c:v>
                </c:pt>
                <c:pt idx="14">
                  <c:v>2.4621899999999999E-2</c:v>
                </c:pt>
                <c:pt idx="15">
                  <c:v>1.9539600000000001E-2</c:v>
                </c:pt>
                <c:pt idx="16">
                  <c:v>2.4247100000000001E-2</c:v>
                </c:pt>
                <c:pt idx="17">
                  <c:v>2.98929E-2</c:v>
                </c:pt>
                <c:pt idx="18">
                  <c:v>3.09882E-2</c:v>
                </c:pt>
                <c:pt idx="19">
                  <c:v>2.57579E-2</c:v>
                </c:pt>
                <c:pt idx="20">
                  <c:v>1.48621E-2</c:v>
                </c:pt>
                <c:pt idx="21" formatCode="0.00E+00">
                  <c:v>4.4900000000000002E-6</c:v>
                </c:pt>
                <c:pt idx="22">
                  <c:v>-1.7034199999999999E-2</c:v>
                </c:pt>
                <c:pt idx="23">
                  <c:v>-3.4855700000000003E-2</c:v>
                </c:pt>
                <c:pt idx="24">
                  <c:v>-5.2661300000000001E-2</c:v>
                </c:pt>
                <c:pt idx="25">
                  <c:v>-7.0146200000000006E-2</c:v>
                </c:pt>
                <c:pt idx="26">
                  <c:v>-8.7341100000000005E-2</c:v>
                </c:pt>
                <c:pt idx="27">
                  <c:v>-0.104422</c:v>
                </c:pt>
                <c:pt idx="28">
                  <c:v>-0.12156599999999999</c:v>
                </c:pt>
                <c:pt idx="29">
                  <c:v>-0.138851</c:v>
                </c:pt>
                <c:pt idx="30">
                  <c:v>-0.15631300000000001</c:v>
                </c:pt>
                <c:pt idx="31">
                  <c:v>-0.17402699999999999</c:v>
                </c:pt>
                <c:pt idx="32">
                  <c:v>-0.19206999999999999</c:v>
                </c:pt>
                <c:pt idx="33">
                  <c:v>-0.21035300000000001</c:v>
                </c:pt>
                <c:pt idx="34">
                  <c:v>-0.228655</c:v>
                </c:pt>
                <c:pt idx="35">
                  <c:v>-0.246783</c:v>
                </c:pt>
                <c:pt idx="36">
                  <c:v>-0.26457900000000001</c:v>
                </c:pt>
                <c:pt idx="37">
                  <c:v>-0.28197899999999998</c:v>
                </c:pt>
                <c:pt idx="38">
                  <c:v>-0.298848</c:v>
                </c:pt>
                <c:pt idx="39">
                  <c:v>-0.31509100000000001</c:v>
                </c:pt>
                <c:pt idx="40">
                  <c:v>-0.33059899999999998</c:v>
                </c:pt>
                <c:pt idx="41">
                  <c:v>-0.345223</c:v>
                </c:pt>
                <c:pt idx="42">
                  <c:v>-0.35882500000000001</c:v>
                </c:pt>
                <c:pt idx="43">
                  <c:v>-0.37124600000000002</c:v>
                </c:pt>
                <c:pt idx="44">
                  <c:v>-0.38248100000000002</c:v>
                </c:pt>
                <c:pt idx="45">
                  <c:v>-0.392621</c:v>
                </c:pt>
                <c:pt idx="46">
                  <c:v>-0.40179999999999999</c:v>
                </c:pt>
                <c:pt idx="47">
                  <c:v>-0.40988799999999997</c:v>
                </c:pt>
                <c:pt idx="48">
                  <c:v>-0.41651199999999999</c:v>
                </c:pt>
                <c:pt idx="49">
                  <c:v>-0.42125200000000002</c:v>
                </c:pt>
                <c:pt idx="50">
                  <c:v>-0.42410799999999998</c:v>
                </c:pt>
                <c:pt idx="51">
                  <c:v>-0.42564299999999999</c:v>
                </c:pt>
                <c:pt idx="52">
                  <c:v>-0.42624899999999999</c:v>
                </c:pt>
                <c:pt idx="53">
                  <c:v>-0.42431200000000002</c:v>
                </c:pt>
                <c:pt idx="54">
                  <c:v>-0.41503800000000002</c:v>
                </c:pt>
                <c:pt idx="55">
                  <c:v>-0.39272099999999999</c:v>
                </c:pt>
                <c:pt idx="56">
                  <c:v>-0.36072300000000002</c:v>
                </c:pt>
                <c:pt idx="57">
                  <c:v>-0.34692899999999999</c:v>
                </c:pt>
                <c:pt idx="58">
                  <c:v>-0.39690500000000001</c:v>
                </c:pt>
                <c:pt idx="59">
                  <c:v>-0.52981800000000001</c:v>
                </c:pt>
                <c:pt idx="60">
                  <c:v>-0.65185899999999997</c:v>
                </c:pt>
                <c:pt idx="61">
                  <c:v>-0.69655599999999995</c:v>
                </c:pt>
                <c:pt idx="62">
                  <c:v>-0.69826600000000005</c:v>
                </c:pt>
                <c:pt idx="63">
                  <c:v>-0.69288700000000003</c:v>
                </c:pt>
                <c:pt idx="64">
                  <c:v>-0.69323500000000005</c:v>
                </c:pt>
                <c:pt idx="65">
                  <c:v>-0.69669000000000003</c:v>
                </c:pt>
                <c:pt idx="66">
                  <c:v>-0.69925000000000004</c:v>
                </c:pt>
                <c:pt idx="67">
                  <c:v>-0.70034300000000005</c:v>
                </c:pt>
                <c:pt idx="68">
                  <c:v>-0.70037899999999997</c:v>
                </c:pt>
                <c:pt idx="69">
                  <c:v>-0.69915499999999997</c:v>
                </c:pt>
                <c:pt idx="70">
                  <c:v>-0.69550699999999999</c:v>
                </c:pt>
                <c:pt idx="71">
                  <c:v>-0.68849800000000005</c:v>
                </c:pt>
                <c:pt idx="72">
                  <c:v>-0.67839400000000005</c:v>
                </c:pt>
                <c:pt idx="73">
                  <c:v>-0.66650600000000004</c:v>
                </c:pt>
                <c:pt idx="74">
                  <c:v>-0.65337500000000004</c:v>
                </c:pt>
                <c:pt idx="75">
                  <c:v>-0.63803600000000005</c:v>
                </c:pt>
                <c:pt idx="76">
                  <c:v>-0.61903399999999997</c:v>
                </c:pt>
                <c:pt idx="77">
                  <c:v>-0.59560900000000006</c:v>
                </c:pt>
                <c:pt idx="78">
                  <c:v>-0.56798300000000002</c:v>
                </c:pt>
                <c:pt idx="79">
                  <c:v>-0.53616699999999995</c:v>
                </c:pt>
                <c:pt idx="80">
                  <c:v>-0.49978299999999998</c:v>
                </c:pt>
                <c:pt idx="81">
                  <c:v>-0.458256</c:v>
                </c:pt>
                <c:pt idx="82">
                  <c:v>-0.410777</c:v>
                </c:pt>
                <c:pt idx="83">
                  <c:v>-0.35663899999999998</c:v>
                </c:pt>
                <c:pt idx="84">
                  <c:v>-0.29489300000000002</c:v>
                </c:pt>
                <c:pt idx="85">
                  <c:v>-0.22418299999999999</c:v>
                </c:pt>
                <c:pt idx="86">
                  <c:v>-0.14326900000000001</c:v>
                </c:pt>
                <c:pt idx="87">
                  <c:v>-5.1041700000000002E-2</c:v>
                </c:pt>
                <c:pt idx="88">
                  <c:v>5.3454700000000001E-2</c:v>
                </c:pt>
                <c:pt idx="89">
                  <c:v>0.17124900000000001</c:v>
                </c:pt>
                <c:pt idx="90">
                  <c:v>0.30233500000000002</c:v>
                </c:pt>
                <c:pt idx="91">
                  <c:v>0.44567899999999999</c:v>
                </c:pt>
                <c:pt idx="92">
                  <c:v>0.59776399999999996</c:v>
                </c:pt>
                <c:pt idx="93">
                  <c:v>0.75313699999999995</c:v>
                </c:pt>
                <c:pt idx="94">
                  <c:v>0.90147600000000006</c:v>
                </c:pt>
                <c:pt idx="95">
                  <c:v>1.0315700000000001</c:v>
                </c:pt>
                <c:pt idx="96">
                  <c:v>1.12009</c:v>
                </c:pt>
                <c:pt idx="97">
                  <c:v>1.1686000000000001</c:v>
                </c:pt>
                <c:pt idx="98">
                  <c:v>1.1308400000000001</c:v>
                </c:pt>
                <c:pt idx="99">
                  <c:v>1.0499000000000001</c:v>
                </c:pt>
                <c:pt idx="100">
                  <c:v>1.0002899999999999</c:v>
                </c:pt>
                <c:pt idx="101">
                  <c:v>0.841422</c:v>
                </c:pt>
                <c:pt idx="102">
                  <c:v>0.55589500000000003</c:v>
                </c:pt>
                <c:pt idx="103">
                  <c:v>0.28904299999999999</c:v>
                </c:pt>
                <c:pt idx="104">
                  <c:v>3.8831499999999998E-2</c:v>
                </c:pt>
                <c:pt idx="105">
                  <c:v>-0.17871200000000001</c:v>
                </c:pt>
                <c:pt idx="106">
                  <c:v>-0.35409400000000002</c:v>
                </c:pt>
                <c:pt idx="107">
                  <c:v>-0.49033900000000002</c:v>
                </c:pt>
                <c:pt idx="108">
                  <c:v>-0.59350199999999997</c:v>
                </c:pt>
                <c:pt idx="109">
                  <c:v>-0.67024700000000004</c:v>
                </c:pt>
                <c:pt idx="110">
                  <c:v>-0.72637799999999997</c:v>
                </c:pt>
                <c:pt idx="111">
                  <c:v>-0.76691200000000004</c:v>
                </c:pt>
                <c:pt idx="112">
                  <c:v>-0.79566000000000003</c:v>
                </c:pt>
                <c:pt idx="113">
                  <c:v>-0.81621600000000005</c:v>
                </c:pt>
                <c:pt idx="114">
                  <c:v>-0.83068399999999998</c:v>
                </c:pt>
                <c:pt idx="115">
                  <c:v>-0.83975500000000003</c:v>
                </c:pt>
                <c:pt idx="116">
                  <c:v>-0.84396899999999997</c:v>
                </c:pt>
                <c:pt idx="117">
                  <c:v>-0.84429399999999999</c:v>
                </c:pt>
                <c:pt idx="118">
                  <c:v>-0.84186899999999998</c:v>
                </c:pt>
                <c:pt idx="119">
                  <c:v>-0.83815700000000004</c:v>
                </c:pt>
                <c:pt idx="120">
                  <c:v>-0.83451399999999998</c:v>
                </c:pt>
                <c:pt idx="121">
                  <c:v>-0.83086000000000004</c:v>
                </c:pt>
                <c:pt idx="122">
                  <c:v>-0.82570200000000005</c:v>
                </c:pt>
                <c:pt idx="123">
                  <c:v>-0.81797799999999998</c:v>
                </c:pt>
                <c:pt idx="124">
                  <c:v>-0.80836300000000005</c:v>
                </c:pt>
                <c:pt idx="125">
                  <c:v>-0.79856899999999997</c:v>
                </c:pt>
                <c:pt idx="126">
                  <c:v>-0.78975300000000004</c:v>
                </c:pt>
                <c:pt idx="127">
                  <c:v>-0.78226499999999999</c:v>
                </c:pt>
                <c:pt idx="128">
                  <c:v>-0.77580400000000005</c:v>
                </c:pt>
                <c:pt idx="129">
                  <c:v>-0.76970300000000003</c:v>
                </c:pt>
                <c:pt idx="130">
                  <c:v>-0.76323799999999997</c:v>
                </c:pt>
                <c:pt idx="131">
                  <c:v>-0.75610999999999995</c:v>
                </c:pt>
                <c:pt idx="132">
                  <c:v>-0.74852600000000002</c:v>
                </c:pt>
                <c:pt idx="133">
                  <c:v>-0.74109899999999995</c:v>
                </c:pt>
                <c:pt idx="134">
                  <c:v>-0.73435300000000003</c:v>
                </c:pt>
                <c:pt idx="135">
                  <c:v>-0.72857400000000005</c:v>
                </c:pt>
                <c:pt idx="136">
                  <c:v>-0.72381700000000004</c:v>
                </c:pt>
                <c:pt idx="137">
                  <c:v>-0.720198</c:v>
                </c:pt>
                <c:pt idx="138">
                  <c:v>-0.71793399999999996</c:v>
                </c:pt>
                <c:pt idx="139">
                  <c:v>-0.71705600000000003</c:v>
                </c:pt>
                <c:pt idx="140">
                  <c:v>-0.71715200000000001</c:v>
                </c:pt>
                <c:pt idx="141">
                  <c:v>-0.71747399999999995</c:v>
                </c:pt>
                <c:pt idx="142">
                  <c:v>-0.71743199999999996</c:v>
                </c:pt>
                <c:pt idx="143">
                  <c:v>-0.71656600000000004</c:v>
                </c:pt>
                <c:pt idx="144">
                  <c:v>-0.714476</c:v>
                </c:pt>
                <c:pt idx="145">
                  <c:v>-0.71221299999999998</c:v>
                </c:pt>
                <c:pt idx="146">
                  <c:v>-0.71458600000000005</c:v>
                </c:pt>
                <c:pt idx="147">
                  <c:v>-0.72439799999999999</c:v>
                </c:pt>
                <c:pt idx="148">
                  <c:v>-0.72516599999999998</c:v>
                </c:pt>
                <c:pt idx="149">
                  <c:v>-0.67457699999999998</c:v>
                </c:pt>
                <c:pt idx="150">
                  <c:v>-0.53467600000000004</c:v>
                </c:pt>
                <c:pt idx="151">
                  <c:v>-0.39313399999999998</c:v>
                </c:pt>
                <c:pt idx="152">
                  <c:v>-0.35007500000000003</c:v>
                </c:pt>
                <c:pt idx="153">
                  <c:v>-0.36726999999999999</c:v>
                </c:pt>
                <c:pt idx="154">
                  <c:v>-0.38891700000000001</c:v>
                </c:pt>
                <c:pt idx="155">
                  <c:v>-0.38862200000000002</c:v>
                </c:pt>
                <c:pt idx="156">
                  <c:v>-0.36858600000000002</c:v>
                </c:pt>
                <c:pt idx="157">
                  <c:v>-0.34046199999999999</c:v>
                </c:pt>
                <c:pt idx="158">
                  <c:v>-0.31227300000000002</c:v>
                </c:pt>
                <c:pt idx="159">
                  <c:v>-0.28503400000000001</c:v>
                </c:pt>
                <c:pt idx="160">
                  <c:v>-0.25667899999999999</c:v>
                </c:pt>
                <c:pt idx="161">
                  <c:v>-0.226831</c:v>
                </c:pt>
                <c:pt idx="162">
                  <c:v>-0.196326</c:v>
                </c:pt>
                <c:pt idx="163">
                  <c:v>-0.165854</c:v>
                </c:pt>
                <c:pt idx="164">
                  <c:v>-0.135436</c:v>
                </c:pt>
                <c:pt idx="165">
                  <c:v>-0.105076</c:v>
                </c:pt>
                <c:pt idx="166">
                  <c:v>-7.4898999999999993E-2</c:v>
                </c:pt>
                <c:pt idx="167">
                  <c:v>-4.5070100000000002E-2</c:v>
                </c:pt>
                <c:pt idx="168">
                  <c:v>-1.58301E-2</c:v>
                </c:pt>
                <c:pt idx="169">
                  <c:v>1.2786199999999999E-2</c:v>
                </c:pt>
                <c:pt idx="170">
                  <c:v>4.0533100000000002E-2</c:v>
                </c:pt>
                <c:pt idx="171">
                  <c:v>6.7201800000000006E-2</c:v>
                </c:pt>
                <c:pt idx="172">
                  <c:v>9.2616599999999993E-2</c:v>
                </c:pt>
                <c:pt idx="173">
                  <c:v>0.116552</c:v>
                </c:pt>
                <c:pt idx="174">
                  <c:v>0.138955</c:v>
                </c:pt>
                <c:pt idx="175">
                  <c:v>0.15979299999999999</c:v>
                </c:pt>
                <c:pt idx="176">
                  <c:v>0.17933199999999999</c:v>
                </c:pt>
                <c:pt idx="177">
                  <c:v>0.19822400000000001</c:v>
                </c:pt>
                <c:pt idx="178">
                  <c:v>0.21743499999999999</c:v>
                </c:pt>
                <c:pt idx="179">
                  <c:v>0.238318</c:v>
                </c:pt>
                <c:pt idx="180">
                  <c:v>0.26201200000000002</c:v>
                </c:pt>
                <c:pt idx="181">
                  <c:v>0.28890900000000003</c:v>
                </c:pt>
                <c:pt idx="182">
                  <c:v>0.31789200000000001</c:v>
                </c:pt>
                <c:pt idx="183">
                  <c:v>0.34604800000000002</c:v>
                </c:pt>
                <c:pt idx="184">
                  <c:v>0.36919299999999999</c:v>
                </c:pt>
                <c:pt idx="185">
                  <c:v>0.38284600000000002</c:v>
                </c:pt>
                <c:pt idx="186">
                  <c:v>0.38342500000000002</c:v>
                </c:pt>
                <c:pt idx="187">
                  <c:v>0.36980299999999999</c:v>
                </c:pt>
                <c:pt idx="188">
                  <c:v>0.344553</c:v>
                </c:pt>
                <c:pt idx="189">
                  <c:v>0.31481799999999999</c:v>
                </c:pt>
                <c:pt idx="190">
                  <c:v>0.290906</c:v>
                </c:pt>
                <c:pt idx="191">
                  <c:v>0.28276499999999999</c:v>
                </c:pt>
                <c:pt idx="192">
                  <c:v>0.29637000000000002</c:v>
                </c:pt>
                <c:pt idx="193">
                  <c:v>0.33159699999999998</c:v>
                </c:pt>
                <c:pt idx="194">
                  <c:v>0.38257000000000002</c:v>
                </c:pt>
                <c:pt idx="195">
                  <c:v>0.44798900000000003</c:v>
                </c:pt>
                <c:pt idx="196">
                  <c:v>0.52927900000000005</c:v>
                </c:pt>
                <c:pt idx="197">
                  <c:v>0.60231999999999997</c:v>
                </c:pt>
                <c:pt idx="198">
                  <c:v>0.96555599999999997</c:v>
                </c:pt>
                <c:pt idx="199">
                  <c:v>0.81244700000000003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414-4F49-B3B6-AE60C583E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05789263"/>
        <c:axId val="805788783"/>
      </c:scatterChart>
      <c:valAx>
        <c:axId val="805789263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05788783"/>
        <c:crosses val="autoZero"/>
        <c:crossBetween val="midCat"/>
      </c:valAx>
      <c:valAx>
        <c:axId val="805788783"/>
        <c:scaling>
          <c:orientation val="maxMin"/>
          <c:max val="1"/>
          <c:min val="-1.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05789263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4680847231857717"/>
          <c:y val="6.1491379925178148E-2"/>
          <c:w val="0.23165310586176727"/>
          <c:h val="0.16743438320209975"/>
        </c:manualLayout>
      </c:layout>
      <c:overlay val="0"/>
    </c:legend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CD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CD_Basic!$A$1:$A$23</c:f>
              <c:numCache>
                <c:formatCode>General</c:formatCode>
                <c:ptCount val="2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11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17</c:v>
                </c:pt>
                <c:pt idx="11">
                  <c:v>19</c:v>
                </c:pt>
                <c:pt idx="12">
                  <c:v>21</c:v>
                </c:pt>
                <c:pt idx="13">
                  <c:v>23</c:v>
                </c:pt>
                <c:pt idx="14">
                  <c:v>24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  <c:pt idx="20">
                  <c:v>30</c:v>
                </c:pt>
                <c:pt idx="21">
                  <c:v>31</c:v>
                </c:pt>
                <c:pt idx="22">
                  <c:v>32</c:v>
                </c:pt>
              </c:numCache>
            </c:numRef>
          </c:xVal>
          <c:yVal>
            <c:numRef>
              <c:f>CD_Basic!$B$1:$B$23</c:f>
              <c:numCache>
                <c:formatCode>General</c:formatCode>
                <c:ptCount val="23"/>
                <c:pt idx="0">
                  <c:v>2.1480545479999998E-2</c:v>
                </c:pt>
                <c:pt idx="1">
                  <c:v>9.2196322609999996E-3</c:v>
                </c:pt>
                <c:pt idx="2">
                  <c:v>4.102001892E-3</c:v>
                </c:pt>
                <c:pt idx="3">
                  <c:v>2.758595219E-3</c:v>
                </c:pt>
                <c:pt idx="4">
                  <c:v>2.2848628250000001E-3</c:v>
                </c:pt>
                <c:pt idx="5">
                  <c:v>1.6488069700000001E-3</c:v>
                </c:pt>
                <c:pt idx="6">
                  <c:v>1.5711499409999999E-3</c:v>
                </c:pt>
                <c:pt idx="7">
                  <c:v>1.3369868710000001E-3</c:v>
                </c:pt>
                <c:pt idx="8">
                  <c:v>1.5668570279999999E-3</c:v>
                </c:pt>
                <c:pt idx="9">
                  <c:v>1.3119340389999999E-3</c:v>
                </c:pt>
                <c:pt idx="10">
                  <c:v>1.204646964E-3</c:v>
                </c:pt>
                <c:pt idx="11">
                  <c:v>1.0861189770000001E-3</c:v>
                </c:pt>
                <c:pt idx="12">
                  <c:v>1.081490876E-3</c:v>
                </c:pt>
                <c:pt idx="13">
                  <c:v>1.2189882019999999E-3</c:v>
                </c:pt>
                <c:pt idx="14">
                  <c:v>1.0896717099999999E-3</c:v>
                </c:pt>
                <c:pt idx="15">
                  <c:v>1.082259744E-3</c:v>
                </c:pt>
                <c:pt idx="16">
                  <c:v>1.0815673119999999E-3</c:v>
                </c:pt>
                <c:pt idx="17">
                  <c:v>1.0814985150000001E-3</c:v>
                </c:pt>
                <c:pt idx="18">
                  <c:v>1.081491639E-3</c:v>
                </c:pt>
                <c:pt idx="19">
                  <c:v>1.0814909519999999E-3</c:v>
                </c:pt>
                <c:pt idx="20">
                  <c:v>1.081490881E-3</c:v>
                </c:pt>
                <c:pt idx="21">
                  <c:v>1.08149088E-3</c:v>
                </c:pt>
                <c:pt idx="22">
                  <c:v>1.081490876E-3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455-425F-9AF8-0D2130F7BD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0538863"/>
        <c:axId val="1657293935"/>
      </c:scatterChart>
      <c:valAx>
        <c:axId val="1290538863"/>
        <c:scaling>
          <c:orientation val="minMax"/>
          <c:max val="3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n</a:t>
                </a:r>
                <a:r>
                  <a:rPr lang="en-US" altLang="ko-KR" b="0" baseline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(optimized)</a:t>
                </a:r>
                <a:endParaRPr lang="ko-KR" altLang="en-US" b="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57293935"/>
        <c:crosses val="autoZero"/>
        <c:crossBetween val="midCat"/>
      </c:valAx>
      <c:valAx>
        <c:axId val="1657293935"/>
        <c:scaling>
          <c:orientation val="minMax"/>
          <c:max val="2.3000000000000007E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Drag</a:t>
                </a:r>
                <a:endParaRPr lang="ko-KR" altLang="en-US" b="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905388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539370078740152E-2"/>
          <c:y val="5.0925925925925923E-2"/>
          <c:w val="0.89646062992125986"/>
          <c:h val="0.8416746864975212"/>
        </c:manualLayout>
      </c:layout>
      <c:scatterChart>
        <c:scatterStyle val="lineMarker"/>
        <c:varyColors val="0"/>
        <c:ser>
          <c:idx val="1"/>
          <c:order val="0"/>
          <c:tx>
            <c:v>NACA 0012</c:v>
          </c:tx>
          <c:spPr>
            <a:ln w="19050"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'1_target'!$A$2:$A$201</c:f>
              <c:numCache>
                <c:formatCode>General</c:formatCode>
                <c:ptCount val="200"/>
                <c:pt idx="0">
                  <c:v>0.99975000000000003</c:v>
                </c:pt>
                <c:pt idx="1">
                  <c:v>0.999</c:v>
                </c:pt>
                <c:pt idx="2">
                  <c:v>0.99775999999999998</c:v>
                </c:pt>
                <c:pt idx="3">
                  <c:v>0.99602000000000002</c:v>
                </c:pt>
                <c:pt idx="4">
                  <c:v>0.99378</c:v>
                </c:pt>
                <c:pt idx="5">
                  <c:v>0.99104999999999999</c:v>
                </c:pt>
                <c:pt idx="6">
                  <c:v>0.98784000000000005</c:v>
                </c:pt>
                <c:pt idx="7">
                  <c:v>0.98412999999999995</c:v>
                </c:pt>
                <c:pt idx="8">
                  <c:v>0.97994999999999999</c:v>
                </c:pt>
                <c:pt idx="9">
                  <c:v>0.97528000000000004</c:v>
                </c:pt>
                <c:pt idx="10">
                  <c:v>0.97014999999999996</c:v>
                </c:pt>
                <c:pt idx="11">
                  <c:v>0.96453999999999995</c:v>
                </c:pt>
                <c:pt idx="12">
                  <c:v>0.95847000000000004</c:v>
                </c:pt>
                <c:pt idx="13">
                  <c:v>0.95194000000000001</c:v>
                </c:pt>
                <c:pt idx="14">
                  <c:v>0.94496000000000002</c:v>
                </c:pt>
                <c:pt idx="15">
                  <c:v>0.93754000000000004</c:v>
                </c:pt>
                <c:pt idx="16">
                  <c:v>0.92969000000000002</c:v>
                </c:pt>
                <c:pt idx="17">
                  <c:v>0.9214</c:v>
                </c:pt>
                <c:pt idx="18">
                  <c:v>0.91269999999999996</c:v>
                </c:pt>
                <c:pt idx="19">
                  <c:v>0.90358000000000005</c:v>
                </c:pt>
                <c:pt idx="20">
                  <c:v>0.89405999999999997</c:v>
                </c:pt>
                <c:pt idx="21">
                  <c:v>0.88414999999999999</c:v>
                </c:pt>
                <c:pt idx="22">
                  <c:v>0.87385000000000002</c:v>
                </c:pt>
                <c:pt idx="23">
                  <c:v>0.86317999999999995</c:v>
                </c:pt>
                <c:pt idx="24">
                  <c:v>0.85216000000000003</c:v>
                </c:pt>
                <c:pt idx="25">
                  <c:v>0.84077000000000002</c:v>
                </c:pt>
                <c:pt idx="26">
                  <c:v>0.82904999999999995</c:v>
                </c:pt>
                <c:pt idx="27">
                  <c:v>0.81701000000000001</c:v>
                </c:pt>
                <c:pt idx="28">
                  <c:v>0.80464000000000002</c:v>
                </c:pt>
                <c:pt idx="29">
                  <c:v>0.79196999999999995</c:v>
                </c:pt>
                <c:pt idx="30">
                  <c:v>0.77900999999999998</c:v>
                </c:pt>
                <c:pt idx="31">
                  <c:v>0.76578000000000002</c:v>
                </c:pt>
                <c:pt idx="32">
                  <c:v>0.75227999999999995</c:v>
                </c:pt>
                <c:pt idx="33">
                  <c:v>0.73851999999999995</c:v>
                </c:pt>
                <c:pt idx="34">
                  <c:v>0.72453000000000001</c:v>
                </c:pt>
                <c:pt idx="35">
                  <c:v>0.71031999999999995</c:v>
                </c:pt>
                <c:pt idx="36">
                  <c:v>0.69589000000000001</c:v>
                </c:pt>
                <c:pt idx="37">
                  <c:v>0.68127000000000004</c:v>
                </c:pt>
                <c:pt idx="38">
                  <c:v>0.66647000000000001</c:v>
                </c:pt>
                <c:pt idx="39">
                  <c:v>0.65149999999999997</c:v>
                </c:pt>
                <c:pt idx="40">
                  <c:v>0.63637999999999995</c:v>
                </c:pt>
                <c:pt idx="41">
                  <c:v>0.62112999999999996</c:v>
                </c:pt>
                <c:pt idx="42">
                  <c:v>0.60575999999999997</c:v>
                </c:pt>
                <c:pt idx="43">
                  <c:v>0.59028000000000003</c:v>
                </c:pt>
                <c:pt idx="44">
                  <c:v>0.57471000000000005</c:v>
                </c:pt>
                <c:pt idx="45">
                  <c:v>0.55906</c:v>
                </c:pt>
                <c:pt idx="46">
                  <c:v>0.54335999999999995</c:v>
                </c:pt>
                <c:pt idx="47">
                  <c:v>0.52761000000000002</c:v>
                </c:pt>
                <c:pt idx="48">
                  <c:v>0.51183999999999996</c:v>
                </c:pt>
                <c:pt idx="49">
                  <c:v>0.49604999999999999</c:v>
                </c:pt>
                <c:pt idx="50">
                  <c:v>0.48026999999999997</c:v>
                </c:pt>
                <c:pt idx="51">
                  <c:v>0.46450999999999998</c:v>
                </c:pt>
                <c:pt idx="52">
                  <c:v>0.44878000000000001</c:v>
                </c:pt>
                <c:pt idx="53">
                  <c:v>0.43310999999999999</c:v>
                </c:pt>
                <c:pt idx="54">
                  <c:v>0.41749999999999998</c:v>
                </c:pt>
                <c:pt idx="55">
                  <c:v>0.40196999999999999</c:v>
                </c:pt>
                <c:pt idx="56">
                  <c:v>0.38653999999999999</c:v>
                </c:pt>
                <c:pt idx="57">
                  <c:v>0.37123</c:v>
                </c:pt>
                <c:pt idx="58">
                  <c:v>0.35604000000000002</c:v>
                </c:pt>
                <c:pt idx="59">
                  <c:v>0.34099000000000002</c:v>
                </c:pt>
                <c:pt idx="60">
                  <c:v>0.32611000000000001</c:v>
                </c:pt>
                <c:pt idx="61">
                  <c:v>0.31140000000000001</c:v>
                </c:pt>
                <c:pt idx="62">
                  <c:v>0.29687000000000002</c:v>
                </c:pt>
                <c:pt idx="63">
                  <c:v>0.28255000000000002</c:v>
                </c:pt>
                <c:pt idx="64">
                  <c:v>0.26845000000000002</c:v>
                </c:pt>
                <c:pt idx="65">
                  <c:v>0.25457000000000002</c:v>
                </c:pt>
                <c:pt idx="66">
                  <c:v>0.24093999999999999</c:v>
                </c:pt>
                <c:pt idx="67">
                  <c:v>0.22756999999999999</c:v>
                </c:pt>
                <c:pt idx="68">
                  <c:v>0.21446999999999999</c:v>
                </c:pt>
                <c:pt idx="69">
                  <c:v>0.20166000000000001</c:v>
                </c:pt>
                <c:pt idx="70">
                  <c:v>0.18914</c:v>
                </c:pt>
                <c:pt idx="71">
                  <c:v>0.17693</c:v>
                </c:pt>
                <c:pt idx="72">
                  <c:v>0.16503999999999999</c:v>
                </c:pt>
                <c:pt idx="73">
                  <c:v>0.15348999999999999</c:v>
                </c:pt>
                <c:pt idx="74">
                  <c:v>0.14229</c:v>
                </c:pt>
                <c:pt idx="75">
                  <c:v>0.13144</c:v>
                </c:pt>
                <c:pt idx="76">
                  <c:v>0.12095</c:v>
                </c:pt>
                <c:pt idx="77">
                  <c:v>0.11085</c:v>
                </c:pt>
                <c:pt idx="78">
                  <c:v>0.10113</c:v>
                </c:pt>
                <c:pt idx="79">
                  <c:v>9.1810000000000003E-2</c:v>
                </c:pt>
                <c:pt idx="80">
                  <c:v>8.2900000000000001E-2</c:v>
                </c:pt>
                <c:pt idx="81">
                  <c:v>7.4399999999999994E-2</c:v>
                </c:pt>
                <c:pt idx="82">
                  <c:v>6.633E-2</c:v>
                </c:pt>
                <c:pt idx="83">
                  <c:v>5.8689999999999999E-2</c:v>
                </c:pt>
                <c:pt idx="84">
                  <c:v>5.1490000000000001E-2</c:v>
                </c:pt>
                <c:pt idx="85">
                  <c:v>4.4740000000000002E-2</c:v>
                </c:pt>
                <c:pt idx="86">
                  <c:v>3.8440000000000002E-2</c:v>
                </c:pt>
                <c:pt idx="87">
                  <c:v>3.2599999999999997E-2</c:v>
                </c:pt>
                <c:pt idx="88">
                  <c:v>2.7230000000000001E-2</c:v>
                </c:pt>
                <c:pt idx="89">
                  <c:v>2.232E-2</c:v>
                </c:pt>
                <c:pt idx="90">
                  <c:v>1.7899999999999999E-2</c:v>
                </c:pt>
                <c:pt idx="91">
                  <c:v>1.3950000000000001E-2</c:v>
                </c:pt>
                <c:pt idx="92">
                  <c:v>1.0489999999999999E-2</c:v>
                </c:pt>
                <c:pt idx="93">
                  <c:v>7.5199999999999998E-3</c:v>
                </c:pt>
                <c:pt idx="94">
                  <c:v>5.0400000000000002E-3</c:v>
                </c:pt>
                <c:pt idx="95">
                  <c:v>3.0500000000000002E-3</c:v>
                </c:pt>
                <c:pt idx="96">
                  <c:v>1.56E-3</c:v>
                </c:pt>
                <c:pt idx="97">
                  <c:v>5.5999999999999995E-4</c:v>
                </c:pt>
                <c:pt idx="98" formatCode="0.00E+00">
                  <c:v>6.0000000000000002E-5</c:v>
                </c:pt>
                <c:pt idx="99">
                  <c:v>0</c:v>
                </c:pt>
                <c:pt idx="100" formatCode="0.00E+00">
                  <c:v>6.0000000000000002E-5</c:v>
                </c:pt>
                <c:pt idx="101">
                  <c:v>5.5999999999999995E-4</c:v>
                </c:pt>
                <c:pt idx="102">
                  <c:v>1.56E-3</c:v>
                </c:pt>
                <c:pt idx="103">
                  <c:v>3.0500000000000002E-3</c:v>
                </c:pt>
                <c:pt idx="104">
                  <c:v>5.0400000000000002E-3</c:v>
                </c:pt>
                <c:pt idx="105">
                  <c:v>7.5199999999999998E-3</c:v>
                </c:pt>
                <c:pt idx="106">
                  <c:v>1.0489999999999999E-2</c:v>
                </c:pt>
                <c:pt idx="107">
                  <c:v>1.3950000000000001E-2</c:v>
                </c:pt>
                <c:pt idx="108">
                  <c:v>1.7899999999999999E-2</c:v>
                </c:pt>
                <c:pt idx="109">
                  <c:v>2.232E-2</c:v>
                </c:pt>
                <c:pt idx="110">
                  <c:v>2.7230000000000001E-2</c:v>
                </c:pt>
                <c:pt idx="111">
                  <c:v>3.2599999999999997E-2</c:v>
                </c:pt>
                <c:pt idx="112">
                  <c:v>3.8440000000000002E-2</c:v>
                </c:pt>
                <c:pt idx="113">
                  <c:v>4.4740000000000002E-2</c:v>
                </c:pt>
                <c:pt idx="114">
                  <c:v>5.1490000000000001E-2</c:v>
                </c:pt>
                <c:pt idx="115">
                  <c:v>5.8689999999999999E-2</c:v>
                </c:pt>
                <c:pt idx="116">
                  <c:v>6.633E-2</c:v>
                </c:pt>
                <c:pt idx="117">
                  <c:v>7.4399999999999994E-2</c:v>
                </c:pt>
                <c:pt idx="118">
                  <c:v>8.2900000000000001E-2</c:v>
                </c:pt>
                <c:pt idx="119">
                  <c:v>9.1810000000000003E-2</c:v>
                </c:pt>
                <c:pt idx="120">
                  <c:v>0.10113</c:v>
                </c:pt>
                <c:pt idx="121">
                  <c:v>0.11085</c:v>
                </c:pt>
                <c:pt idx="122">
                  <c:v>0.12095</c:v>
                </c:pt>
                <c:pt idx="123">
                  <c:v>0.13144</c:v>
                </c:pt>
                <c:pt idx="124">
                  <c:v>0.14229</c:v>
                </c:pt>
                <c:pt idx="125">
                  <c:v>0.15348999999999999</c:v>
                </c:pt>
                <c:pt idx="126">
                  <c:v>0.16503999999999999</c:v>
                </c:pt>
                <c:pt idx="127">
                  <c:v>0.17693</c:v>
                </c:pt>
                <c:pt idx="128">
                  <c:v>0.18914</c:v>
                </c:pt>
                <c:pt idx="129">
                  <c:v>0.20166000000000001</c:v>
                </c:pt>
                <c:pt idx="130">
                  <c:v>0.21446999999999999</c:v>
                </c:pt>
                <c:pt idx="131">
                  <c:v>0.22756999999999999</c:v>
                </c:pt>
                <c:pt idx="132">
                  <c:v>0.24093999999999999</c:v>
                </c:pt>
                <c:pt idx="133">
                  <c:v>0.25457000000000002</c:v>
                </c:pt>
                <c:pt idx="134">
                  <c:v>0.26845000000000002</c:v>
                </c:pt>
                <c:pt idx="135">
                  <c:v>0.28255000000000002</c:v>
                </c:pt>
                <c:pt idx="136">
                  <c:v>0.29687000000000002</c:v>
                </c:pt>
                <c:pt idx="137">
                  <c:v>0.31140000000000001</c:v>
                </c:pt>
                <c:pt idx="138">
                  <c:v>0.32611000000000001</c:v>
                </c:pt>
                <c:pt idx="139">
                  <c:v>0.34099000000000002</c:v>
                </c:pt>
                <c:pt idx="140">
                  <c:v>0.35604000000000002</c:v>
                </c:pt>
                <c:pt idx="141">
                  <c:v>0.37123</c:v>
                </c:pt>
                <c:pt idx="142">
                  <c:v>0.38653999999999999</c:v>
                </c:pt>
                <c:pt idx="143">
                  <c:v>0.40196999999999999</c:v>
                </c:pt>
                <c:pt idx="144">
                  <c:v>0.41749999999999998</c:v>
                </c:pt>
                <c:pt idx="145">
                  <c:v>0.43310999999999999</c:v>
                </c:pt>
                <c:pt idx="146">
                  <c:v>0.44878000000000001</c:v>
                </c:pt>
                <c:pt idx="147">
                  <c:v>0.46450999999999998</c:v>
                </c:pt>
                <c:pt idx="148">
                  <c:v>0.48026999999999997</c:v>
                </c:pt>
                <c:pt idx="149">
                  <c:v>0.49604999999999999</c:v>
                </c:pt>
                <c:pt idx="150">
                  <c:v>0.51183999999999996</c:v>
                </c:pt>
                <c:pt idx="151">
                  <c:v>0.52761000000000002</c:v>
                </c:pt>
                <c:pt idx="152">
                  <c:v>0.54335999999999995</c:v>
                </c:pt>
                <c:pt idx="153">
                  <c:v>0.55906</c:v>
                </c:pt>
                <c:pt idx="154">
                  <c:v>0.57471000000000005</c:v>
                </c:pt>
                <c:pt idx="155">
                  <c:v>0.59028000000000003</c:v>
                </c:pt>
                <c:pt idx="156">
                  <c:v>0.60575999999999997</c:v>
                </c:pt>
                <c:pt idx="157">
                  <c:v>0.62112999999999996</c:v>
                </c:pt>
                <c:pt idx="158">
                  <c:v>0.63637999999999995</c:v>
                </c:pt>
                <c:pt idx="159">
                  <c:v>0.65149999999999997</c:v>
                </c:pt>
                <c:pt idx="160">
                  <c:v>0.66647000000000001</c:v>
                </c:pt>
                <c:pt idx="161">
                  <c:v>0.68127000000000004</c:v>
                </c:pt>
                <c:pt idx="162">
                  <c:v>0.69589000000000001</c:v>
                </c:pt>
                <c:pt idx="163">
                  <c:v>0.71031999999999995</c:v>
                </c:pt>
                <c:pt idx="164">
                  <c:v>0.72453000000000001</c:v>
                </c:pt>
                <c:pt idx="165">
                  <c:v>0.73851999999999995</c:v>
                </c:pt>
                <c:pt idx="166">
                  <c:v>0.75227999999999995</c:v>
                </c:pt>
                <c:pt idx="167">
                  <c:v>0.76578000000000002</c:v>
                </c:pt>
                <c:pt idx="168">
                  <c:v>0.77900999999999998</c:v>
                </c:pt>
                <c:pt idx="169">
                  <c:v>0.79196999999999995</c:v>
                </c:pt>
                <c:pt idx="170">
                  <c:v>0.80464000000000002</c:v>
                </c:pt>
                <c:pt idx="171">
                  <c:v>0.81701000000000001</c:v>
                </c:pt>
                <c:pt idx="172">
                  <c:v>0.82904999999999995</c:v>
                </c:pt>
                <c:pt idx="173">
                  <c:v>0.84077000000000002</c:v>
                </c:pt>
                <c:pt idx="174">
                  <c:v>0.85216000000000003</c:v>
                </c:pt>
                <c:pt idx="175">
                  <c:v>0.86317999999999995</c:v>
                </c:pt>
                <c:pt idx="176">
                  <c:v>0.87385000000000002</c:v>
                </c:pt>
                <c:pt idx="177">
                  <c:v>0.88414999999999999</c:v>
                </c:pt>
                <c:pt idx="178">
                  <c:v>0.89405999999999997</c:v>
                </c:pt>
                <c:pt idx="179">
                  <c:v>0.90358000000000005</c:v>
                </c:pt>
                <c:pt idx="180">
                  <c:v>0.91269999999999996</c:v>
                </c:pt>
                <c:pt idx="181">
                  <c:v>0.9214</c:v>
                </c:pt>
                <c:pt idx="182">
                  <c:v>0.92969000000000002</c:v>
                </c:pt>
                <c:pt idx="183">
                  <c:v>0.93754000000000004</c:v>
                </c:pt>
                <c:pt idx="184">
                  <c:v>0.94496000000000002</c:v>
                </c:pt>
                <c:pt idx="185">
                  <c:v>0.95194000000000001</c:v>
                </c:pt>
                <c:pt idx="186">
                  <c:v>0.95847000000000004</c:v>
                </c:pt>
                <c:pt idx="187">
                  <c:v>0.96453999999999995</c:v>
                </c:pt>
                <c:pt idx="188">
                  <c:v>0.97014999999999996</c:v>
                </c:pt>
                <c:pt idx="189">
                  <c:v>0.97528000000000004</c:v>
                </c:pt>
                <c:pt idx="190">
                  <c:v>0.97994999999999999</c:v>
                </c:pt>
                <c:pt idx="191">
                  <c:v>0.98412999999999995</c:v>
                </c:pt>
                <c:pt idx="192">
                  <c:v>0.98784000000000005</c:v>
                </c:pt>
                <c:pt idx="193">
                  <c:v>0.99104999999999999</c:v>
                </c:pt>
                <c:pt idx="194">
                  <c:v>0.99378</c:v>
                </c:pt>
                <c:pt idx="195">
                  <c:v>0.99602000000000002</c:v>
                </c:pt>
                <c:pt idx="196">
                  <c:v>0.99775999999999998</c:v>
                </c:pt>
                <c:pt idx="197">
                  <c:v>0.999</c:v>
                </c:pt>
                <c:pt idx="198">
                  <c:v>0.99975000000000003</c:v>
                </c:pt>
                <c:pt idx="199">
                  <c:v>1</c:v>
                </c:pt>
              </c:numCache>
            </c:numRef>
          </c:xVal>
          <c:yVal>
            <c:numRef>
              <c:f>'1_target'!$B$2:$B$201</c:f>
              <c:numCache>
                <c:formatCode>General</c:formatCode>
                <c:ptCount val="200"/>
                <c:pt idx="0">
                  <c:v>0.93690200000000001</c:v>
                </c:pt>
                <c:pt idx="1">
                  <c:v>0.57355500000000004</c:v>
                </c:pt>
                <c:pt idx="2">
                  <c:v>0.51731300000000002</c:v>
                </c:pt>
                <c:pt idx="3">
                  <c:v>0.457569</c:v>
                </c:pt>
                <c:pt idx="4">
                  <c:v>0.414327</c:v>
                </c:pt>
                <c:pt idx="5">
                  <c:v>0.381799</c:v>
                </c:pt>
                <c:pt idx="6">
                  <c:v>0.352798</c:v>
                </c:pt>
                <c:pt idx="7">
                  <c:v>0.32706000000000002</c:v>
                </c:pt>
                <c:pt idx="8">
                  <c:v>0.30343599999999998</c:v>
                </c:pt>
                <c:pt idx="9">
                  <c:v>0.28147800000000001</c:v>
                </c:pt>
                <c:pt idx="10">
                  <c:v>0.26083800000000001</c:v>
                </c:pt>
                <c:pt idx="11">
                  <c:v>0.241255</c:v>
                </c:pt>
                <c:pt idx="12">
                  <c:v>0.22256999999999999</c:v>
                </c:pt>
                <c:pt idx="13">
                  <c:v>0.20464499999999999</c:v>
                </c:pt>
                <c:pt idx="14">
                  <c:v>0.187385</c:v>
                </c:pt>
                <c:pt idx="15">
                  <c:v>0.17071900000000001</c:v>
                </c:pt>
                <c:pt idx="16">
                  <c:v>0.15456800000000001</c:v>
                </c:pt>
                <c:pt idx="17">
                  <c:v>0.13886100000000001</c:v>
                </c:pt>
                <c:pt idx="18">
                  <c:v>0.123569</c:v>
                </c:pt>
                <c:pt idx="19">
                  <c:v>0.108639</c:v>
                </c:pt>
                <c:pt idx="20">
                  <c:v>9.4052899999999995E-2</c:v>
                </c:pt>
                <c:pt idx="21">
                  <c:v>7.97794E-2</c:v>
                </c:pt>
                <c:pt idx="22">
                  <c:v>6.5764100000000006E-2</c:v>
                </c:pt>
                <c:pt idx="23">
                  <c:v>5.2008199999999997E-2</c:v>
                </c:pt>
                <c:pt idx="24">
                  <c:v>3.8446099999999997E-2</c:v>
                </c:pt>
                <c:pt idx="25">
                  <c:v>2.5058500000000001E-2</c:v>
                </c:pt>
                <c:pt idx="26">
                  <c:v>1.18225E-2</c:v>
                </c:pt>
                <c:pt idx="27">
                  <c:v>-1.28137E-3</c:v>
                </c:pt>
                <c:pt idx="28">
                  <c:v>-1.42706E-2</c:v>
                </c:pt>
                <c:pt idx="29">
                  <c:v>-2.7143899999999999E-2</c:v>
                </c:pt>
                <c:pt idx="30">
                  <c:v>-3.9916399999999998E-2</c:v>
                </c:pt>
                <c:pt idx="31">
                  <c:v>-5.2637099999999999E-2</c:v>
                </c:pt>
                <c:pt idx="32">
                  <c:v>-6.5388000000000002E-2</c:v>
                </c:pt>
                <c:pt idx="33">
                  <c:v>-7.8187800000000002E-2</c:v>
                </c:pt>
                <c:pt idx="34">
                  <c:v>-9.1018699999999994E-2</c:v>
                </c:pt>
                <c:pt idx="35">
                  <c:v>-0.10391599999999999</c:v>
                </c:pt>
                <c:pt idx="36">
                  <c:v>-0.116843</c:v>
                </c:pt>
                <c:pt idx="37">
                  <c:v>-0.12989200000000001</c:v>
                </c:pt>
                <c:pt idx="38">
                  <c:v>-0.14305100000000001</c:v>
                </c:pt>
                <c:pt idx="39">
                  <c:v>-0.156366</c:v>
                </c:pt>
                <c:pt idx="40">
                  <c:v>-0.16986699999999999</c:v>
                </c:pt>
                <c:pt idx="41">
                  <c:v>-0.18356</c:v>
                </c:pt>
                <c:pt idx="42">
                  <c:v>-0.19749800000000001</c:v>
                </c:pt>
                <c:pt idx="43">
                  <c:v>-0.211675</c:v>
                </c:pt>
                <c:pt idx="44">
                  <c:v>-0.22611300000000001</c:v>
                </c:pt>
                <c:pt idx="45">
                  <c:v>-0.24077699999999999</c:v>
                </c:pt>
                <c:pt idx="46">
                  <c:v>-0.255693</c:v>
                </c:pt>
                <c:pt idx="47">
                  <c:v>-0.27082600000000001</c:v>
                </c:pt>
                <c:pt idx="48">
                  <c:v>-0.28610999999999998</c:v>
                </c:pt>
                <c:pt idx="49">
                  <c:v>-0.30136600000000002</c:v>
                </c:pt>
                <c:pt idx="50">
                  <c:v>-0.31677100000000002</c:v>
                </c:pt>
                <c:pt idx="51">
                  <c:v>-0.33331699999999997</c:v>
                </c:pt>
                <c:pt idx="52">
                  <c:v>-0.35189300000000001</c:v>
                </c:pt>
                <c:pt idx="53">
                  <c:v>-0.36996499999999999</c:v>
                </c:pt>
                <c:pt idx="54">
                  <c:v>-0.38108300000000001</c:v>
                </c:pt>
                <c:pt idx="55">
                  <c:v>-0.38046600000000003</c:v>
                </c:pt>
                <c:pt idx="56">
                  <c:v>-0.37559300000000001</c:v>
                </c:pt>
                <c:pt idx="57">
                  <c:v>-0.39241799999999999</c:v>
                </c:pt>
                <c:pt idx="58">
                  <c:v>-0.45864700000000003</c:v>
                </c:pt>
                <c:pt idx="59">
                  <c:v>-0.55920700000000001</c:v>
                </c:pt>
                <c:pt idx="60">
                  <c:v>-0.630826</c:v>
                </c:pt>
                <c:pt idx="61">
                  <c:v>-0.65441000000000005</c:v>
                </c:pt>
                <c:pt idx="62">
                  <c:v>-0.65080700000000002</c:v>
                </c:pt>
                <c:pt idx="63">
                  <c:v>-0.64015500000000003</c:v>
                </c:pt>
                <c:pt idx="64">
                  <c:v>-0.63027999999999995</c:v>
                </c:pt>
                <c:pt idx="65">
                  <c:v>-0.62121000000000004</c:v>
                </c:pt>
                <c:pt idx="66">
                  <c:v>-0.61116199999999998</c:v>
                </c:pt>
                <c:pt idx="67">
                  <c:v>-0.59962499999999996</c:v>
                </c:pt>
                <c:pt idx="68">
                  <c:v>-0.58689199999999997</c:v>
                </c:pt>
                <c:pt idx="69">
                  <c:v>-0.57340999999999998</c:v>
                </c:pt>
                <c:pt idx="70">
                  <c:v>-0.55906199999999995</c:v>
                </c:pt>
                <c:pt idx="71">
                  <c:v>-0.54314899999999999</c:v>
                </c:pt>
                <c:pt idx="72">
                  <c:v>-0.52496900000000002</c:v>
                </c:pt>
                <c:pt idx="73">
                  <c:v>-0.50457399999999997</c:v>
                </c:pt>
                <c:pt idx="74">
                  <c:v>-0.48252800000000001</c:v>
                </c:pt>
                <c:pt idx="75">
                  <c:v>-0.459262</c:v>
                </c:pt>
                <c:pt idx="76">
                  <c:v>-0.434558</c:v>
                </c:pt>
                <c:pt idx="77">
                  <c:v>-0.40791300000000003</c:v>
                </c:pt>
                <c:pt idx="78">
                  <c:v>-0.37906699999999999</c:v>
                </c:pt>
                <c:pt idx="79">
                  <c:v>-0.34792200000000001</c:v>
                </c:pt>
                <c:pt idx="80">
                  <c:v>-0.31427899999999998</c:v>
                </c:pt>
                <c:pt idx="81">
                  <c:v>-0.27793800000000002</c:v>
                </c:pt>
                <c:pt idx="82">
                  <c:v>-0.238515</c:v>
                </c:pt>
                <c:pt idx="83">
                  <c:v>-0.195633</c:v>
                </c:pt>
                <c:pt idx="84">
                  <c:v>-0.148787</c:v>
                </c:pt>
                <c:pt idx="85">
                  <c:v>-9.7076099999999999E-2</c:v>
                </c:pt>
                <c:pt idx="86">
                  <c:v>-3.9628900000000002E-2</c:v>
                </c:pt>
                <c:pt idx="87">
                  <c:v>2.4557599999999999E-2</c:v>
                </c:pt>
                <c:pt idx="88">
                  <c:v>9.6744800000000006E-2</c:v>
                </c:pt>
                <c:pt idx="89">
                  <c:v>0.17849699999999999</c:v>
                </c:pt>
                <c:pt idx="90">
                  <c:v>0.27141100000000001</c:v>
                </c:pt>
                <c:pt idx="91">
                  <c:v>0.37737100000000001</c:v>
                </c:pt>
                <c:pt idx="92">
                  <c:v>0.49721700000000002</c:v>
                </c:pt>
                <c:pt idx="93">
                  <c:v>0.63022100000000003</c:v>
                </c:pt>
                <c:pt idx="94">
                  <c:v>0.77283500000000005</c:v>
                </c:pt>
                <c:pt idx="95">
                  <c:v>0.91864900000000005</c:v>
                </c:pt>
                <c:pt idx="96">
                  <c:v>1.04227</c:v>
                </c:pt>
                <c:pt idx="97">
                  <c:v>1.14656</c:v>
                </c:pt>
                <c:pt idx="98">
                  <c:v>1.1659600000000001</c:v>
                </c:pt>
                <c:pt idx="99">
                  <c:v>1.12618</c:v>
                </c:pt>
                <c:pt idx="100">
                  <c:v>1.1094599999999999</c:v>
                </c:pt>
                <c:pt idx="101">
                  <c:v>0.99961599999999995</c:v>
                </c:pt>
                <c:pt idx="102">
                  <c:v>0.79260299999999995</c:v>
                </c:pt>
                <c:pt idx="103">
                  <c:v>0.59914000000000001</c:v>
                </c:pt>
                <c:pt idx="104">
                  <c:v>0.40623399999999998</c:v>
                </c:pt>
                <c:pt idx="105">
                  <c:v>0.231764</c:v>
                </c:pt>
                <c:pt idx="106">
                  <c:v>8.1145900000000007E-2</c:v>
                </c:pt>
                <c:pt idx="107">
                  <c:v>-4.6346699999999998E-2</c:v>
                </c:pt>
                <c:pt idx="108">
                  <c:v>-0.153782</c:v>
                </c:pt>
                <c:pt idx="109">
                  <c:v>-0.244723</c:v>
                </c:pt>
                <c:pt idx="110">
                  <c:v>-0.32205099999999998</c:v>
                </c:pt>
                <c:pt idx="111">
                  <c:v>-0.388515</c:v>
                </c:pt>
                <c:pt idx="112">
                  <c:v>-0.446349</c:v>
                </c:pt>
                <c:pt idx="113">
                  <c:v>-0.49733300000000003</c:v>
                </c:pt>
                <c:pt idx="114">
                  <c:v>-0.54248200000000002</c:v>
                </c:pt>
                <c:pt idx="115">
                  <c:v>-0.58262800000000003</c:v>
                </c:pt>
                <c:pt idx="116">
                  <c:v>-0.61892100000000005</c:v>
                </c:pt>
                <c:pt idx="117">
                  <c:v>-0.65252900000000003</c:v>
                </c:pt>
                <c:pt idx="118">
                  <c:v>-0.68405099999999996</c:v>
                </c:pt>
                <c:pt idx="119">
                  <c:v>-0.71369300000000002</c:v>
                </c:pt>
                <c:pt idx="120">
                  <c:v>-0.741232</c:v>
                </c:pt>
                <c:pt idx="121">
                  <c:v>-0.76628300000000005</c:v>
                </c:pt>
                <c:pt idx="122">
                  <c:v>-0.78903500000000004</c:v>
                </c:pt>
                <c:pt idx="123">
                  <c:v>-0.81065699999999996</c:v>
                </c:pt>
                <c:pt idx="124">
                  <c:v>-0.83213400000000004</c:v>
                </c:pt>
                <c:pt idx="125">
                  <c:v>-0.85334399999999999</c:v>
                </c:pt>
                <c:pt idx="126">
                  <c:v>-0.87296399999999996</c:v>
                </c:pt>
                <c:pt idx="127">
                  <c:v>-0.890768</c:v>
                </c:pt>
                <c:pt idx="128">
                  <c:v>-0.90741799999999995</c:v>
                </c:pt>
                <c:pt idx="129">
                  <c:v>-0.92385899999999999</c:v>
                </c:pt>
                <c:pt idx="130">
                  <c:v>-0.93997399999999998</c:v>
                </c:pt>
                <c:pt idx="131">
                  <c:v>-0.95515000000000005</c:v>
                </c:pt>
                <c:pt idx="132">
                  <c:v>-0.96874000000000005</c:v>
                </c:pt>
                <c:pt idx="133">
                  <c:v>-0.98079700000000003</c:v>
                </c:pt>
                <c:pt idx="134">
                  <c:v>-0.99157399999999996</c:v>
                </c:pt>
                <c:pt idx="135">
                  <c:v>-1.0015400000000001</c:v>
                </c:pt>
                <c:pt idx="136">
                  <c:v>-1.0110399999999999</c:v>
                </c:pt>
                <c:pt idx="137">
                  <c:v>-1.0202</c:v>
                </c:pt>
                <c:pt idx="138">
                  <c:v>-1.0291999999999999</c:v>
                </c:pt>
                <c:pt idx="139">
                  <c:v>-1.0380400000000001</c:v>
                </c:pt>
                <c:pt idx="140">
                  <c:v>-1.0466899999999999</c:v>
                </c:pt>
                <c:pt idx="141">
                  <c:v>-1.0546599999999999</c:v>
                </c:pt>
                <c:pt idx="142">
                  <c:v>-1.0617000000000001</c:v>
                </c:pt>
                <c:pt idx="143">
                  <c:v>-1.0681</c:v>
                </c:pt>
                <c:pt idx="144">
                  <c:v>-1.0744100000000001</c:v>
                </c:pt>
                <c:pt idx="145">
                  <c:v>-1.08084</c:v>
                </c:pt>
                <c:pt idx="146">
                  <c:v>-1.08727</c:v>
                </c:pt>
                <c:pt idx="147">
                  <c:v>-1.0931999999999999</c:v>
                </c:pt>
                <c:pt idx="148">
                  <c:v>-1.09856</c:v>
                </c:pt>
                <c:pt idx="149">
                  <c:v>-1.1028</c:v>
                </c:pt>
                <c:pt idx="150">
                  <c:v>-1.1065100000000001</c:v>
                </c:pt>
                <c:pt idx="151">
                  <c:v>-1.10991</c:v>
                </c:pt>
                <c:pt idx="152">
                  <c:v>-1.11249</c:v>
                </c:pt>
                <c:pt idx="153">
                  <c:v>-1.10947</c:v>
                </c:pt>
                <c:pt idx="154">
                  <c:v>-1.10754</c:v>
                </c:pt>
                <c:pt idx="155">
                  <c:v>-1.11405</c:v>
                </c:pt>
                <c:pt idx="156">
                  <c:v>-1.10575</c:v>
                </c:pt>
                <c:pt idx="157">
                  <c:v>-0.89675400000000005</c:v>
                </c:pt>
                <c:pt idx="158">
                  <c:v>-0.254884</c:v>
                </c:pt>
                <c:pt idx="159">
                  <c:v>3.3910000000000003E-2</c:v>
                </c:pt>
                <c:pt idx="160">
                  <c:v>1.9513699999999998E-2</c:v>
                </c:pt>
                <c:pt idx="161">
                  <c:v>-1.0774799999999999E-2</c:v>
                </c:pt>
                <c:pt idx="162">
                  <c:v>-8.2404100000000001E-3</c:v>
                </c:pt>
                <c:pt idx="163">
                  <c:v>-3.2999100000000001E-3</c:v>
                </c:pt>
                <c:pt idx="164">
                  <c:v>-2.1560099999999999E-3</c:v>
                </c:pt>
                <c:pt idx="165">
                  <c:v>6.90305E-4</c:v>
                </c:pt>
                <c:pt idx="166">
                  <c:v>5.6602299999999996E-3</c:v>
                </c:pt>
                <c:pt idx="167">
                  <c:v>1.1738E-2</c:v>
                </c:pt>
                <c:pt idx="168">
                  <c:v>1.8556799999999998E-2</c:v>
                </c:pt>
                <c:pt idx="169">
                  <c:v>2.6189299999999999E-2</c:v>
                </c:pt>
                <c:pt idx="170">
                  <c:v>3.4503699999999998E-2</c:v>
                </c:pt>
                <c:pt idx="171">
                  <c:v>4.3434800000000003E-2</c:v>
                </c:pt>
                <c:pt idx="172">
                  <c:v>5.2910600000000002E-2</c:v>
                </c:pt>
                <c:pt idx="173">
                  <c:v>6.2943799999999994E-2</c:v>
                </c:pt>
                <c:pt idx="174">
                  <c:v>7.3463899999999999E-2</c:v>
                </c:pt>
                <c:pt idx="175">
                  <c:v>8.4488400000000005E-2</c:v>
                </c:pt>
                <c:pt idx="176">
                  <c:v>9.5949999999999994E-2</c:v>
                </c:pt>
                <c:pt idx="177">
                  <c:v>0.10789700000000001</c:v>
                </c:pt>
                <c:pt idx="178">
                  <c:v>0.120272</c:v>
                </c:pt>
                <c:pt idx="179">
                  <c:v>0.13312099999999999</c:v>
                </c:pt>
                <c:pt idx="180">
                  <c:v>0.14643200000000001</c:v>
                </c:pt>
                <c:pt idx="181">
                  <c:v>0.160222</c:v>
                </c:pt>
                <c:pt idx="182">
                  <c:v>0.17452200000000001</c:v>
                </c:pt>
                <c:pt idx="183">
                  <c:v>0.18934999999999999</c:v>
                </c:pt>
                <c:pt idx="184">
                  <c:v>0.20475499999999999</c:v>
                </c:pt>
                <c:pt idx="185">
                  <c:v>0.22078900000000001</c:v>
                </c:pt>
                <c:pt idx="186">
                  <c:v>0.237516</c:v>
                </c:pt>
                <c:pt idx="187">
                  <c:v>0.25499899999999998</c:v>
                </c:pt>
                <c:pt idx="188">
                  <c:v>0.27337299999999998</c:v>
                </c:pt>
                <c:pt idx="189">
                  <c:v>0.29274800000000001</c:v>
                </c:pt>
                <c:pt idx="190">
                  <c:v>0.31337399999999999</c:v>
                </c:pt>
                <c:pt idx="191">
                  <c:v>0.335565</c:v>
                </c:pt>
                <c:pt idx="192">
                  <c:v>0.35969800000000002</c:v>
                </c:pt>
                <c:pt idx="193">
                  <c:v>0.38680300000000001</c:v>
                </c:pt>
                <c:pt idx="194">
                  <c:v>0.41749199999999997</c:v>
                </c:pt>
                <c:pt idx="195">
                  <c:v>0.45705299999999999</c:v>
                </c:pt>
                <c:pt idx="196">
                  <c:v>0.51408600000000004</c:v>
                </c:pt>
                <c:pt idx="197">
                  <c:v>0.56841699999999995</c:v>
                </c:pt>
                <c:pt idx="198">
                  <c:v>0.88595400000000002</c:v>
                </c:pt>
                <c:pt idx="199">
                  <c:v>0.755749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56-4BE9-B48D-F1B459F72EAE}"/>
            </c:ext>
          </c:extLst>
        </c:ser>
        <c:ser>
          <c:idx val="0"/>
          <c:order val="1"/>
          <c:tx>
            <c:v>Optimized</c:v>
          </c:tx>
          <c:spPr>
            <a:ln w="19050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'30_target'!$A$2:$A$201</c:f>
              <c:numCache>
                <c:formatCode>General</c:formatCode>
                <c:ptCount val="200"/>
                <c:pt idx="0">
                  <c:v>0.99975000000000003</c:v>
                </c:pt>
                <c:pt idx="1">
                  <c:v>0.999</c:v>
                </c:pt>
                <c:pt idx="2">
                  <c:v>0.99775999999999998</c:v>
                </c:pt>
                <c:pt idx="3">
                  <c:v>0.99602000000000002</c:v>
                </c:pt>
                <c:pt idx="4">
                  <c:v>0.99378</c:v>
                </c:pt>
                <c:pt idx="5">
                  <c:v>0.99104999999999999</c:v>
                </c:pt>
                <c:pt idx="6">
                  <c:v>0.98784000000000005</c:v>
                </c:pt>
                <c:pt idx="7">
                  <c:v>0.98412999999999995</c:v>
                </c:pt>
                <c:pt idx="8">
                  <c:v>0.97994999999999999</c:v>
                </c:pt>
                <c:pt idx="9">
                  <c:v>0.97528000000000004</c:v>
                </c:pt>
                <c:pt idx="10">
                  <c:v>0.97014999999999996</c:v>
                </c:pt>
                <c:pt idx="11">
                  <c:v>0.96453999999999995</c:v>
                </c:pt>
                <c:pt idx="12">
                  <c:v>0.95847000000000004</c:v>
                </c:pt>
                <c:pt idx="13">
                  <c:v>0.95194000000000001</c:v>
                </c:pt>
                <c:pt idx="14">
                  <c:v>0.94496000000000002</c:v>
                </c:pt>
                <c:pt idx="15">
                  <c:v>0.93754000000000004</c:v>
                </c:pt>
                <c:pt idx="16">
                  <c:v>0.92969000000000002</c:v>
                </c:pt>
                <c:pt idx="17">
                  <c:v>0.9214</c:v>
                </c:pt>
                <c:pt idx="18">
                  <c:v>0.91269999999999996</c:v>
                </c:pt>
                <c:pt idx="19">
                  <c:v>0.90358000000000005</c:v>
                </c:pt>
                <c:pt idx="20">
                  <c:v>0.89405999999999997</c:v>
                </c:pt>
                <c:pt idx="21">
                  <c:v>0.88414999999999999</c:v>
                </c:pt>
                <c:pt idx="22">
                  <c:v>0.87385000000000002</c:v>
                </c:pt>
                <c:pt idx="23">
                  <c:v>0.86317999999999995</c:v>
                </c:pt>
                <c:pt idx="24">
                  <c:v>0.85216000000000003</c:v>
                </c:pt>
                <c:pt idx="25">
                  <c:v>0.84077000000000002</c:v>
                </c:pt>
                <c:pt idx="26">
                  <c:v>0.82904999999999995</c:v>
                </c:pt>
                <c:pt idx="27">
                  <c:v>0.81701000000000001</c:v>
                </c:pt>
                <c:pt idx="28">
                  <c:v>0.80464000000000002</c:v>
                </c:pt>
                <c:pt idx="29">
                  <c:v>0.79196999999999995</c:v>
                </c:pt>
                <c:pt idx="30">
                  <c:v>0.77900999999999998</c:v>
                </c:pt>
                <c:pt idx="31">
                  <c:v>0.76578000000000002</c:v>
                </c:pt>
                <c:pt idx="32">
                  <c:v>0.75227999999999995</c:v>
                </c:pt>
                <c:pt idx="33">
                  <c:v>0.73851999999999995</c:v>
                </c:pt>
                <c:pt idx="34">
                  <c:v>0.72453000000000001</c:v>
                </c:pt>
                <c:pt idx="35">
                  <c:v>0.71031999999999995</c:v>
                </c:pt>
                <c:pt idx="36">
                  <c:v>0.69589000000000001</c:v>
                </c:pt>
                <c:pt idx="37">
                  <c:v>0.68127000000000004</c:v>
                </c:pt>
                <c:pt idx="38">
                  <c:v>0.66647000000000001</c:v>
                </c:pt>
                <c:pt idx="39">
                  <c:v>0.65149999999999997</c:v>
                </c:pt>
                <c:pt idx="40">
                  <c:v>0.63637999999999995</c:v>
                </c:pt>
                <c:pt idx="41">
                  <c:v>0.62112999999999996</c:v>
                </c:pt>
                <c:pt idx="42">
                  <c:v>0.60575999999999997</c:v>
                </c:pt>
                <c:pt idx="43">
                  <c:v>0.59028000000000003</c:v>
                </c:pt>
                <c:pt idx="44">
                  <c:v>0.57471000000000005</c:v>
                </c:pt>
                <c:pt idx="45">
                  <c:v>0.55906</c:v>
                </c:pt>
                <c:pt idx="46">
                  <c:v>0.54335999999999995</c:v>
                </c:pt>
                <c:pt idx="47">
                  <c:v>0.52761000000000002</c:v>
                </c:pt>
                <c:pt idx="48">
                  <c:v>0.51183999999999996</c:v>
                </c:pt>
                <c:pt idx="49">
                  <c:v>0.49604999999999999</c:v>
                </c:pt>
                <c:pt idx="50">
                  <c:v>0.48026999999999997</c:v>
                </c:pt>
                <c:pt idx="51">
                  <c:v>0.46450999999999998</c:v>
                </c:pt>
                <c:pt idx="52">
                  <c:v>0.44878000000000001</c:v>
                </c:pt>
                <c:pt idx="53">
                  <c:v>0.43310999999999999</c:v>
                </c:pt>
                <c:pt idx="54">
                  <c:v>0.41749999999999998</c:v>
                </c:pt>
                <c:pt idx="55">
                  <c:v>0.40196999999999999</c:v>
                </c:pt>
                <c:pt idx="56">
                  <c:v>0.38653999999999999</c:v>
                </c:pt>
                <c:pt idx="57">
                  <c:v>0.37123</c:v>
                </c:pt>
                <c:pt idx="58">
                  <c:v>0.35604000000000002</c:v>
                </c:pt>
                <c:pt idx="59">
                  <c:v>0.34099000000000002</c:v>
                </c:pt>
                <c:pt idx="60">
                  <c:v>0.32611000000000001</c:v>
                </c:pt>
                <c:pt idx="61">
                  <c:v>0.31140000000000001</c:v>
                </c:pt>
                <c:pt idx="62">
                  <c:v>0.29687000000000002</c:v>
                </c:pt>
                <c:pt idx="63">
                  <c:v>0.28255000000000002</c:v>
                </c:pt>
                <c:pt idx="64">
                  <c:v>0.26845000000000002</c:v>
                </c:pt>
                <c:pt idx="65">
                  <c:v>0.25457000000000002</c:v>
                </c:pt>
                <c:pt idx="66">
                  <c:v>0.24093999999999999</c:v>
                </c:pt>
                <c:pt idx="67">
                  <c:v>0.22756999999999999</c:v>
                </c:pt>
                <c:pt idx="68">
                  <c:v>0.21446999999999999</c:v>
                </c:pt>
                <c:pt idx="69">
                  <c:v>0.20166000000000001</c:v>
                </c:pt>
                <c:pt idx="70">
                  <c:v>0.18914</c:v>
                </c:pt>
                <c:pt idx="71">
                  <c:v>0.17693</c:v>
                </c:pt>
                <c:pt idx="72">
                  <c:v>0.16503999999999999</c:v>
                </c:pt>
                <c:pt idx="73">
                  <c:v>0.15348999999999999</c:v>
                </c:pt>
                <c:pt idx="74">
                  <c:v>0.14229</c:v>
                </c:pt>
                <c:pt idx="75">
                  <c:v>0.13144</c:v>
                </c:pt>
                <c:pt idx="76">
                  <c:v>0.12095</c:v>
                </c:pt>
                <c:pt idx="77">
                  <c:v>0.11085</c:v>
                </c:pt>
                <c:pt idx="78">
                  <c:v>0.10113</c:v>
                </c:pt>
                <c:pt idx="79">
                  <c:v>9.1810000000000003E-2</c:v>
                </c:pt>
                <c:pt idx="80">
                  <c:v>8.2900000000000001E-2</c:v>
                </c:pt>
                <c:pt idx="81">
                  <c:v>7.4399999999999994E-2</c:v>
                </c:pt>
                <c:pt idx="82">
                  <c:v>6.633E-2</c:v>
                </c:pt>
                <c:pt idx="83">
                  <c:v>5.8689999999999999E-2</c:v>
                </c:pt>
                <c:pt idx="84">
                  <c:v>5.1490000000000001E-2</c:v>
                </c:pt>
                <c:pt idx="85">
                  <c:v>4.4740000000000002E-2</c:v>
                </c:pt>
                <c:pt idx="86">
                  <c:v>3.8440000000000002E-2</c:v>
                </c:pt>
                <c:pt idx="87">
                  <c:v>3.2599999999999997E-2</c:v>
                </c:pt>
                <c:pt idx="88">
                  <c:v>2.7230000000000001E-2</c:v>
                </c:pt>
                <c:pt idx="89">
                  <c:v>2.232E-2</c:v>
                </c:pt>
                <c:pt idx="90">
                  <c:v>1.7899999999999999E-2</c:v>
                </c:pt>
                <c:pt idx="91">
                  <c:v>1.3950000000000001E-2</c:v>
                </c:pt>
                <c:pt idx="92">
                  <c:v>1.0489999999999999E-2</c:v>
                </c:pt>
                <c:pt idx="93">
                  <c:v>7.5199999999999998E-3</c:v>
                </c:pt>
                <c:pt idx="94">
                  <c:v>5.0400000000000002E-3</c:v>
                </c:pt>
                <c:pt idx="95">
                  <c:v>3.0500000000000002E-3</c:v>
                </c:pt>
                <c:pt idx="96">
                  <c:v>1.56E-3</c:v>
                </c:pt>
                <c:pt idx="97">
                  <c:v>5.5999999999999995E-4</c:v>
                </c:pt>
                <c:pt idx="98" formatCode="0.00E+00">
                  <c:v>6.0000000000000002E-5</c:v>
                </c:pt>
                <c:pt idx="99">
                  <c:v>0</c:v>
                </c:pt>
                <c:pt idx="100" formatCode="0.00E+00">
                  <c:v>6.0000000000000002E-5</c:v>
                </c:pt>
                <c:pt idx="101">
                  <c:v>5.5999999999999995E-4</c:v>
                </c:pt>
                <c:pt idx="102">
                  <c:v>1.56E-3</c:v>
                </c:pt>
                <c:pt idx="103">
                  <c:v>3.0500000000000002E-3</c:v>
                </c:pt>
                <c:pt idx="104">
                  <c:v>5.0400000000000002E-3</c:v>
                </c:pt>
                <c:pt idx="105">
                  <c:v>7.5199999999999998E-3</c:v>
                </c:pt>
                <c:pt idx="106">
                  <c:v>1.0489999999999999E-2</c:v>
                </c:pt>
                <c:pt idx="107">
                  <c:v>1.3950000000000001E-2</c:v>
                </c:pt>
                <c:pt idx="108">
                  <c:v>1.7899999999999999E-2</c:v>
                </c:pt>
                <c:pt idx="109">
                  <c:v>2.232E-2</c:v>
                </c:pt>
                <c:pt idx="110">
                  <c:v>2.7230000000000001E-2</c:v>
                </c:pt>
                <c:pt idx="111">
                  <c:v>3.2599999999999997E-2</c:v>
                </c:pt>
                <c:pt idx="112">
                  <c:v>3.8440000000000002E-2</c:v>
                </c:pt>
                <c:pt idx="113">
                  <c:v>4.4740000000000002E-2</c:v>
                </c:pt>
                <c:pt idx="114">
                  <c:v>5.1490000000000001E-2</c:v>
                </c:pt>
                <c:pt idx="115">
                  <c:v>5.8689999999999999E-2</c:v>
                </c:pt>
                <c:pt idx="116">
                  <c:v>6.633E-2</c:v>
                </c:pt>
                <c:pt idx="117">
                  <c:v>7.4399999999999994E-2</c:v>
                </c:pt>
                <c:pt idx="118">
                  <c:v>8.2900000000000001E-2</c:v>
                </c:pt>
                <c:pt idx="119">
                  <c:v>9.1810000000000003E-2</c:v>
                </c:pt>
                <c:pt idx="120">
                  <c:v>0.10113</c:v>
                </c:pt>
                <c:pt idx="121">
                  <c:v>0.11085</c:v>
                </c:pt>
                <c:pt idx="122">
                  <c:v>0.12095</c:v>
                </c:pt>
                <c:pt idx="123">
                  <c:v>0.13144</c:v>
                </c:pt>
                <c:pt idx="124">
                  <c:v>0.14229</c:v>
                </c:pt>
                <c:pt idx="125">
                  <c:v>0.15348999999999999</c:v>
                </c:pt>
                <c:pt idx="126">
                  <c:v>0.16503999999999999</c:v>
                </c:pt>
                <c:pt idx="127">
                  <c:v>0.17693</c:v>
                </c:pt>
                <c:pt idx="128">
                  <c:v>0.18914</c:v>
                </c:pt>
                <c:pt idx="129">
                  <c:v>0.20166000000000001</c:v>
                </c:pt>
                <c:pt idx="130">
                  <c:v>0.21446999999999999</c:v>
                </c:pt>
                <c:pt idx="131">
                  <c:v>0.22756999999999999</c:v>
                </c:pt>
                <c:pt idx="132">
                  <c:v>0.24093999999999999</c:v>
                </c:pt>
                <c:pt idx="133">
                  <c:v>0.25457000000000002</c:v>
                </c:pt>
                <c:pt idx="134">
                  <c:v>0.26845000000000002</c:v>
                </c:pt>
                <c:pt idx="135">
                  <c:v>0.28255000000000002</c:v>
                </c:pt>
                <c:pt idx="136">
                  <c:v>0.29687000000000002</c:v>
                </c:pt>
                <c:pt idx="137">
                  <c:v>0.31140000000000001</c:v>
                </c:pt>
                <c:pt idx="138">
                  <c:v>0.32611000000000001</c:v>
                </c:pt>
                <c:pt idx="139">
                  <c:v>0.34099000000000002</c:v>
                </c:pt>
                <c:pt idx="140">
                  <c:v>0.35604000000000002</c:v>
                </c:pt>
                <c:pt idx="141">
                  <c:v>0.37123</c:v>
                </c:pt>
                <c:pt idx="142">
                  <c:v>0.38653999999999999</c:v>
                </c:pt>
                <c:pt idx="143">
                  <c:v>0.40196999999999999</c:v>
                </c:pt>
                <c:pt idx="144">
                  <c:v>0.41749999999999998</c:v>
                </c:pt>
                <c:pt idx="145">
                  <c:v>0.43310999999999999</c:v>
                </c:pt>
                <c:pt idx="146">
                  <c:v>0.44878000000000001</c:v>
                </c:pt>
                <c:pt idx="147">
                  <c:v>0.46450999999999998</c:v>
                </c:pt>
                <c:pt idx="148">
                  <c:v>0.48026999999999997</c:v>
                </c:pt>
                <c:pt idx="149">
                  <c:v>0.49604999999999999</c:v>
                </c:pt>
                <c:pt idx="150">
                  <c:v>0.51183999999999996</c:v>
                </c:pt>
                <c:pt idx="151">
                  <c:v>0.52761000000000002</c:v>
                </c:pt>
                <c:pt idx="152">
                  <c:v>0.54335999999999995</c:v>
                </c:pt>
                <c:pt idx="153">
                  <c:v>0.55906</c:v>
                </c:pt>
                <c:pt idx="154">
                  <c:v>0.57471000000000005</c:v>
                </c:pt>
                <c:pt idx="155">
                  <c:v>0.59028000000000003</c:v>
                </c:pt>
                <c:pt idx="156">
                  <c:v>0.60575999999999997</c:v>
                </c:pt>
                <c:pt idx="157">
                  <c:v>0.62112999999999996</c:v>
                </c:pt>
                <c:pt idx="158">
                  <c:v>0.63637999999999995</c:v>
                </c:pt>
                <c:pt idx="159">
                  <c:v>0.65149999999999997</c:v>
                </c:pt>
                <c:pt idx="160">
                  <c:v>0.66647000000000001</c:v>
                </c:pt>
                <c:pt idx="161">
                  <c:v>0.68127000000000004</c:v>
                </c:pt>
                <c:pt idx="162">
                  <c:v>0.69589000000000001</c:v>
                </c:pt>
                <c:pt idx="163">
                  <c:v>0.71031999999999995</c:v>
                </c:pt>
                <c:pt idx="164">
                  <c:v>0.72453000000000001</c:v>
                </c:pt>
                <c:pt idx="165">
                  <c:v>0.73851999999999995</c:v>
                </c:pt>
                <c:pt idx="166">
                  <c:v>0.75227999999999995</c:v>
                </c:pt>
                <c:pt idx="167">
                  <c:v>0.76578000000000002</c:v>
                </c:pt>
                <c:pt idx="168">
                  <c:v>0.77900999999999998</c:v>
                </c:pt>
                <c:pt idx="169">
                  <c:v>0.79196999999999995</c:v>
                </c:pt>
                <c:pt idx="170">
                  <c:v>0.80464000000000002</c:v>
                </c:pt>
                <c:pt idx="171">
                  <c:v>0.81701000000000001</c:v>
                </c:pt>
                <c:pt idx="172">
                  <c:v>0.82904999999999995</c:v>
                </c:pt>
                <c:pt idx="173">
                  <c:v>0.84077000000000002</c:v>
                </c:pt>
                <c:pt idx="174">
                  <c:v>0.85216000000000003</c:v>
                </c:pt>
                <c:pt idx="175">
                  <c:v>0.86317999999999995</c:v>
                </c:pt>
                <c:pt idx="176">
                  <c:v>0.87385000000000002</c:v>
                </c:pt>
                <c:pt idx="177">
                  <c:v>0.88414999999999999</c:v>
                </c:pt>
                <c:pt idx="178">
                  <c:v>0.89405999999999997</c:v>
                </c:pt>
                <c:pt idx="179">
                  <c:v>0.90358000000000005</c:v>
                </c:pt>
                <c:pt idx="180">
                  <c:v>0.91269999999999996</c:v>
                </c:pt>
                <c:pt idx="181">
                  <c:v>0.9214</c:v>
                </c:pt>
                <c:pt idx="182">
                  <c:v>0.92969000000000002</c:v>
                </c:pt>
                <c:pt idx="183">
                  <c:v>0.93754000000000004</c:v>
                </c:pt>
                <c:pt idx="184">
                  <c:v>0.94496000000000002</c:v>
                </c:pt>
                <c:pt idx="185">
                  <c:v>0.95194000000000001</c:v>
                </c:pt>
                <c:pt idx="186">
                  <c:v>0.95847000000000004</c:v>
                </c:pt>
                <c:pt idx="187">
                  <c:v>0.96453999999999995</c:v>
                </c:pt>
                <c:pt idx="188">
                  <c:v>0.97014999999999996</c:v>
                </c:pt>
                <c:pt idx="189">
                  <c:v>0.97528000000000004</c:v>
                </c:pt>
                <c:pt idx="190">
                  <c:v>0.97994999999999999</c:v>
                </c:pt>
                <c:pt idx="191">
                  <c:v>0.98412999999999995</c:v>
                </c:pt>
                <c:pt idx="192">
                  <c:v>0.98784000000000005</c:v>
                </c:pt>
                <c:pt idx="193">
                  <c:v>0.99104999999999999</c:v>
                </c:pt>
                <c:pt idx="194">
                  <c:v>0.99378</c:v>
                </c:pt>
                <c:pt idx="195">
                  <c:v>0.99602000000000002</c:v>
                </c:pt>
                <c:pt idx="196">
                  <c:v>0.99775999999999998</c:v>
                </c:pt>
                <c:pt idx="197">
                  <c:v>0.999</c:v>
                </c:pt>
                <c:pt idx="198">
                  <c:v>0.99975000000000003</c:v>
                </c:pt>
                <c:pt idx="199">
                  <c:v>1</c:v>
                </c:pt>
              </c:numCache>
            </c:numRef>
          </c:xVal>
          <c:yVal>
            <c:numRef>
              <c:f>'30_target'!$B$2:$B$201</c:f>
              <c:numCache>
                <c:formatCode>General</c:formatCode>
                <c:ptCount val="200"/>
                <c:pt idx="0">
                  <c:v>0.96457899999999996</c:v>
                </c:pt>
                <c:pt idx="1">
                  <c:v>0.60425200000000001</c:v>
                </c:pt>
                <c:pt idx="2">
                  <c:v>0.53808400000000001</c:v>
                </c:pt>
                <c:pt idx="3">
                  <c:v>0.46646100000000001</c:v>
                </c:pt>
                <c:pt idx="4">
                  <c:v>0.41159400000000002</c:v>
                </c:pt>
                <c:pt idx="5">
                  <c:v>0.36888599999999999</c:v>
                </c:pt>
                <c:pt idx="6">
                  <c:v>0.33487800000000001</c:v>
                </c:pt>
                <c:pt idx="7">
                  <c:v>0.31193100000000001</c:v>
                </c:pt>
                <c:pt idx="8">
                  <c:v>0.300008</c:v>
                </c:pt>
                <c:pt idx="9">
                  <c:v>0.29693999999999998</c:v>
                </c:pt>
                <c:pt idx="10">
                  <c:v>0.29841400000000001</c:v>
                </c:pt>
                <c:pt idx="11">
                  <c:v>0.29942200000000002</c:v>
                </c:pt>
                <c:pt idx="12">
                  <c:v>0.29591499999999998</c:v>
                </c:pt>
                <c:pt idx="13">
                  <c:v>0.28593299999999999</c:v>
                </c:pt>
                <c:pt idx="14">
                  <c:v>0.26968900000000001</c:v>
                </c:pt>
                <c:pt idx="15">
                  <c:v>0.24898200000000001</c:v>
                </c:pt>
                <c:pt idx="16">
                  <c:v>0.226245</c:v>
                </c:pt>
                <c:pt idx="17">
                  <c:v>0.203766</c:v>
                </c:pt>
                <c:pt idx="18">
                  <c:v>0.18312600000000001</c:v>
                </c:pt>
                <c:pt idx="19">
                  <c:v>0.16486700000000001</c:v>
                </c:pt>
                <c:pt idx="20">
                  <c:v>0.14880299999999999</c:v>
                </c:pt>
                <c:pt idx="21">
                  <c:v>0.13433800000000001</c:v>
                </c:pt>
                <c:pt idx="22">
                  <c:v>0.12078999999999999</c:v>
                </c:pt>
                <c:pt idx="23">
                  <c:v>0.107683</c:v>
                </c:pt>
                <c:pt idx="24">
                  <c:v>9.4659599999999997E-2</c:v>
                </c:pt>
                <c:pt idx="25">
                  <c:v>8.1600000000000006E-2</c:v>
                </c:pt>
                <c:pt idx="26">
                  <c:v>6.8483799999999997E-2</c:v>
                </c:pt>
                <c:pt idx="27">
                  <c:v>5.5347199999999999E-2</c:v>
                </c:pt>
                <c:pt idx="28">
                  <c:v>4.2239499999999999E-2</c:v>
                </c:pt>
                <c:pt idx="29">
                  <c:v>2.92134E-2</c:v>
                </c:pt>
                <c:pt idx="30">
                  <c:v>1.6289700000000001E-2</c:v>
                </c:pt>
                <c:pt idx="31">
                  <c:v>3.4552099999999998E-3</c:v>
                </c:pt>
                <c:pt idx="32">
                  <c:v>-9.3522099999999997E-3</c:v>
                </c:pt>
                <c:pt idx="33">
                  <c:v>-2.2133300000000002E-2</c:v>
                </c:pt>
                <c:pt idx="34">
                  <c:v>-3.4877600000000002E-2</c:v>
                </c:pt>
                <c:pt idx="35">
                  <c:v>-4.7623899999999997E-2</c:v>
                </c:pt>
                <c:pt idx="36">
                  <c:v>-6.0323300000000003E-2</c:v>
                </c:pt>
                <c:pt idx="37">
                  <c:v>-7.3063199999999995E-2</c:v>
                </c:pt>
                <c:pt idx="38">
                  <c:v>-8.5812200000000005E-2</c:v>
                </c:pt>
                <c:pt idx="39">
                  <c:v>-9.8617399999999994E-2</c:v>
                </c:pt>
                <c:pt idx="40">
                  <c:v>-0.111489</c:v>
                </c:pt>
                <c:pt idx="41">
                  <c:v>-0.12443700000000001</c:v>
                </c:pt>
                <c:pt idx="42">
                  <c:v>-0.13750000000000001</c:v>
                </c:pt>
                <c:pt idx="43">
                  <c:v>-0.15068400000000001</c:v>
                </c:pt>
                <c:pt idx="44">
                  <c:v>-0.16401299999999999</c:v>
                </c:pt>
                <c:pt idx="45">
                  <c:v>-0.17747499999999999</c:v>
                </c:pt>
                <c:pt idx="46">
                  <c:v>-0.19106100000000001</c:v>
                </c:pt>
                <c:pt idx="47">
                  <c:v>-0.20473</c:v>
                </c:pt>
                <c:pt idx="48">
                  <c:v>-0.21851699999999999</c:v>
                </c:pt>
                <c:pt idx="49">
                  <c:v>-0.23255899999999999</c:v>
                </c:pt>
                <c:pt idx="50">
                  <c:v>-0.24706</c:v>
                </c:pt>
                <c:pt idx="51">
                  <c:v>-0.26202999999999999</c:v>
                </c:pt>
                <c:pt idx="52">
                  <c:v>-0.27701900000000002</c:v>
                </c:pt>
                <c:pt idx="53">
                  <c:v>-0.29126400000000002</c:v>
                </c:pt>
                <c:pt idx="54">
                  <c:v>-0.30487799999999998</c:v>
                </c:pt>
                <c:pt idx="55">
                  <c:v>-0.31978000000000001</c:v>
                </c:pt>
                <c:pt idx="56">
                  <c:v>-0.338063</c:v>
                </c:pt>
                <c:pt idx="57">
                  <c:v>-0.35582200000000003</c:v>
                </c:pt>
                <c:pt idx="58">
                  <c:v>-0.36214299999999999</c:v>
                </c:pt>
                <c:pt idx="59">
                  <c:v>-0.34961599999999998</c:v>
                </c:pt>
                <c:pt idx="60">
                  <c:v>-0.33460699999999999</c:v>
                </c:pt>
                <c:pt idx="61">
                  <c:v>-0.36538999999999999</c:v>
                </c:pt>
                <c:pt idx="62">
                  <c:v>-0.48659999999999998</c:v>
                </c:pt>
                <c:pt idx="63">
                  <c:v>-0.63309300000000002</c:v>
                </c:pt>
                <c:pt idx="64">
                  <c:v>-0.70116100000000003</c:v>
                </c:pt>
                <c:pt idx="65">
                  <c:v>-0.70824900000000002</c:v>
                </c:pt>
                <c:pt idx="66">
                  <c:v>-0.696295</c:v>
                </c:pt>
                <c:pt idx="67">
                  <c:v>-0.68742199999999998</c:v>
                </c:pt>
                <c:pt idx="68">
                  <c:v>-0.68297200000000002</c:v>
                </c:pt>
                <c:pt idx="69">
                  <c:v>-0.67840800000000001</c:v>
                </c:pt>
                <c:pt idx="70">
                  <c:v>-0.67105999999999999</c:v>
                </c:pt>
                <c:pt idx="71">
                  <c:v>-0.66031899999999999</c:v>
                </c:pt>
                <c:pt idx="72">
                  <c:v>-0.64677499999999999</c:v>
                </c:pt>
                <c:pt idx="73">
                  <c:v>-0.63176900000000002</c:v>
                </c:pt>
                <c:pt idx="74">
                  <c:v>-0.61597599999999997</c:v>
                </c:pt>
                <c:pt idx="75">
                  <c:v>-0.59882800000000003</c:v>
                </c:pt>
                <c:pt idx="76">
                  <c:v>-0.57918000000000003</c:v>
                </c:pt>
                <c:pt idx="77">
                  <c:v>-0.55635100000000004</c:v>
                </c:pt>
                <c:pt idx="78">
                  <c:v>-0.53050699999999995</c:v>
                </c:pt>
                <c:pt idx="79">
                  <c:v>-0.50174600000000003</c:v>
                </c:pt>
                <c:pt idx="80">
                  <c:v>-0.46986299999999998</c:v>
                </c:pt>
                <c:pt idx="81">
                  <c:v>-0.43450800000000001</c:v>
                </c:pt>
                <c:pt idx="82">
                  <c:v>-0.39510400000000001</c:v>
                </c:pt>
                <c:pt idx="83">
                  <c:v>-0.35111900000000001</c:v>
                </c:pt>
                <c:pt idx="84">
                  <c:v>-0.30174299999999998</c:v>
                </c:pt>
                <c:pt idx="85">
                  <c:v>-0.24578</c:v>
                </c:pt>
                <c:pt idx="86">
                  <c:v>-0.18209700000000001</c:v>
                </c:pt>
                <c:pt idx="87">
                  <c:v>-0.10944</c:v>
                </c:pt>
                <c:pt idx="88">
                  <c:v>-2.63124E-2</c:v>
                </c:pt>
                <c:pt idx="89">
                  <c:v>6.89612E-2</c:v>
                </c:pt>
                <c:pt idx="90">
                  <c:v>0.17801400000000001</c:v>
                </c:pt>
                <c:pt idx="91">
                  <c:v>0.30235000000000001</c:v>
                </c:pt>
                <c:pt idx="92">
                  <c:v>0.441834</c:v>
                </c:pt>
                <c:pt idx="93">
                  <c:v>0.59395600000000004</c:v>
                </c:pt>
                <c:pt idx="94">
                  <c:v>0.75326400000000004</c:v>
                </c:pt>
                <c:pt idx="95">
                  <c:v>0.91107700000000003</c:v>
                </c:pt>
                <c:pt idx="96">
                  <c:v>1.0405500000000001</c:v>
                </c:pt>
                <c:pt idx="97">
                  <c:v>1.1467499999999999</c:v>
                </c:pt>
                <c:pt idx="98">
                  <c:v>1.16801</c:v>
                </c:pt>
                <c:pt idx="99">
                  <c:v>1.13022</c:v>
                </c:pt>
                <c:pt idx="100">
                  <c:v>1.11687</c:v>
                </c:pt>
                <c:pt idx="101">
                  <c:v>1.00925</c:v>
                </c:pt>
                <c:pt idx="102">
                  <c:v>0.79405000000000003</c:v>
                </c:pt>
                <c:pt idx="103">
                  <c:v>0.57785900000000001</c:v>
                </c:pt>
                <c:pt idx="104">
                  <c:v>0.34854099999999999</c:v>
                </c:pt>
                <c:pt idx="105">
                  <c:v>0.13272800000000001</c:v>
                </c:pt>
                <c:pt idx="106">
                  <c:v>-5.7100400000000003E-2</c:v>
                </c:pt>
                <c:pt idx="107">
                  <c:v>-0.21842600000000001</c:v>
                </c:pt>
                <c:pt idx="108">
                  <c:v>-0.35245300000000002</c:v>
                </c:pt>
                <c:pt idx="109">
                  <c:v>-0.462536</c:v>
                </c:pt>
                <c:pt idx="110">
                  <c:v>-0.55182299999999995</c:v>
                </c:pt>
                <c:pt idx="111">
                  <c:v>-0.62395199999999995</c:v>
                </c:pt>
                <c:pt idx="112">
                  <c:v>-0.682284</c:v>
                </c:pt>
                <c:pt idx="113">
                  <c:v>-0.72987800000000003</c:v>
                </c:pt>
                <c:pt idx="114">
                  <c:v>-0.76845399999999997</c:v>
                </c:pt>
                <c:pt idx="115">
                  <c:v>-0.79893800000000004</c:v>
                </c:pt>
                <c:pt idx="116">
                  <c:v>-0.82252800000000004</c:v>
                </c:pt>
                <c:pt idx="117">
                  <c:v>-0.84084000000000003</c:v>
                </c:pt>
                <c:pt idx="118">
                  <c:v>-0.85527900000000001</c:v>
                </c:pt>
                <c:pt idx="119">
                  <c:v>-0.86706799999999995</c:v>
                </c:pt>
                <c:pt idx="120">
                  <c:v>-0.87695900000000004</c:v>
                </c:pt>
                <c:pt idx="121">
                  <c:v>-0.88446599999999997</c:v>
                </c:pt>
                <c:pt idx="122">
                  <c:v>-0.88847200000000004</c:v>
                </c:pt>
                <c:pt idx="123">
                  <c:v>-0.88896799999999998</c:v>
                </c:pt>
                <c:pt idx="124">
                  <c:v>-0.88734000000000002</c:v>
                </c:pt>
                <c:pt idx="125">
                  <c:v>-0.88508100000000001</c:v>
                </c:pt>
                <c:pt idx="126">
                  <c:v>-0.88219499999999995</c:v>
                </c:pt>
                <c:pt idx="127">
                  <c:v>-0.87849500000000003</c:v>
                </c:pt>
                <c:pt idx="128">
                  <c:v>-0.87416400000000005</c:v>
                </c:pt>
                <c:pt idx="129">
                  <c:v>-0.869398</c:v>
                </c:pt>
                <c:pt idx="130">
                  <c:v>-0.86380199999999996</c:v>
                </c:pt>
                <c:pt idx="131">
                  <c:v>-0.85666900000000001</c:v>
                </c:pt>
                <c:pt idx="132">
                  <c:v>-0.84765199999999996</c:v>
                </c:pt>
                <c:pt idx="133">
                  <c:v>-0.83705399999999996</c:v>
                </c:pt>
                <c:pt idx="134">
                  <c:v>-0.82558799999999999</c:v>
                </c:pt>
                <c:pt idx="135">
                  <c:v>-0.81389800000000001</c:v>
                </c:pt>
                <c:pt idx="136">
                  <c:v>-0.80233600000000005</c:v>
                </c:pt>
                <c:pt idx="137">
                  <c:v>-0.79109200000000002</c:v>
                </c:pt>
                <c:pt idx="138">
                  <c:v>-0.78041899999999997</c:v>
                </c:pt>
                <c:pt idx="139">
                  <c:v>-0.77084900000000001</c:v>
                </c:pt>
                <c:pt idx="140">
                  <c:v>-0.76281200000000005</c:v>
                </c:pt>
                <c:pt idx="141">
                  <c:v>-0.75633499999999998</c:v>
                </c:pt>
                <c:pt idx="142">
                  <c:v>-0.75109599999999999</c:v>
                </c:pt>
                <c:pt idx="143">
                  <c:v>-0.74693500000000002</c:v>
                </c:pt>
                <c:pt idx="144">
                  <c:v>-0.74412299999999998</c:v>
                </c:pt>
                <c:pt idx="145">
                  <c:v>-0.74303600000000003</c:v>
                </c:pt>
                <c:pt idx="146">
                  <c:v>-0.744004</c:v>
                </c:pt>
                <c:pt idx="147">
                  <c:v>-0.74697100000000005</c:v>
                </c:pt>
                <c:pt idx="148">
                  <c:v>-0.75153400000000004</c:v>
                </c:pt>
                <c:pt idx="149">
                  <c:v>-0.75635799999999997</c:v>
                </c:pt>
                <c:pt idx="150">
                  <c:v>-0.75989200000000001</c:v>
                </c:pt>
                <c:pt idx="151">
                  <c:v>-0.76068000000000002</c:v>
                </c:pt>
                <c:pt idx="152">
                  <c:v>-0.75787300000000002</c:v>
                </c:pt>
                <c:pt idx="153">
                  <c:v>-0.751023</c:v>
                </c:pt>
                <c:pt idx="154">
                  <c:v>-0.74033800000000005</c:v>
                </c:pt>
                <c:pt idx="155">
                  <c:v>-0.72795299999999996</c:v>
                </c:pt>
                <c:pt idx="156">
                  <c:v>-0.71653100000000003</c:v>
                </c:pt>
                <c:pt idx="157">
                  <c:v>-0.70127399999999995</c:v>
                </c:pt>
                <c:pt idx="158">
                  <c:v>-0.66473400000000005</c:v>
                </c:pt>
                <c:pt idx="159">
                  <c:v>-0.58960999999999997</c:v>
                </c:pt>
                <c:pt idx="160">
                  <c:v>-0.49612400000000001</c:v>
                </c:pt>
                <c:pt idx="161">
                  <c:v>-0.43699300000000002</c:v>
                </c:pt>
                <c:pt idx="162">
                  <c:v>-0.419769</c:v>
                </c:pt>
                <c:pt idx="163">
                  <c:v>-0.41588000000000003</c:v>
                </c:pt>
                <c:pt idx="164">
                  <c:v>-0.40004800000000001</c:v>
                </c:pt>
                <c:pt idx="165">
                  <c:v>-0.36664200000000002</c:v>
                </c:pt>
                <c:pt idx="166">
                  <c:v>-0.32404899999999998</c:v>
                </c:pt>
                <c:pt idx="167">
                  <c:v>-0.28218900000000002</c:v>
                </c:pt>
                <c:pt idx="168">
                  <c:v>-0.24304700000000001</c:v>
                </c:pt>
                <c:pt idx="169">
                  <c:v>-0.20391799999999999</c:v>
                </c:pt>
                <c:pt idx="170">
                  <c:v>-0.16417499999999999</c:v>
                </c:pt>
                <c:pt idx="171">
                  <c:v>-0.124945</c:v>
                </c:pt>
                <c:pt idx="172">
                  <c:v>-8.7084999999999996E-2</c:v>
                </c:pt>
                <c:pt idx="173">
                  <c:v>-5.0701299999999998E-2</c:v>
                </c:pt>
                <c:pt idx="174">
                  <c:v>-1.5808200000000001E-2</c:v>
                </c:pt>
                <c:pt idx="175">
                  <c:v>1.7328E-2</c:v>
                </c:pt>
                <c:pt idx="176">
                  <c:v>4.8368700000000001E-2</c:v>
                </c:pt>
                <c:pt idx="177">
                  <c:v>7.6965199999999998E-2</c:v>
                </c:pt>
                <c:pt idx="178">
                  <c:v>0.102593</c:v>
                </c:pt>
                <c:pt idx="179">
                  <c:v>0.124763</c:v>
                </c:pt>
                <c:pt idx="180">
                  <c:v>0.14305000000000001</c:v>
                </c:pt>
                <c:pt idx="181">
                  <c:v>0.15749199999999999</c:v>
                </c:pt>
                <c:pt idx="182">
                  <c:v>0.16889299999999999</c:v>
                </c:pt>
                <c:pt idx="183">
                  <c:v>0.17912900000000001</c:v>
                </c:pt>
                <c:pt idx="184">
                  <c:v>0.19106899999999999</c:v>
                </c:pt>
                <c:pt idx="185">
                  <c:v>0.20791699999999999</c:v>
                </c:pt>
                <c:pt idx="186">
                  <c:v>0.232013</c:v>
                </c:pt>
                <c:pt idx="187">
                  <c:v>0.263631</c:v>
                </c:pt>
                <c:pt idx="188">
                  <c:v>0.30059999999999998</c:v>
                </c:pt>
                <c:pt idx="189">
                  <c:v>0.33901399999999998</c:v>
                </c:pt>
                <c:pt idx="190">
                  <c:v>0.37519799999999998</c:v>
                </c:pt>
                <c:pt idx="191">
                  <c:v>0.40698099999999998</c:v>
                </c:pt>
                <c:pt idx="192">
                  <c:v>0.434089</c:v>
                </c:pt>
                <c:pt idx="193">
                  <c:v>0.45869199999999999</c:v>
                </c:pt>
                <c:pt idx="194">
                  <c:v>0.48321599999999998</c:v>
                </c:pt>
                <c:pt idx="195">
                  <c:v>0.51690700000000001</c:v>
                </c:pt>
                <c:pt idx="196">
                  <c:v>0.56852899999999995</c:v>
                </c:pt>
                <c:pt idx="197">
                  <c:v>0.61912999999999996</c:v>
                </c:pt>
                <c:pt idx="198">
                  <c:v>0.97171399999999997</c:v>
                </c:pt>
                <c:pt idx="199">
                  <c:v>0.80962400000000001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056-4BE9-B48D-F1B459F72E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90595535"/>
        <c:axId val="1690597455"/>
      </c:scatterChart>
      <c:valAx>
        <c:axId val="1690595535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90597455"/>
        <c:crosses val="autoZero"/>
        <c:crossBetween val="midCat"/>
      </c:valAx>
      <c:valAx>
        <c:axId val="1690597455"/>
        <c:scaling>
          <c:orientation val="maxMin"/>
          <c:max val="1"/>
          <c:min val="-1.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90595535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0415405326476388"/>
          <c:y val="7.7947175996489287E-2"/>
          <c:w val="0.27386788040239424"/>
          <c:h val="0.16743438320209975"/>
        </c:manualLayout>
      </c:layout>
      <c:overlay val="0"/>
    </c:legend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CD_target!$B$1</c:f>
              <c:strCache>
                <c:ptCount val="1"/>
                <c:pt idx="0">
                  <c:v>Last CD Value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CD_target!$A$2:$A$19</c:f>
              <c:numCache>
                <c:formatCode>General</c:formatCode>
                <c:ptCount val="18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23</c:v>
                </c:pt>
                <c:pt idx="11">
                  <c:v>24</c:v>
                </c:pt>
                <c:pt idx="12">
                  <c:v>25</c:v>
                </c:pt>
                <c:pt idx="13">
                  <c:v>26</c:v>
                </c:pt>
                <c:pt idx="14">
                  <c:v>27</c:v>
                </c:pt>
                <c:pt idx="15">
                  <c:v>28</c:v>
                </c:pt>
                <c:pt idx="16">
                  <c:v>29</c:v>
                </c:pt>
                <c:pt idx="17">
                  <c:v>30</c:v>
                </c:pt>
              </c:numCache>
            </c:numRef>
          </c:xVal>
          <c:yVal>
            <c:numRef>
              <c:f>CD_target!$B$2:$B$19</c:f>
              <c:numCache>
                <c:formatCode>General</c:formatCode>
                <c:ptCount val="18"/>
                <c:pt idx="0">
                  <c:v>9.396069424E-3</c:v>
                </c:pt>
                <c:pt idx="1">
                  <c:v>6.6684688520000004E-3</c:v>
                </c:pt>
                <c:pt idx="2">
                  <c:v>4.840381409E-3</c:v>
                </c:pt>
                <c:pt idx="3">
                  <c:v>3.5517887079999999E-3</c:v>
                </c:pt>
                <c:pt idx="4">
                  <c:v>2.7300607080000001E-3</c:v>
                </c:pt>
                <c:pt idx="5">
                  <c:v>2.2257063900000002E-3</c:v>
                </c:pt>
                <c:pt idx="6">
                  <c:v>1.914698725E-3</c:v>
                </c:pt>
                <c:pt idx="7">
                  <c:v>1.707045317E-3</c:v>
                </c:pt>
                <c:pt idx="8">
                  <c:v>1.61564364E-3</c:v>
                </c:pt>
                <c:pt idx="9">
                  <c:v>1.599597409E-3</c:v>
                </c:pt>
                <c:pt idx="10">
                  <c:v>1.604584117E-3</c:v>
                </c:pt>
                <c:pt idx="11">
                  <c:v>1.6000626E-3</c:v>
                </c:pt>
                <c:pt idx="12">
                  <c:v>1.5996493320000001E-3</c:v>
                </c:pt>
                <c:pt idx="13">
                  <c:v>1.5996113340000001E-3</c:v>
                </c:pt>
                <c:pt idx="14">
                  <c:v>1.5995999779999999E-3</c:v>
                </c:pt>
                <c:pt idx="15">
                  <c:v>1.5995976529999999E-3</c:v>
                </c:pt>
                <c:pt idx="16">
                  <c:v>1.59959742E-3</c:v>
                </c:pt>
                <c:pt idx="17">
                  <c:v>1.5995973980000001E-3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90A-41B7-910C-50EF5D3E78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8800975"/>
        <c:axId val="288801455"/>
      </c:scatterChart>
      <c:valAx>
        <c:axId val="288800975"/>
        <c:scaling>
          <c:orientation val="minMax"/>
          <c:max val="30"/>
          <c:min val="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88801455"/>
        <c:crosses val="autoZero"/>
        <c:crossBetween val="midCat"/>
      </c:valAx>
      <c:valAx>
        <c:axId val="288801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8880097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539370078740152E-2"/>
          <c:y val="5.0925925925925923E-2"/>
          <c:w val="0.89646062992125986"/>
          <c:h val="0.8416746864975212"/>
        </c:manualLayout>
      </c:layout>
      <c:scatterChart>
        <c:scatterStyle val="lineMarker"/>
        <c:varyColors val="0"/>
        <c:ser>
          <c:idx val="1"/>
          <c:order val="0"/>
          <c:tx>
            <c:v>Basic</c:v>
          </c:tx>
          <c:spPr>
            <a:ln w="19050"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'32_Basic'!$A$2:$A$201</c:f>
              <c:numCache>
                <c:formatCode>General</c:formatCode>
                <c:ptCount val="200"/>
                <c:pt idx="0">
                  <c:v>0.99975000000000003</c:v>
                </c:pt>
                <c:pt idx="1">
                  <c:v>0.999</c:v>
                </c:pt>
                <c:pt idx="2">
                  <c:v>0.99775999999999998</c:v>
                </c:pt>
                <c:pt idx="3">
                  <c:v>0.99602000000000002</c:v>
                </c:pt>
                <c:pt idx="4">
                  <c:v>0.99378</c:v>
                </c:pt>
                <c:pt idx="5">
                  <c:v>0.99104999999999999</c:v>
                </c:pt>
                <c:pt idx="6">
                  <c:v>0.98784000000000005</c:v>
                </c:pt>
                <c:pt idx="7">
                  <c:v>0.98412999999999995</c:v>
                </c:pt>
                <c:pt idx="8">
                  <c:v>0.97994999999999999</c:v>
                </c:pt>
                <c:pt idx="9">
                  <c:v>0.97528000000000004</c:v>
                </c:pt>
                <c:pt idx="10">
                  <c:v>0.97014999999999996</c:v>
                </c:pt>
                <c:pt idx="11">
                  <c:v>0.96453999999999995</c:v>
                </c:pt>
                <c:pt idx="12">
                  <c:v>0.95847000000000004</c:v>
                </c:pt>
                <c:pt idx="13">
                  <c:v>0.95194000000000001</c:v>
                </c:pt>
                <c:pt idx="14">
                  <c:v>0.94496000000000002</c:v>
                </c:pt>
                <c:pt idx="15">
                  <c:v>0.93754000000000004</c:v>
                </c:pt>
                <c:pt idx="16">
                  <c:v>0.92969000000000002</c:v>
                </c:pt>
                <c:pt idx="17">
                  <c:v>0.9214</c:v>
                </c:pt>
                <c:pt idx="18">
                  <c:v>0.91269999999999996</c:v>
                </c:pt>
                <c:pt idx="19">
                  <c:v>0.90358000000000005</c:v>
                </c:pt>
                <c:pt idx="20">
                  <c:v>0.89405999999999997</c:v>
                </c:pt>
                <c:pt idx="21">
                  <c:v>0.88414999999999999</c:v>
                </c:pt>
                <c:pt idx="22">
                  <c:v>0.87385000000000002</c:v>
                </c:pt>
                <c:pt idx="23">
                  <c:v>0.86317999999999995</c:v>
                </c:pt>
                <c:pt idx="24">
                  <c:v>0.85216000000000003</c:v>
                </c:pt>
                <c:pt idx="25">
                  <c:v>0.84077000000000002</c:v>
                </c:pt>
                <c:pt idx="26">
                  <c:v>0.82904999999999995</c:v>
                </c:pt>
                <c:pt idx="27">
                  <c:v>0.81701000000000001</c:v>
                </c:pt>
                <c:pt idx="28">
                  <c:v>0.80464000000000002</c:v>
                </c:pt>
                <c:pt idx="29">
                  <c:v>0.79196999999999995</c:v>
                </c:pt>
                <c:pt idx="30">
                  <c:v>0.77900999999999998</c:v>
                </c:pt>
                <c:pt idx="31">
                  <c:v>0.76578000000000002</c:v>
                </c:pt>
                <c:pt idx="32">
                  <c:v>0.75227999999999995</c:v>
                </c:pt>
                <c:pt idx="33">
                  <c:v>0.73851999999999995</c:v>
                </c:pt>
                <c:pt idx="34">
                  <c:v>0.72453000000000001</c:v>
                </c:pt>
                <c:pt idx="35">
                  <c:v>0.71031999999999995</c:v>
                </c:pt>
                <c:pt idx="36">
                  <c:v>0.69589000000000001</c:v>
                </c:pt>
                <c:pt idx="37">
                  <c:v>0.68127000000000004</c:v>
                </c:pt>
                <c:pt idx="38">
                  <c:v>0.66647000000000001</c:v>
                </c:pt>
                <c:pt idx="39">
                  <c:v>0.65149999999999997</c:v>
                </c:pt>
                <c:pt idx="40">
                  <c:v>0.63637999999999995</c:v>
                </c:pt>
                <c:pt idx="41">
                  <c:v>0.62112999999999996</c:v>
                </c:pt>
                <c:pt idx="42">
                  <c:v>0.60575999999999997</c:v>
                </c:pt>
                <c:pt idx="43">
                  <c:v>0.59028000000000003</c:v>
                </c:pt>
                <c:pt idx="44">
                  <c:v>0.57471000000000005</c:v>
                </c:pt>
                <c:pt idx="45">
                  <c:v>0.55906</c:v>
                </c:pt>
                <c:pt idx="46">
                  <c:v>0.54335999999999995</c:v>
                </c:pt>
                <c:pt idx="47">
                  <c:v>0.52761000000000002</c:v>
                </c:pt>
                <c:pt idx="48">
                  <c:v>0.51183999999999996</c:v>
                </c:pt>
                <c:pt idx="49">
                  <c:v>0.49604999999999999</c:v>
                </c:pt>
                <c:pt idx="50">
                  <c:v>0.48026999999999997</c:v>
                </c:pt>
                <c:pt idx="51">
                  <c:v>0.46450999999999998</c:v>
                </c:pt>
                <c:pt idx="52">
                  <c:v>0.44878000000000001</c:v>
                </c:pt>
                <c:pt idx="53">
                  <c:v>0.43310999999999999</c:v>
                </c:pt>
                <c:pt idx="54">
                  <c:v>0.41749999999999998</c:v>
                </c:pt>
                <c:pt idx="55">
                  <c:v>0.40196999999999999</c:v>
                </c:pt>
                <c:pt idx="56">
                  <c:v>0.38653999999999999</c:v>
                </c:pt>
                <c:pt idx="57">
                  <c:v>0.37123</c:v>
                </c:pt>
                <c:pt idx="58">
                  <c:v>0.35604000000000002</c:v>
                </c:pt>
                <c:pt idx="59">
                  <c:v>0.34099000000000002</c:v>
                </c:pt>
                <c:pt idx="60">
                  <c:v>0.32611000000000001</c:v>
                </c:pt>
                <c:pt idx="61">
                  <c:v>0.31140000000000001</c:v>
                </c:pt>
                <c:pt idx="62">
                  <c:v>0.29687000000000002</c:v>
                </c:pt>
                <c:pt idx="63">
                  <c:v>0.28255000000000002</c:v>
                </c:pt>
                <c:pt idx="64">
                  <c:v>0.26845000000000002</c:v>
                </c:pt>
                <c:pt idx="65">
                  <c:v>0.25457000000000002</c:v>
                </c:pt>
                <c:pt idx="66">
                  <c:v>0.24093999999999999</c:v>
                </c:pt>
                <c:pt idx="67">
                  <c:v>0.22756999999999999</c:v>
                </c:pt>
                <c:pt idx="68">
                  <c:v>0.21446999999999999</c:v>
                </c:pt>
                <c:pt idx="69">
                  <c:v>0.20166000000000001</c:v>
                </c:pt>
                <c:pt idx="70">
                  <c:v>0.18914</c:v>
                </c:pt>
                <c:pt idx="71">
                  <c:v>0.17693</c:v>
                </c:pt>
                <c:pt idx="72">
                  <c:v>0.16503999999999999</c:v>
                </c:pt>
                <c:pt idx="73">
                  <c:v>0.15348999999999999</c:v>
                </c:pt>
                <c:pt idx="74">
                  <c:v>0.14229</c:v>
                </c:pt>
                <c:pt idx="75">
                  <c:v>0.13144</c:v>
                </c:pt>
                <c:pt idx="76">
                  <c:v>0.12095</c:v>
                </c:pt>
                <c:pt idx="77">
                  <c:v>0.11085</c:v>
                </c:pt>
                <c:pt idx="78">
                  <c:v>0.10113</c:v>
                </c:pt>
                <c:pt idx="79">
                  <c:v>9.1810000000000003E-2</c:v>
                </c:pt>
                <c:pt idx="80">
                  <c:v>8.2900000000000001E-2</c:v>
                </c:pt>
                <c:pt idx="81">
                  <c:v>7.4399999999999994E-2</c:v>
                </c:pt>
                <c:pt idx="82">
                  <c:v>6.633E-2</c:v>
                </c:pt>
                <c:pt idx="83">
                  <c:v>5.8689999999999999E-2</c:v>
                </c:pt>
                <c:pt idx="84">
                  <c:v>5.1490000000000001E-2</c:v>
                </c:pt>
                <c:pt idx="85">
                  <c:v>4.4740000000000002E-2</c:v>
                </c:pt>
                <c:pt idx="86">
                  <c:v>3.8440000000000002E-2</c:v>
                </c:pt>
                <c:pt idx="87">
                  <c:v>3.2599999999999997E-2</c:v>
                </c:pt>
                <c:pt idx="88">
                  <c:v>2.7230000000000001E-2</c:v>
                </c:pt>
                <c:pt idx="89">
                  <c:v>2.232E-2</c:v>
                </c:pt>
                <c:pt idx="90">
                  <c:v>1.7899999999999999E-2</c:v>
                </c:pt>
                <c:pt idx="91">
                  <c:v>1.3950000000000001E-2</c:v>
                </c:pt>
                <c:pt idx="92">
                  <c:v>1.0489999999999999E-2</c:v>
                </c:pt>
                <c:pt idx="93">
                  <c:v>7.5199999999999998E-3</c:v>
                </c:pt>
                <c:pt idx="94">
                  <c:v>5.0400000000000002E-3</c:v>
                </c:pt>
                <c:pt idx="95">
                  <c:v>3.0500000000000002E-3</c:v>
                </c:pt>
                <c:pt idx="96">
                  <c:v>1.56E-3</c:v>
                </c:pt>
                <c:pt idx="97">
                  <c:v>5.5999999999999995E-4</c:v>
                </c:pt>
                <c:pt idx="98" formatCode="0.00E+00">
                  <c:v>6.0000000000000002E-5</c:v>
                </c:pt>
                <c:pt idx="99">
                  <c:v>0</c:v>
                </c:pt>
                <c:pt idx="100" formatCode="0.00E+00">
                  <c:v>6.0000000000000002E-5</c:v>
                </c:pt>
                <c:pt idx="101">
                  <c:v>5.5999999999999995E-4</c:v>
                </c:pt>
                <c:pt idx="102">
                  <c:v>1.56E-3</c:v>
                </c:pt>
                <c:pt idx="103">
                  <c:v>3.0500000000000002E-3</c:v>
                </c:pt>
                <c:pt idx="104">
                  <c:v>5.0400000000000002E-3</c:v>
                </c:pt>
                <c:pt idx="105">
                  <c:v>7.5199999999999998E-3</c:v>
                </c:pt>
                <c:pt idx="106">
                  <c:v>1.0489999999999999E-2</c:v>
                </c:pt>
                <c:pt idx="107">
                  <c:v>1.3950000000000001E-2</c:v>
                </c:pt>
                <c:pt idx="108">
                  <c:v>1.7899999999999999E-2</c:v>
                </c:pt>
                <c:pt idx="109">
                  <c:v>2.232E-2</c:v>
                </c:pt>
                <c:pt idx="110">
                  <c:v>2.7230000000000001E-2</c:v>
                </c:pt>
                <c:pt idx="111">
                  <c:v>3.2599999999999997E-2</c:v>
                </c:pt>
                <c:pt idx="112">
                  <c:v>3.8440000000000002E-2</c:v>
                </c:pt>
                <c:pt idx="113">
                  <c:v>4.4740000000000002E-2</c:v>
                </c:pt>
                <c:pt idx="114">
                  <c:v>5.1490000000000001E-2</c:v>
                </c:pt>
                <c:pt idx="115">
                  <c:v>5.8689999999999999E-2</c:v>
                </c:pt>
                <c:pt idx="116">
                  <c:v>6.633E-2</c:v>
                </c:pt>
                <c:pt idx="117">
                  <c:v>7.4399999999999994E-2</c:v>
                </c:pt>
                <c:pt idx="118">
                  <c:v>8.2900000000000001E-2</c:v>
                </c:pt>
                <c:pt idx="119">
                  <c:v>9.1810000000000003E-2</c:v>
                </c:pt>
                <c:pt idx="120">
                  <c:v>0.10113</c:v>
                </c:pt>
                <c:pt idx="121">
                  <c:v>0.11085</c:v>
                </c:pt>
                <c:pt idx="122">
                  <c:v>0.12095</c:v>
                </c:pt>
                <c:pt idx="123">
                  <c:v>0.13144</c:v>
                </c:pt>
                <c:pt idx="124">
                  <c:v>0.14229</c:v>
                </c:pt>
                <c:pt idx="125">
                  <c:v>0.15348999999999999</c:v>
                </c:pt>
                <c:pt idx="126">
                  <c:v>0.16503999999999999</c:v>
                </c:pt>
                <c:pt idx="127">
                  <c:v>0.17693</c:v>
                </c:pt>
                <c:pt idx="128">
                  <c:v>0.18914</c:v>
                </c:pt>
                <c:pt idx="129">
                  <c:v>0.20166000000000001</c:v>
                </c:pt>
                <c:pt idx="130">
                  <c:v>0.21446999999999999</c:v>
                </c:pt>
                <c:pt idx="131">
                  <c:v>0.22756999999999999</c:v>
                </c:pt>
                <c:pt idx="132">
                  <c:v>0.24093999999999999</c:v>
                </c:pt>
                <c:pt idx="133">
                  <c:v>0.25457000000000002</c:v>
                </c:pt>
                <c:pt idx="134">
                  <c:v>0.26845000000000002</c:v>
                </c:pt>
                <c:pt idx="135">
                  <c:v>0.28255000000000002</c:v>
                </c:pt>
                <c:pt idx="136">
                  <c:v>0.29687000000000002</c:v>
                </c:pt>
                <c:pt idx="137">
                  <c:v>0.31140000000000001</c:v>
                </c:pt>
                <c:pt idx="138">
                  <c:v>0.32611000000000001</c:v>
                </c:pt>
                <c:pt idx="139">
                  <c:v>0.34099000000000002</c:v>
                </c:pt>
                <c:pt idx="140">
                  <c:v>0.35604000000000002</c:v>
                </c:pt>
                <c:pt idx="141">
                  <c:v>0.37123</c:v>
                </c:pt>
                <c:pt idx="142">
                  <c:v>0.38653999999999999</c:v>
                </c:pt>
                <c:pt idx="143">
                  <c:v>0.40196999999999999</c:v>
                </c:pt>
                <c:pt idx="144">
                  <c:v>0.41749999999999998</c:v>
                </c:pt>
                <c:pt idx="145">
                  <c:v>0.43310999999999999</c:v>
                </c:pt>
                <c:pt idx="146">
                  <c:v>0.44878000000000001</c:v>
                </c:pt>
                <c:pt idx="147">
                  <c:v>0.46450999999999998</c:v>
                </c:pt>
                <c:pt idx="148">
                  <c:v>0.48026999999999997</c:v>
                </c:pt>
                <c:pt idx="149">
                  <c:v>0.49604999999999999</c:v>
                </c:pt>
                <c:pt idx="150">
                  <c:v>0.51183999999999996</c:v>
                </c:pt>
                <c:pt idx="151">
                  <c:v>0.52761000000000002</c:v>
                </c:pt>
                <c:pt idx="152">
                  <c:v>0.54335999999999995</c:v>
                </c:pt>
                <c:pt idx="153">
                  <c:v>0.55906</c:v>
                </c:pt>
                <c:pt idx="154">
                  <c:v>0.57471000000000005</c:v>
                </c:pt>
                <c:pt idx="155">
                  <c:v>0.59028000000000003</c:v>
                </c:pt>
                <c:pt idx="156">
                  <c:v>0.60575999999999997</c:v>
                </c:pt>
                <c:pt idx="157">
                  <c:v>0.62112999999999996</c:v>
                </c:pt>
                <c:pt idx="158">
                  <c:v>0.63637999999999995</c:v>
                </c:pt>
                <c:pt idx="159">
                  <c:v>0.65149999999999997</c:v>
                </c:pt>
                <c:pt idx="160">
                  <c:v>0.66647000000000001</c:v>
                </c:pt>
                <c:pt idx="161">
                  <c:v>0.68127000000000004</c:v>
                </c:pt>
                <c:pt idx="162">
                  <c:v>0.69589000000000001</c:v>
                </c:pt>
                <c:pt idx="163">
                  <c:v>0.71031999999999995</c:v>
                </c:pt>
                <c:pt idx="164">
                  <c:v>0.72453000000000001</c:v>
                </c:pt>
                <c:pt idx="165">
                  <c:v>0.73851999999999995</c:v>
                </c:pt>
                <c:pt idx="166">
                  <c:v>0.75227999999999995</c:v>
                </c:pt>
                <c:pt idx="167">
                  <c:v>0.76578000000000002</c:v>
                </c:pt>
                <c:pt idx="168">
                  <c:v>0.77900999999999998</c:v>
                </c:pt>
                <c:pt idx="169">
                  <c:v>0.79196999999999995</c:v>
                </c:pt>
                <c:pt idx="170">
                  <c:v>0.80464000000000002</c:v>
                </c:pt>
                <c:pt idx="171">
                  <c:v>0.81701000000000001</c:v>
                </c:pt>
                <c:pt idx="172">
                  <c:v>0.82904999999999995</c:v>
                </c:pt>
                <c:pt idx="173">
                  <c:v>0.84077000000000002</c:v>
                </c:pt>
                <c:pt idx="174">
                  <c:v>0.85216000000000003</c:v>
                </c:pt>
                <c:pt idx="175">
                  <c:v>0.86317999999999995</c:v>
                </c:pt>
                <c:pt idx="176">
                  <c:v>0.87385000000000002</c:v>
                </c:pt>
                <c:pt idx="177">
                  <c:v>0.88414999999999999</c:v>
                </c:pt>
                <c:pt idx="178">
                  <c:v>0.89405999999999997</c:v>
                </c:pt>
                <c:pt idx="179">
                  <c:v>0.90358000000000005</c:v>
                </c:pt>
                <c:pt idx="180">
                  <c:v>0.91269999999999996</c:v>
                </c:pt>
                <c:pt idx="181">
                  <c:v>0.9214</c:v>
                </c:pt>
                <c:pt idx="182">
                  <c:v>0.92969000000000002</c:v>
                </c:pt>
                <c:pt idx="183">
                  <c:v>0.93754000000000004</c:v>
                </c:pt>
                <c:pt idx="184">
                  <c:v>0.94496000000000002</c:v>
                </c:pt>
                <c:pt idx="185">
                  <c:v>0.95194000000000001</c:v>
                </c:pt>
                <c:pt idx="186">
                  <c:v>0.95847000000000004</c:v>
                </c:pt>
                <c:pt idx="187">
                  <c:v>0.96453999999999995</c:v>
                </c:pt>
                <c:pt idx="188">
                  <c:v>0.97014999999999996</c:v>
                </c:pt>
                <c:pt idx="189">
                  <c:v>0.97528000000000004</c:v>
                </c:pt>
                <c:pt idx="190">
                  <c:v>0.97994999999999999</c:v>
                </c:pt>
                <c:pt idx="191">
                  <c:v>0.98412999999999995</c:v>
                </c:pt>
                <c:pt idx="192">
                  <c:v>0.98784000000000005</c:v>
                </c:pt>
                <c:pt idx="193">
                  <c:v>0.99104999999999999</c:v>
                </c:pt>
                <c:pt idx="194">
                  <c:v>0.99378</c:v>
                </c:pt>
                <c:pt idx="195">
                  <c:v>0.99602000000000002</c:v>
                </c:pt>
                <c:pt idx="196">
                  <c:v>0.99775999999999998</c:v>
                </c:pt>
                <c:pt idx="197">
                  <c:v>0.999</c:v>
                </c:pt>
                <c:pt idx="198">
                  <c:v>0.99975000000000003</c:v>
                </c:pt>
                <c:pt idx="199">
                  <c:v>1</c:v>
                </c:pt>
              </c:numCache>
            </c:numRef>
          </c:xVal>
          <c:yVal>
            <c:numRef>
              <c:f>'32_Basic'!$B$2:$B$201</c:f>
              <c:numCache>
                <c:formatCode>General</c:formatCode>
                <c:ptCount val="200"/>
                <c:pt idx="0">
                  <c:v>0.97840800000000006</c:v>
                </c:pt>
                <c:pt idx="1">
                  <c:v>0.63357200000000002</c:v>
                </c:pt>
                <c:pt idx="2">
                  <c:v>0.59259600000000001</c:v>
                </c:pt>
                <c:pt idx="3">
                  <c:v>0.55241200000000001</c:v>
                </c:pt>
                <c:pt idx="4">
                  <c:v>0.52981299999999998</c:v>
                </c:pt>
                <c:pt idx="5">
                  <c:v>0.51297400000000004</c:v>
                </c:pt>
                <c:pt idx="6">
                  <c:v>0.48947299999999999</c:v>
                </c:pt>
                <c:pt idx="7">
                  <c:v>0.45399699999999998</c:v>
                </c:pt>
                <c:pt idx="8">
                  <c:v>0.402285</c:v>
                </c:pt>
                <c:pt idx="9">
                  <c:v>0.33454299999999998</c:v>
                </c:pt>
                <c:pt idx="10">
                  <c:v>0.25478000000000001</c:v>
                </c:pt>
                <c:pt idx="11">
                  <c:v>0.17169499999999999</c:v>
                </c:pt>
                <c:pt idx="12">
                  <c:v>9.9305400000000002E-2</c:v>
                </c:pt>
                <c:pt idx="13">
                  <c:v>4.9282899999999998E-2</c:v>
                </c:pt>
                <c:pt idx="14">
                  <c:v>2.4621899999999999E-2</c:v>
                </c:pt>
                <c:pt idx="15">
                  <c:v>1.9539600000000001E-2</c:v>
                </c:pt>
                <c:pt idx="16">
                  <c:v>2.4247100000000001E-2</c:v>
                </c:pt>
                <c:pt idx="17">
                  <c:v>2.98929E-2</c:v>
                </c:pt>
                <c:pt idx="18">
                  <c:v>3.09882E-2</c:v>
                </c:pt>
                <c:pt idx="19">
                  <c:v>2.57579E-2</c:v>
                </c:pt>
                <c:pt idx="20">
                  <c:v>1.48621E-2</c:v>
                </c:pt>
                <c:pt idx="21" formatCode="0.00E+00">
                  <c:v>4.4900000000000002E-6</c:v>
                </c:pt>
                <c:pt idx="22">
                  <c:v>-1.7034199999999999E-2</c:v>
                </c:pt>
                <c:pt idx="23">
                  <c:v>-3.4855700000000003E-2</c:v>
                </c:pt>
                <c:pt idx="24">
                  <c:v>-5.2661300000000001E-2</c:v>
                </c:pt>
                <c:pt idx="25">
                  <c:v>-7.0146200000000006E-2</c:v>
                </c:pt>
                <c:pt idx="26">
                  <c:v>-8.7341100000000005E-2</c:v>
                </c:pt>
                <c:pt idx="27">
                  <c:v>-0.104422</c:v>
                </c:pt>
                <c:pt idx="28">
                  <c:v>-0.12156599999999999</c:v>
                </c:pt>
                <c:pt idx="29">
                  <c:v>-0.138851</c:v>
                </c:pt>
                <c:pt idx="30">
                  <c:v>-0.15631300000000001</c:v>
                </c:pt>
                <c:pt idx="31">
                  <c:v>-0.17402699999999999</c:v>
                </c:pt>
                <c:pt idx="32">
                  <c:v>-0.19206999999999999</c:v>
                </c:pt>
                <c:pt idx="33">
                  <c:v>-0.21035300000000001</c:v>
                </c:pt>
                <c:pt idx="34">
                  <c:v>-0.228655</c:v>
                </c:pt>
                <c:pt idx="35">
                  <c:v>-0.246783</c:v>
                </c:pt>
                <c:pt idx="36">
                  <c:v>-0.26457900000000001</c:v>
                </c:pt>
                <c:pt idx="37">
                  <c:v>-0.28197899999999998</c:v>
                </c:pt>
                <c:pt idx="38">
                  <c:v>-0.298848</c:v>
                </c:pt>
                <c:pt idx="39">
                  <c:v>-0.31509100000000001</c:v>
                </c:pt>
                <c:pt idx="40">
                  <c:v>-0.33059899999999998</c:v>
                </c:pt>
                <c:pt idx="41">
                  <c:v>-0.345223</c:v>
                </c:pt>
                <c:pt idx="42">
                  <c:v>-0.35882500000000001</c:v>
                </c:pt>
                <c:pt idx="43">
                  <c:v>-0.37124600000000002</c:v>
                </c:pt>
                <c:pt idx="44">
                  <c:v>-0.38248100000000002</c:v>
                </c:pt>
                <c:pt idx="45">
                  <c:v>-0.392621</c:v>
                </c:pt>
                <c:pt idx="46">
                  <c:v>-0.40179999999999999</c:v>
                </c:pt>
                <c:pt idx="47">
                  <c:v>-0.40988799999999997</c:v>
                </c:pt>
                <c:pt idx="48">
                  <c:v>-0.41651199999999999</c:v>
                </c:pt>
                <c:pt idx="49">
                  <c:v>-0.42125200000000002</c:v>
                </c:pt>
                <c:pt idx="50">
                  <c:v>-0.42410799999999998</c:v>
                </c:pt>
                <c:pt idx="51">
                  <c:v>-0.42564299999999999</c:v>
                </c:pt>
                <c:pt idx="52">
                  <c:v>-0.42624899999999999</c:v>
                </c:pt>
                <c:pt idx="53">
                  <c:v>-0.42431200000000002</c:v>
                </c:pt>
                <c:pt idx="54">
                  <c:v>-0.41503800000000002</c:v>
                </c:pt>
                <c:pt idx="55">
                  <c:v>-0.39272099999999999</c:v>
                </c:pt>
                <c:pt idx="56">
                  <c:v>-0.36072300000000002</c:v>
                </c:pt>
                <c:pt idx="57">
                  <c:v>-0.34692899999999999</c:v>
                </c:pt>
                <c:pt idx="58">
                  <c:v>-0.39690500000000001</c:v>
                </c:pt>
                <c:pt idx="59">
                  <c:v>-0.52981800000000001</c:v>
                </c:pt>
                <c:pt idx="60">
                  <c:v>-0.65185899999999997</c:v>
                </c:pt>
                <c:pt idx="61">
                  <c:v>-0.69655599999999995</c:v>
                </c:pt>
                <c:pt idx="62">
                  <c:v>-0.69826600000000005</c:v>
                </c:pt>
                <c:pt idx="63">
                  <c:v>-0.69288700000000003</c:v>
                </c:pt>
                <c:pt idx="64">
                  <c:v>-0.69323500000000005</c:v>
                </c:pt>
                <c:pt idx="65">
                  <c:v>-0.69669000000000003</c:v>
                </c:pt>
                <c:pt idx="66">
                  <c:v>-0.69925000000000004</c:v>
                </c:pt>
                <c:pt idx="67">
                  <c:v>-0.70034300000000005</c:v>
                </c:pt>
                <c:pt idx="68">
                  <c:v>-0.70037899999999997</c:v>
                </c:pt>
                <c:pt idx="69">
                  <c:v>-0.69915499999999997</c:v>
                </c:pt>
                <c:pt idx="70">
                  <c:v>-0.69550699999999999</c:v>
                </c:pt>
                <c:pt idx="71">
                  <c:v>-0.68849800000000005</c:v>
                </c:pt>
                <c:pt idx="72">
                  <c:v>-0.67839400000000005</c:v>
                </c:pt>
                <c:pt idx="73">
                  <c:v>-0.66650600000000004</c:v>
                </c:pt>
                <c:pt idx="74">
                  <c:v>-0.65337500000000004</c:v>
                </c:pt>
                <c:pt idx="75">
                  <c:v>-0.63803600000000005</c:v>
                </c:pt>
                <c:pt idx="76">
                  <c:v>-0.61903399999999997</c:v>
                </c:pt>
                <c:pt idx="77">
                  <c:v>-0.59560900000000006</c:v>
                </c:pt>
                <c:pt idx="78">
                  <c:v>-0.56798300000000002</c:v>
                </c:pt>
                <c:pt idx="79">
                  <c:v>-0.53616699999999995</c:v>
                </c:pt>
                <c:pt idx="80">
                  <c:v>-0.49978299999999998</c:v>
                </c:pt>
                <c:pt idx="81">
                  <c:v>-0.458256</c:v>
                </c:pt>
                <c:pt idx="82">
                  <c:v>-0.410777</c:v>
                </c:pt>
                <c:pt idx="83">
                  <c:v>-0.35663899999999998</c:v>
                </c:pt>
                <c:pt idx="84">
                  <c:v>-0.29489300000000002</c:v>
                </c:pt>
                <c:pt idx="85">
                  <c:v>-0.22418299999999999</c:v>
                </c:pt>
                <c:pt idx="86">
                  <c:v>-0.14326900000000001</c:v>
                </c:pt>
                <c:pt idx="87">
                  <c:v>-5.1041700000000002E-2</c:v>
                </c:pt>
                <c:pt idx="88">
                  <c:v>5.3454700000000001E-2</c:v>
                </c:pt>
                <c:pt idx="89">
                  <c:v>0.17124900000000001</c:v>
                </c:pt>
                <c:pt idx="90">
                  <c:v>0.30233500000000002</c:v>
                </c:pt>
                <c:pt idx="91">
                  <c:v>0.44567899999999999</c:v>
                </c:pt>
                <c:pt idx="92">
                  <c:v>0.59776399999999996</c:v>
                </c:pt>
                <c:pt idx="93">
                  <c:v>0.75313699999999995</c:v>
                </c:pt>
                <c:pt idx="94">
                  <c:v>0.90147600000000006</c:v>
                </c:pt>
                <c:pt idx="95">
                  <c:v>1.0315700000000001</c:v>
                </c:pt>
                <c:pt idx="96">
                  <c:v>1.12009</c:v>
                </c:pt>
                <c:pt idx="97">
                  <c:v>1.1686000000000001</c:v>
                </c:pt>
                <c:pt idx="98">
                  <c:v>1.1308400000000001</c:v>
                </c:pt>
                <c:pt idx="99">
                  <c:v>1.0499000000000001</c:v>
                </c:pt>
                <c:pt idx="100">
                  <c:v>1.0002899999999999</c:v>
                </c:pt>
                <c:pt idx="101">
                  <c:v>0.841422</c:v>
                </c:pt>
                <c:pt idx="102">
                  <c:v>0.55589500000000003</c:v>
                </c:pt>
                <c:pt idx="103">
                  <c:v>0.28904299999999999</c:v>
                </c:pt>
                <c:pt idx="104">
                  <c:v>3.8831499999999998E-2</c:v>
                </c:pt>
                <c:pt idx="105">
                  <c:v>-0.17871200000000001</c:v>
                </c:pt>
                <c:pt idx="106">
                  <c:v>-0.35409400000000002</c:v>
                </c:pt>
                <c:pt idx="107">
                  <c:v>-0.49033900000000002</c:v>
                </c:pt>
                <c:pt idx="108">
                  <c:v>-0.59350199999999997</c:v>
                </c:pt>
                <c:pt idx="109">
                  <c:v>-0.67024700000000004</c:v>
                </c:pt>
                <c:pt idx="110">
                  <c:v>-0.72637799999999997</c:v>
                </c:pt>
                <c:pt idx="111">
                  <c:v>-0.76691200000000004</c:v>
                </c:pt>
                <c:pt idx="112">
                  <c:v>-0.79566000000000003</c:v>
                </c:pt>
                <c:pt idx="113">
                  <c:v>-0.81621600000000005</c:v>
                </c:pt>
                <c:pt idx="114">
                  <c:v>-0.83068399999999998</c:v>
                </c:pt>
                <c:pt idx="115">
                  <c:v>-0.83975500000000003</c:v>
                </c:pt>
                <c:pt idx="116">
                  <c:v>-0.84396899999999997</c:v>
                </c:pt>
                <c:pt idx="117">
                  <c:v>-0.84429399999999999</c:v>
                </c:pt>
                <c:pt idx="118">
                  <c:v>-0.84186899999999998</c:v>
                </c:pt>
                <c:pt idx="119">
                  <c:v>-0.83815700000000004</c:v>
                </c:pt>
                <c:pt idx="120">
                  <c:v>-0.83451399999999998</c:v>
                </c:pt>
                <c:pt idx="121">
                  <c:v>-0.83086000000000004</c:v>
                </c:pt>
                <c:pt idx="122">
                  <c:v>-0.82570200000000005</c:v>
                </c:pt>
                <c:pt idx="123">
                  <c:v>-0.81797799999999998</c:v>
                </c:pt>
                <c:pt idx="124">
                  <c:v>-0.80836300000000005</c:v>
                </c:pt>
                <c:pt idx="125">
                  <c:v>-0.79856899999999997</c:v>
                </c:pt>
                <c:pt idx="126">
                  <c:v>-0.78975300000000004</c:v>
                </c:pt>
                <c:pt idx="127">
                  <c:v>-0.78226499999999999</c:v>
                </c:pt>
                <c:pt idx="128">
                  <c:v>-0.77580400000000005</c:v>
                </c:pt>
                <c:pt idx="129">
                  <c:v>-0.76970300000000003</c:v>
                </c:pt>
                <c:pt idx="130">
                  <c:v>-0.76323799999999997</c:v>
                </c:pt>
                <c:pt idx="131">
                  <c:v>-0.75610999999999995</c:v>
                </c:pt>
                <c:pt idx="132">
                  <c:v>-0.74852600000000002</c:v>
                </c:pt>
                <c:pt idx="133">
                  <c:v>-0.74109899999999995</c:v>
                </c:pt>
                <c:pt idx="134">
                  <c:v>-0.73435300000000003</c:v>
                </c:pt>
                <c:pt idx="135">
                  <c:v>-0.72857400000000005</c:v>
                </c:pt>
                <c:pt idx="136">
                  <c:v>-0.72381700000000004</c:v>
                </c:pt>
                <c:pt idx="137">
                  <c:v>-0.720198</c:v>
                </c:pt>
                <c:pt idx="138">
                  <c:v>-0.71793399999999996</c:v>
                </c:pt>
                <c:pt idx="139">
                  <c:v>-0.71705600000000003</c:v>
                </c:pt>
                <c:pt idx="140">
                  <c:v>-0.71715200000000001</c:v>
                </c:pt>
                <c:pt idx="141">
                  <c:v>-0.71747399999999995</c:v>
                </c:pt>
                <c:pt idx="142">
                  <c:v>-0.71743199999999996</c:v>
                </c:pt>
                <c:pt idx="143">
                  <c:v>-0.71656600000000004</c:v>
                </c:pt>
                <c:pt idx="144">
                  <c:v>-0.714476</c:v>
                </c:pt>
                <c:pt idx="145">
                  <c:v>-0.71221299999999998</c:v>
                </c:pt>
                <c:pt idx="146">
                  <c:v>-0.71458600000000005</c:v>
                </c:pt>
                <c:pt idx="147">
                  <c:v>-0.72439799999999999</c:v>
                </c:pt>
                <c:pt idx="148">
                  <c:v>-0.72516599999999998</c:v>
                </c:pt>
                <c:pt idx="149">
                  <c:v>-0.67457699999999998</c:v>
                </c:pt>
                <c:pt idx="150">
                  <c:v>-0.53467600000000004</c:v>
                </c:pt>
                <c:pt idx="151">
                  <c:v>-0.39313399999999998</c:v>
                </c:pt>
                <c:pt idx="152">
                  <c:v>-0.35007500000000003</c:v>
                </c:pt>
                <c:pt idx="153">
                  <c:v>-0.36726999999999999</c:v>
                </c:pt>
                <c:pt idx="154">
                  <c:v>-0.38891700000000001</c:v>
                </c:pt>
                <c:pt idx="155">
                  <c:v>-0.38862200000000002</c:v>
                </c:pt>
                <c:pt idx="156">
                  <c:v>-0.36858600000000002</c:v>
                </c:pt>
                <c:pt idx="157">
                  <c:v>-0.34046199999999999</c:v>
                </c:pt>
                <c:pt idx="158">
                  <c:v>-0.31227300000000002</c:v>
                </c:pt>
                <c:pt idx="159">
                  <c:v>-0.28503400000000001</c:v>
                </c:pt>
                <c:pt idx="160">
                  <c:v>-0.25667899999999999</c:v>
                </c:pt>
                <c:pt idx="161">
                  <c:v>-0.226831</c:v>
                </c:pt>
                <c:pt idx="162">
                  <c:v>-0.196326</c:v>
                </c:pt>
                <c:pt idx="163">
                  <c:v>-0.165854</c:v>
                </c:pt>
                <c:pt idx="164">
                  <c:v>-0.135436</c:v>
                </c:pt>
                <c:pt idx="165">
                  <c:v>-0.105076</c:v>
                </c:pt>
                <c:pt idx="166">
                  <c:v>-7.4898999999999993E-2</c:v>
                </c:pt>
                <c:pt idx="167">
                  <c:v>-4.5070100000000002E-2</c:v>
                </c:pt>
                <c:pt idx="168">
                  <c:v>-1.58301E-2</c:v>
                </c:pt>
                <c:pt idx="169">
                  <c:v>1.2786199999999999E-2</c:v>
                </c:pt>
                <c:pt idx="170">
                  <c:v>4.0533100000000002E-2</c:v>
                </c:pt>
                <c:pt idx="171">
                  <c:v>6.7201800000000006E-2</c:v>
                </c:pt>
                <c:pt idx="172">
                  <c:v>9.2616599999999993E-2</c:v>
                </c:pt>
                <c:pt idx="173">
                  <c:v>0.116552</c:v>
                </c:pt>
                <c:pt idx="174">
                  <c:v>0.138955</c:v>
                </c:pt>
                <c:pt idx="175">
                  <c:v>0.15979299999999999</c:v>
                </c:pt>
                <c:pt idx="176">
                  <c:v>0.17933199999999999</c:v>
                </c:pt>
                <c:pt idx="177">
                  <c:v>0.19822400000000001</c:v>
                </c:pt>
                <c:pt idx="178">
                  <c:v>0.21743499999999999</c:v>
                </c:pt>
                <c:pt idx="179">
                  <c:v>0.238318</c:v>
                </c:pt>
                <c:pt idx="180">
                  <c:v>0.26201200000000002</c:v>
                </c:pt>
                <c:pt idx="181">
                  <c:v>0.28890900000000003</c:v>
                </c:pt>
                <c:pt idx="182">
                  <c:v>0.31789200000000001</c:v>
                </c:pt>
                <c:pt idx="183">
                  <c:v>0.34604800000000002</c:v>
                </c:pt>
                <c:pt idx="184">
                  <c:v>0.36919299999999999</c:v>
                </c:pt>
                <c:pt idx="185">
                  <c:v>0.38284600000000002</c:v>
                </c:pt>
                <c:pt idx="186">
                  <c:v>0.38342500000000002</c:v>
                </c:pt>
                <c:pt idx="187">
                  <c:v>0.36980299999999999</c:v>
                </c:pt>
                <c:pt idx="188">
                  <c:v>0.344553</c:v>
                </c:pt>
                <c:pt idx="189">
                  <c:v>0.31481799999999999</c:v>
                </c:pt>
                <c:pt idx="190">
                  <c:v>0.290906</c:v>
                </c:pt>
                <c:pt idx="191">
                  <c:v>0.28276499999999999</c:v>
                </c:pt>
                <c:pt idx="192">
                  <c:v>0.29637000000000002</c:v>
                </c:pt>
                <c:pt idx="193">
                  <c:v>0.33159699999999998</c:v>
                </c:pt>
                <c:pt idx="194">
                  <c:v>0.38257000000000002</c:v>
                </c:pt>
                <c:pt idx="195">
                  <c:v>0.44798900000000003</c:v>
                </c:pt>
                <c:pt idx="196">
                  <c:v>0.52927900000000005</c:v>
                </c:pt>
                <c:pt idx="197">
                  <c:v>0.60231999999999997</c:v>
                </c:pt>
                <c:pt idx="198">
                  <c:v>0.96555599999999997</c:v>
                </c:pt>
                <c:pt idx="199">
                  <c:v>0.81244700000000003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488-4EE3-8FFC-5434544AFC13}"/>
            </c:ext>
          </c:extLst>
        </c:ser>
        <c:ser>
          <c:idx val="0"/>
          <c:order val="1"/>
          <c:tx>
            <c:v>Cl_target</c:v>
          </c:tx>
          <c:spPr>
            <a:ln w="19050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'30_target'!$A$2:$A$201</c:f>
              <c:numCache>
                <c:formatCode>General</c:formatCode>
                <c:ptCount val="200"/>
                <c:pt idx="0">
                  <c:v>0.99975000000000003</c:v>
                </c:pt>
                <c:pt idx="1">
                  <c:v>0.999</c:v>
                </c:pt>
                <c:pt idx="2">
                  <c:v>0.99775999999999998</c:v>
                </c:pt>
                <c:pt idx="3">
                  <c:v>0.99602000000000002</c:v>
                </c:pt>
                <c:pt idx="4">
                  <c:v>0.99378</c:v>
                </c:pt>
                <c:pt idx="5">
                  <c:v>0.99104999999999999</c:v>
                </c:pt>
                <c:pt idx="6">
                  <c:v>0.98784000000000005</c:v>
                </c:pt>
                <c:pt idx="7">
                  <c:v>0.98412999999999995</c:v>
                </c:pt>
                <c:pt idx="8">
                  <c:v>0.97994999999999999</c:v>
                </c:pt>
                <c:pt idx="9">
                  <c:v>0.97528000000000004</c:v>
                </c:pt>
                <c:pt idx="10">
                  <c:v>0.97014999999999996</c:v>
                </c:pt>
                <c:pt idx="11">
                  <c:v>0.96453999999999995</c:v>
                </c:pt>
                <c:pt idx="12">
                  <c:v>0.95847000000000004</c:v>
                </c:pt>
                <c:pt idx="13">
                  <c:v>0.95194000000000001</c:v>
                </c:pt>
                <c:pt idx="14">
                  <c:v>0.94496000000000002</c:v>
                </c:pt>
                <c:pt idx="15">
                  <c:v>0.93754000000000004</c:v>
                </c:pt>
                <c:pt idx="16">
                  <c:v>0.92969000000000002</c:v>
                </c:pt>
                <c:pt idx="17">
                  <c:v>0.9214</c:v>
                </c:pt>
                <c:pt idx="18">
                  <c:v>0.91269999999999996</c:v>
                </c:pt>
                <c:pt idx="19">
                  <c:v>0.90358000000000005</c:v>
                </c:pt>
                <c:pt idx="20">
                  <c:v>0.89405999999999997</c:v>
                </c:pt>
                <c:pt idx="21">
                  <c:v>0.88414999999999999</c:v>
                </c:pt>
                <c:pt idx="22">
                  <c:v>0.87385000000000002</c:v>
                </c:pt>
                <c:pt idx="23">
                  <c:v>0.86317999999999995</c:v>
                </c:pt>
                <c:pt idx="24">
                  <c:v>0.85216000000000003</c:v>
                </c:pt>
                <c:pt idx="25">
                  <c:v>0.84077000000000002</c:v>
                </c:pt>
                <c:pt idx="26">
                  <c:v>0.82904999999999995</c:v>
                </c:pt>
                <c:pt idx="27">
                  <c:v>0.81701000000000001</c:v>
                </c:pt>
                <c:pt idx="28">
                  <c:v>0.80464000000000002</c:v>
                </c:pt>
                <c:pt idx="29">
                  <c:v>0.79196999999999995</c:v>
                </c:pt>
                <c:pt idx="30">
                  <c:v>0.77900999999999998</c:v>
                </c:pt>
                <c:pt idx="31">
                  <c:v>0.76578000000000002</c:v>
                </c:pt>
                <c:pt idx="32">
                  <c:v>0.75227999999999995</c:v>
                </c:pt>
                <c:pt idx="33">
                  <c:v>0.73851999999999995</c:v>
                </c:pt>
                <c:pt idx="34">
                  <c:v>0.72453000000000001</c:v>
                </c:pt>
                <c:pt idx="35">
                  <c:v>0.71031999999999995</c:v>
                </c:pt>
                <c:pt idx="36">
                  <c:v>0.69589000000000001</c:v>
                </c:pt>
                <c:pt idx="37">
                  <c:v>0.68127000000000004</c:v>
                </c:pt>
                <c:pt idx="38">
                  <c:v>0.66647000000000001</c:v>
                </c:pt>
                <c:pt idx="39">
                  <c:v>0.65149999999999997</c:v>
                </c:pt>
                <c:pt idx="40">
                  <c:v>0.63637999999999995</c:v>
                </c:pt>
                <c:pt idx="41">
                  <c:v>0.62112999999999996</c:v>
                </c:pt>
                <c:pt idx="42">
                  <c:v>0.60575999999999997</c:v>
                </c:pt>
                <c:pt idx="43">
                  <c:v>0.59028000000000003</c:v>
                </c:pt>
                <c:pt idx="44">
                  <c:v>0.57471000000000005</c:v>
                </c:pt>
                <c:pt idx="45">
                  <c:v>0.55906</c:v>
                </c:pt>
                <c:pt idx="46">
                  <c:v>0.54335999999999995</c:v>
                </c:pt>
                <c:pt idx="47">
                  <c:v>0.52761000000000002</c:v>
                </c:pt>
                <c:pt idx="48">
                  <c:v>0.51183999999999996</c:v>
                </c:pt>
                <c:pt idx="49">
                  <c:v>0.49604999999999999</c:v>
                </c:pt>
                <c:pt idx="50">
                  <c:v>0.48026999999999997</c:v>
                </c:pt>
                <c:pt idx="51">
                  <c:v>0.46450999999999998</c:v>
                </c:pt>
                <c:pt idx="52">
                  <c:v>0.44878000000000001</c:v>
                </c:pt>
                <c:pt idx="53">
                  <c:v>0.43310999999999999</c:v>
                </c:pt>
                <c:pt idx="54">
                  <c:v>0.41749999999999998</c:v>
                </c:pt>
                <c:pt idx="55">
                  <c:v>0.40196999999999999</c:v>
                </c:pt>
                <c:pt idx="56">
                  <c:v>0.38653999999999999</c:v>
                </c:pt>
                <c:pt idx="57">
                  <c:v>0.37123</c:v>
                </c:pt>
                <c:pt idx="58">
                  <c:v>0.35604000000000002</c:v>
                </c:pt>
                <c:pt idx="59">
                  <c:v>0.34099000000000002</c:v>
                </c:pt>
                <c:pt idx="60">
                  <c:v>0.32611000000000001</c:v>
                </c:pt>
                <c:pt idx="61">
                  <c:v>0.31140000000000001</c:v>
                </c:pt>
                <c:pt idx="62">
                  <c:v>0.29687000000000002</c:v>
                </c:pt>
                <c:pt idx="63">
                  <c:v>0.28255000000000002</c:v>
                </c:pt>
                <c:pt idx="64">
                  <c:v>0.26845000000000002</c:v>
                </c:pt>
                <c:pt idx="65">
                  <c:v>0.25457000000000002</c:v>
                </c:pt>
                <c:pt idx="66">
                  <c:v>0.24093999999999999</c:v>
                </c:pt>
                <c:pt idx="67">
                  <c:v>0.22756999999999999</c:v>
                </c:pt>
                <c:pt idx="68">
                  <c:v>0.21446999999999999</c:v>
                </c:pt>
                <c:pt idx="69">
                  <c:v>0.20166000000000001</c:v>
                </c:pt>
                <c:pt idx="70">
                  <c:v>0.18914</c:v>
                </c:pt>
                <c:pt idx="71">
                  <c:v>0.17693</c:v>
                </c:pt>
                <c:pt idx="72">
                  <c:v>0.16503999999999999</c:v>
                </c:pt>
                <c:pt idx="73">
                  <c:v>0.15348999999999999</c:v>
                </c:pt>
                <c:pt idx="74">
                  <c:v>0.14229</c:v>
                </c:pt>
                <c:pt idx="75">
                  <c:v>0.13144</c:v>
                </c:pt>
                <c:pt idx="76">
                  <c:v>0.12095</c:v>
                </c:pt>
                <c:pt idx="77">
                  <c:v>0.11085</c:v>
                </c:pt>
                <c:pt idx="78">
                  <c:v>0.10113</c:v>
                </c:pt>
                <c:pt idx="79">
                  <c:v>9.1810000000000003E-2</c:v>
                </c:pt>
                <c:pt idx="80">
                  <c:v>8.2900000000000001E-2</c:v>
                </c:pt>
                <c:pt idx="81">
                  <c:v>7.4399999999999994E-2</c:v>
                </c:pt>
                <c:pt idx="82">
                  <c:v>6.633E-2</c:v>
                </c:pt>
                <c:pt idx="83">
                  <c:v>5.8689999999999999E-2</c:v>
                </c:pt>
                <c:pt idx="84">
                  <c:v>5.1490000000000001E-2</c:v>
                </c:pt>
                <c:pt idx="85">
                  <c:v>4.4740000000000002E-2</c:v>
                </c:pt>
                <c:pt idx="86">
                  <c:v>3.8440000000000002E-2</c:v>
                </c:pt>
                <c:pt idx="87">
                  <c:v>3.2599999999999997E-2</c:v>
                </c:pt>
                <c:pt idx="88">
                  <c:v>2.7230000000000001E-2</c:v>
                </c:pt>
                <c:pt idx="89">
                  <c:v>2.232E-2</c:v>
                </c:pt>
                <c:pt idx="90">
                  <c:v>1.7899999999999999E-2</c:v>
                </c:pt>
                <c:pt idx="91">
                  <c:v>1.3950000000000001E-2</c:v>
                </c:pt>
                <c:pt idx="92">
                  <c:v>1.0489999999999999E-2</c:v>
                </c:pt>
                <c:pt idx="93">
                  <c:v>7.5199999999999998E-3</c:v>
                </c:pt>
                <c:pt idx="94">
                  <c:v>5.0400000000000002E-3</c:v>
                </c:pt>
                <c:pt idx="95">
                  <c:v>3.0500000000000002E-3</c:v>
                </c:pt>
                <c:pt idx="96">
                  <c:v>1.56E-3</c:v>
                </c:pt>
                <c:pt idx="97">
                  <c:v>5.5999999999999995E-4</c:v>
                </c:pt>
                <c:pt idx="98" formatCode="0.00E+00">
                  <c:v>6.0000000000000002E-5</c:v>
                </c:pt>
                <c:pt idx="99">
                  <c:v>0</c:v>
                </c:pt>
                <c:pt idx="100" formatCode="0.00E+00">
                  <c:v>6.0000000000000002E-5</c:v>
                </c:pt>
                <c:pt idx="101">
                  <c:v>5.5999999999999995E-4</c:v>
                </c:pt>
                <c:pt idx="102">
                  <c:v>1.56E-3</c:v>
                </c:pt>
                <c:pt idx="103">
                  <c:v>3.0500000000000002E-3</c:v>
                </c:pt>
                <c:pt idx="104">
                  <c:v>5.0400000000000002E-3</c:v>
                </c:pt>
                <c:pt idx="105">
                  <c:v>7.5199999999999998E-3</c:v>
                </c:pt>
                <c:pt idx="106">
                  <c:v>1.0489999999999999E-2</c:v>
                </c:pt>
                <c:pt idx="107">
                  <c:v>1.3950000000000001E-2</c:v>
                </c:pt>
                <c:pt idx="108">
                  <c:v>1.7899999999999999E-2</c:v>
                </c:pt>
                <c:pt idx="109">
                  <c:v>2.232E-2</c:v>
                </c:pt>
                <c:pt idx="110">
                  <c:v>2.7230000000000001E-2</c:v>
                </c:pt>
                <c:pt idx="111">
                  <c:v>3.2599999999999997E-2</c:v>
                </c:pt>
                <c:pt idx="112">
                  <c:v>3.8440000000000002E-2</c:v>
                </c:pt>
                <c:pt idx="113">
                  <c:v>4.4740000000000002E-2</c:v>
                </c:pt>
                <c:pt idx="114">
                  <c:v>5.1490000000000001E-2</c:v>
                </c:pt>
                <c:pt idx="115">
                  <c:v>5.8689999999999999E-2</c:v>
                </c:pt>
                <c:pt idx="116">
                  <c:v>6.633E-2</c:v>
                </c:pt>
                <c:pt idx="117">
                  <c:v>7.4399999999999994E-2</c:v>
                </c:pt>
                <c:pt idx="118">
                  <c:v>8.2900000000000001E-2</c:v>
                </c:pt>
                <c:pt idx="119">
                  <c:v>9.1810000000000003E-2</c:v>
                </c:pt>
                <c:pt idx="120">
                  <c:v>0.10113</c:v>
                </c:pt>
                <c:pt idx="121">
                  <c:v>0.11085</c:v>
                </c:pt>
                <c:pt idx="122">
                  <c:v>0.12095</c:v>
                </c:pt>
                <c:pt idx="123">
                  <c:v>0.13144</c:v>
                </c:pt>
                <c:pt idx="124">
                  <c:v>0.14229</c:v>
                </c:pt>
                <c:pt idx="125">
                  <c:v>0.15348999999999999</c:v>
                </c:pt>
                <c:pt idx="126">
                  <c:v>0.16503999999999999</c:v>
                </c:pt>
                <c:pt idx="127">
                  <c:v>0.17693</c:v>
                </c:pt>
                <c:pt idx="128">
                  <c:v>0.18914</c:v>
                </c:pt>
                <c:pt idx="129">
                  <c:v>0.20166000000000001</c:v>
                </c:pt>
                <c:pt idx="130">
                  <c:v>0.21446999999999999</c:v>
                </c:pt>
                <c:pt idx="131">
                  <c:v>0.22756999999999999</c:v>
                </c:pt>
                <c:pt idx="132">
                  <c:v>0.24093999999999999</c:v>
                </c:pt>
                <c:pt idx="133">
                  <c:v>0.25457000000000002</c:v>
                </c:pt>
                <c:pt idx="134">
                  <c:v>0.26845000000000002</c:v>
                </c:pt>
                <c:pt idx="135">
                  <c:v>0.28255000000000002</c:v>
                </c:pt>
                <c:pt idx="136">
                  <c:v>0.29687000000000002</c:v>
                </c:pt>
                <c:pt idx="137">
                  <c:v>0.31140000000000001</c:v>
                </c:pt>
                <c:pt idx="138">
                  <c:v>0.32611000000000001</c:v>
                </c:pt>
                <c:pt idx="139">
                  <c:v>0.34099000000000002</c:v>
                </c:pt>
                <c:pt idx="140">
                  <c:v>0.35604000000000002</c:v>
                </c:pt>
                <c:pt idx="141">
                  <c:v>0.37123</c:v>
                </c:pt>
                <c:pt idx="142">
                  <c:v>0.38653999999999999</c:v>
                </c:pt>
                <c:pt idx="143">
                  <c:v>0.40196999999999999</c:v>
                </c:pt>
                <c:pt idx="144">
                  <c:v>0.41749999999999998</c:v>
                </c:pt>
                <c:pt idx="145">
                  <c:v>0.43310999999999999</c:v>
                </c:pt>
                <c:pt idx="146">
                  <c:v>0.44878000000000001</c:v>
                </c:pt>
                <c:pt idx="147">
                  <c:v>0.46450999999999998</c:v>
                </c:pt>
                <c:pt idx="148">
                  <c:v>0.48026999999999997</c:v>
                </c:pt>
                <c:pt idx="149">
                  <c:v>0.49604999999999999</c:v>
                </c:pt>
                <c:pt idx="150">
                  <c:v>0.51183999999999996</c:v>
                </c:pt>
                <c:pt idx="151">
                  <c:v>0.52761000000000002</c:v>
                </c:pt>
                <c:pt idx="152">
                  <c:v>0.54335999999999995</c:v>
                </c:pt>
                <c:pt idx="153">
                  <c:v>0.55906</c:v>
                </c:pt>
                <c:pt idx="154">
                  <c:v>0.57471000000000005</c:v>
                </c:pt>
                <c:pt idx="155">
                  <c:v>0.59028000000000003</c:v>
                </c:pt>
                <c:pt idx="156">
                  <c:v>0.60575999999999997</c:v>
                </c:pt>
                <c:pt idx="157">
                  <c:v>0.62112999999999996</c:v>
                </c:pt>
                <c:pt idx="158">
                  <c:v>0.63637999999999995</c:v>
                </c:pt>
                <c:pt idx="159">
                  <c:v>0.65149999999999997</c:v>
                </c:pt>
                <c:pt idx="160">
                  <c:v>0.66647000000000001</c:v>
                </c:pt>
                <c:pt idx="161">
                  <c:v>0.68127000000000004</c:v>
                </c:pt>
                <c:pt idx="162">
                  <c:v>0.69589000000000001</c:v>
                </c:pt>
                <c:pt idx="163">
                  <c:v>0.71031999999999995</c:v>
                </c:pt>
                <c:pt idx="164">
                  <c:v>0.72453000000000001</c:v>
                </c:pt>
                <c:pt idx="165">
                  <c:v>0.73851999999999995</c:v>
                </c:pt>
                <c:pt idx="166">
                  <c:v>0.75227999999999995</c:v>
                </c:pt>
                <c:pt idx="167">
                  <c:v>0.76578000000000002</c:v>
                </c:pt>
                <c:pt idx="168">
                  <c:v>0.77900999999999998</c:v>
                </c:pt>
                <c:pt idx="169">
                  <c:v>0.79196999999999995</c:v>
                </c:pt>
                <c:pt idx="170">
                  <c:v>0.80464000000000002</c:v>
                </c:pt>
                <c:pt idx="171">
                  <c:v>0.81701000000000001</c:v>
                </c:pt>
                <c:pt idx="172">
                  <c:v>0.82904999999999995</c:v>
                </c:pt>
                <c:pt idx="173">
                  <c:v>0.84077000000000002</c:v>
                </c:pt>
                <c:pt idx="174">
                  <c:v>0.85216000000000003</c:v>
                </c:pt>
                <c:pt idx="175">
                  <c:v>0.86317999999999995</c:v>
                </c:pt>
                <c:pt idx="176">
                  <c:v>0.87385000000000002</c:v>
                </c:pt>
                <c:pt idx="177">
                  <c:v>0.88414999999999999</c:v>
                </c:pt>
                <c:pt idx="178">
                  <c:v>0.89405999999999997</c:v>
                </c:pt>
                <c:pt idx="179">
                  <c:v>0.90358000000000005</c:v>
                </c:pt>
                <c:pt idx="180">
                  <c:v>0.91269999999999996</c:v>
                </c:pt>
                <c:pt idx="181">
                  <c:v>0.9214</c:v>
                </c:pt>
                <c:pt idx="182">
                  <c:v>0.92969000000000002</c:v>
                </c:pt>
                <c:pt idx="183">
                  <c:v>0.93754000000000004</c:v>
                </c:pt>
                <c:pt idx="184">
                  <c:v>0.94496000000000002</c:v>
                </c:pt>
                <c:pt idx="185">
                  <c:v>0.95194000000000001</c:v>
                </c:pt>
                <c:pt idx="186">
                  <c:v>0.95847000000000004</c:v>
                </c:pt>
                <c:pt idx="187">
                  <c:v>0.96453999999999995</c:v>
                </c:pt>
                <c:pt idx="188">
                  <c:v>0.97014999999999996</c:v>
                </c:pt>
                <c:pt idx="189">
                  <c:v>0.97528000000000004</c:v>
                </c:pt>
                <c:pt idx="190">
                  <c:v>0.97994999999999999</c:v>
                </c:pt>
                <c:pt idx="191">
                  <c:v>0.98412999999999995</c:v>
                </c:pt>
                <c:pt idx="192">
                  <c:v>0.98784000000000005</c:v>
                </c:pt>
                <c:pt idx="193">
                  <c:v>0.99104999999999999</c:v>
                </c:pt>
                <c:pt idx="194">
                  <c:v>0.99378</c:v>
                </c:pt>
                <c:pt idx="195">
                  <c:v>0.99602000000000002</c:v>
                </c:pt>
                <c:pt idx="196">
                  <c:v>0.99775999999999998</c:v>
                </c:pt>
                <c:pt idx="197">
                  <c:v>0.999</c:v>
                </c:pt>
                <c:pt idx="198">
                  <c:v>0.99975000000000003</c:v>
                </c:pt>
                <c:pt idx="199">
                  <c:v>1</c:v>
                </c:pt>
              </c:numCache>
            </c:numRef>
          </c:xVal>
          <c:yVal>
            <c:numRef>
              <c:f>'30_target'!$B$2:$B$201</c:f>
              <c:numCache>
                <c:formatCode>General</c:formatCode>
                <c:ptCount val="200"/>
                <c:pt idx="0">
                  <c:v>0.96457899999999996</c:v>
                </c:pt>
                <c:pt idx="1">
                  <c:v>0.60425200000000001</c:v>
                </c:pt>
                <c:pt idx="2">
                  <c:v>0.53808400000000001</c:v>
                </c:pt>
                <c:pt idx="3">
                  <c:v>0.46646100000000001</c:v>
                </c:pt>
                <c:pt idx="4">
                  <c:v>0.41159400000000002</c:v>
                </c:pt>
                <c:pt idx="5">
                  <c:v>0.36888599999999999</c:v>
                </c:pt>
                <c:pt idx="6">
                  <c:v>0.33487800000000001</c:v>
                </c:pt>
                <c:pt idx="7">
                  <c:v>0.31193100000000001</c:v>
                </c:pt>
                <c:pt idx="8">
                  <c:v>0.300008</c:v>
                </c:pt>
                <c:pt idx="9">
                  <c:v>0.29693999999999998</c:v>
                </c:pt>
                <c:pt idx="10">
                  <c:v>0.29841400000000001</c:v>
                </c:pt>
                <c:pt idx="11">
                  <c:v>0.29942200000000002</c:v>
                </c:pt>
                <c:pt idx="12">
                  <c:v>0.29591499999999998</c:v>
                </c:pt>
                <c:pt idx="13">
                  <c:v>0.28593299999999999</c:v>
                </c:pt>
                <c:pt idx="14">
                  <c:v>0.26968900000000001</c:v>
                </c:pt>
                <c:pt idx="15">
                  <c:v>0.24898200000000001</c:v>
                </c:pt>
                <c:pt idx="16">
                  <c:v>0.226245</c:v>
                </c:pt>
                <c:pt idx="17">
                  <c:v>0.203766</c:v>
                </c:pt>
                <c:pt idx="18">
                  <c:v>0.18312600000000001</c:v>
                </c:pt>
                <c:pt idx="19">
                  <c:v>0.16486700000000001</c:v>
                </c:pt>
                <c:pt idx="20">
                  <c:v>0.14880299999999999</c:v>
                </c:pt>
                <c:pt idx="21">
                  <c:v>0.13433800000000001</c:v>
                </c:pt>
                <c:pt idx="22">
                  <c:v>0.12078999999999999</c:v>
                </c:pt>
                <c:pt idx="23">
                  <c:v>0.107683</c:v>
                </c:pt>
                <c:pt idx="24">
                  <c:v>9.4659599999999997E-2</c:v>
                </c:pt>
                <c:pt idx="25">
                  <c:v>8.1600000000000006E-2</c:v>
                </c:pt>
                <c:pt idx="26">
                  <c:v>6.8483799999999997E-2</c:v>
                </c:pt>
                <c:pt idx="27">
                  <c:v>5.5347199999999999E-2</c:v>
                </c:pt>
                <c:pt idx="28">
                  <c:v>4.2239499999999999E-2</c:v>
                </c:pt>
                <c:pt idx="29">
                  <c:v>2.92134E-2</c:v>
                </c:pt>
                <c:pt idx="30">
                  <c:v>1.6289700000000001E-2</c:v>
                </c:pt>
                <c:pt idx="31">
                  <c:v>3.4552099999999998E-3</c:v>
                </c:pt>
                <c:pt idx="32">
                  <c:v>-9.3522099999999997E-3</c:v>
                </c:pt>
                <c:pt idx="33">
                  <c:v>-2.2133300000000002E-2</c:v>
                </c:pt>
                <c:pt idx="34">
                  <c:v>-3.4877600000000002E-2</c:v>
                </c:pt>
                <c:pt idx="35">
                  <c:v>-4.7623899999999997E-2</c:v>
                </c:pt>
                <c:pt idx="36">
                  <c:v>-6.0323300000000003E-2</c:v>
                </c:pt>
                <c:pt idx="37">
                  <c:v>-7.3063199999999995E-2</c:v>
                </c:pt>
                <c:pt idx="38">
                  <c:v>-8.5812200000000005E-2</c:v>
                </c:pt>
                <c:pt idx="39">
                  <c:v>-9.8617399999999994E-2</c:v>
                </c:pt>
                <c:pt idx="40">
                  <c:v>-0.111489</c:v>
                </c:pt>
                <c:pt idx="41">
                  <c:v>-0.12443700000000001</c:v>
                </c:pt>
                <c:pt idx="42">
                  <c:v>-0.13750000000000001</c:v>
                </c:pt>
                <c:pt idx="43">
                  <c:v>-0.15068400000000001</c:v>
                </c:pt>
                <c:pt idx="44">
                  <c:v>-0.16401299999999999</c:v>
                </c:pt>
                <c:pt idx="45">
                  <c:v>-0.17747499999999999</c:v>
                </c:pt>
                <c:pt idx="46">
                  <c:v>-0.19106100000000001</c:v>
                </c:pt>
                <c:pt idx="47">
                  <c:v>-0.20473</c:v>
                </c:pt>
                <c:pt idx="48">
                  <c:v>-0.21851699999999999</c:v>
                </c:pt>
                <c:pt idx="49">
                  <c:v>-0.23255899999999999</c:v>
                </c:pt>
                <c:pt idx="50">
                  <c:v>-0.24706</c:v>
                </c:pt>
                <c:pt idx="51">
                  <c:v>-0.26202999999999999</c:v>
                </c:pt>
                <c:pt idx="52">
                  <c:v>-0.27701900000000002</c:v>
                </c:pt>
                <c:pt idx="53">
                  <c:v>-0.29126400000000002</c:v>
                </c:pt>
                <c:pt idx="54">
                  <c:v>-0.30487799999999998</c:v>
                </c:pt>
                <c:pt idx="55">
                  <c:v>-0.31978000000000001</c:v>
                </c:pt>
                <c:pt idx="56">
                  <c:v>-0.338063</c:v>
                </c:pt>
                <c:pt idx="57">
                  <c:v>-0.35582200000000003</c:v>
                </c:pt>
                <c:pt idx="58">
                  <c:v>-0.36214299999999999</c:v>
                </c:pt>
                <c:pt idx="59">
                  <c:v>-0.34961599999999998</c:v>
                </c:pt>
                <c:pt idx="60">
                  <c:v>-0.33460699999999999</c:v>
                </c:pt>
                <c:pt idx="61">
                  <c:v>-0.36538999999999999</c:v>
                </c:pt>
                <c:pt idx="62">
                  <c:v>-0.48659999999999998</c:v>
                </c:pt>
                <c:pt idx="63">
                  <c:v>-0.63309300000000002</c:v>
                </c:pt>
                <c:pt idx="64">
                  <c:v>-0.70116100000000003</c:v>
                </c:pt>
                <c:pt idx="65">
                  <c:v>-0.70824900000000002</c:v>
                </c:pt>
                <c:pt idx="66">
                  <c:v>-0.696295</c:v>
                </c:pt>
                <c:pt idx="67">
                  <c:v>-0.68742199999999998</c:v>
                </c:pt>
                <c:pt idx="68">
                  <c:v>-0.68297200000000002</c:v>
                </c:pt>
                <c:pt idx="69">
                  <c:v>-0.67840800000000001</c:v>
                </c:pt>
                <c:pt idx="70">
                  <c:v>-0.67105999999999999</c:v>
                </c:pt>
                <c:pt idx="71">
                  <c:v>-0.66031899999999999</c:v>
                </c:pt>
                <c:pt idx="72">
                  <c:v>-0.64677499999999999</c:v>
                </c:pt>
                <c:pt idx="73">
                  <c:v>-0.63176900000000002</c:v>
                </c:pt>
                <c:pt idx="74">
                  <c:v>-0.61597599999999997</c:v>
                </c:pt>
                <c:pt idx="75">
                  <c:v>-0.59882800000000003</c:v>
                </c:pt>
                <c:pt idx="76">
                  <c:v>-0.57918000000000003</c:v>
                </c:pt>
                <c:pt idx="77">
                  <c:v>-0.55635100000000004</c:v>
                </c:pt>
                <c:pt idx="78">
                  <c:v>-0.53050699999999995</c:v>
                </c:pt>
                <c:pt idx="79">
                  <c:v>-0.50174600000000003</c:v>
                </c:pt>
                <c:pt idx="80">
                  <c:v>-0.46986299999999998</c:v>
                </c:pt>
                <c:pt idx="81">
                  <c:v>-0.43450800000000001</c:v>
                </c:pt>
                <c:pt idx="82">
                  <c:v>-0.39510400000000001</c:v>
                </c:pt>
                <c:pt idx="83">
                  <c:v>-0.35111900000000001</c:v>
                </c:pt>
                <c:pt idx="84">
                  <c:v>-0.30174299999999998</c:v>
                </c:pt>
                <c:pt idx="85">
                  <c:v>-0.24578</c:v>
                </c:pt>
                <c:pt idx="86">
                  <c:v>-0.18209700000000001</c:v>
                </c:pt>
                <c:pt idx="87">
                  <c:v>-0.10944</c:v>
                </c:pt>
                <c:pt idx="88">
                  <c:v>-2.63124E-2</c:v>
                </c:pt>
                <c:pt idx="89">
                  <c:v>6.89612E-2</c:v>
                </c:pt>
                <c:pt idx="90">
                  <c:v>0.17801400000000001</c:v>
                </c:pt>
                <c:pt idx="91">
                  <c:v>0.30235000000000001</c:v>
                </c:pt>
                <c:pt idx="92">
                  <c:v>0.441834</c:v>
                </c:pt>
                <c:pt idx="93">
                  <c:v>0.59395600000000004</c:v>
                </c:pt>
                <c:pt idx="94">
                  <c:v>0.75326400000000004</c:v>
                </c:pt>
                <c:pt idx="95">
                  <c:v>0.91107700000000003</c:v>
                </c:pt>
                <c:pt idx="96">
                  <c:v>1.0405500000000001</c:v>
                </c:pt>
                <c:pt idx="97">
                  <c:v>1.1467499999999999</c:v>
                </c:pt>
                <c:pt idx="98">
                  <c:v>1.16801</c:v>
                </c:pt>
                <c:pt idx="99">
                  <c:v>1.13022</c:v>
                </c:pt>
                <c:pt idx="100">
                  <c:v>1.11687</c:v>
                </c:pt>
                <c:pt idx="101">
                  <c:v>1.00925</c:v>
                </c:pt>
                <c:pt idx="102">
                  <c:v>0.79405000000000003</c:v>
                </c:pt>
                <c:pt idx="103">
                  <c:v>0.57785900000000001</c:v>
                </c:pt>
                <c:pt idx="104">
                  <c:v>0.34854099999999999</c:v>
                </c:pt>
                <c:pt idx="105">
                  <c:v>0.13272800000000001</c:v>
                </c:pt>
                <c:pt idx="106">
                  <c:v>-5.7100400000000003E-2</c:v>
                </c:pt>
                <c:pt idx="107">
                  <c:v>-0.21842600000000001</c:v>
                </c:pt>
                <c:pt idx="108">
                  <c:v>-0.35245300000000002</c:v>
                </c:pt>
                <c:pt idx="109">
                  <c:v>-0.462536</c:v>
                </c:pt>
                <c:pt idx="110">
                  <c:v>-0.55182299999999995</c:v>
                </c:pt>
                <c:pt idx="111">
                  <c:v>-0.62395199999999995</c:v>
                </c:pt>
                <c:pt idx="112">
                  <c:v>-0.682284</c:v>
                </c:pt>
                <c:pt idx="113">
                  <c:v>-0.72987800000000003</c:v>
                </c:pt>
                <c:pt idx="114">
                  <c:v>-0.76845399999999997</c:v>
                </c:pt>
                <c:pt idx="115">
                  <c:v>-0.79893800000000004</c:v>
                </c:pt>
                <c:pt idx="116">
                  <c:v>-0.82252800000000004</c:v>
                </c:pt>
                <c:pt idx="117">
                  <c:v>-0.84084000000000003</c:v>
                </c:pt>
                <c:pt idx="118">
                  <c:v>-0.85527900000000001</c:v>
                </c:pt>
                <c:pt idx="119">
                  <c:v>-0.86706799999999995</c:v>
                </c:pt>
                <c:pt idx="120">
                  <c:v>-0.87695900000000004</c:v>
                </c:pt>
                <c:pt idx="121">
                  <c:v>-0.88446599999999997</c:v>
                </c:pt>
                <c:pt idx="122">
                  <c:v>-0.88847200000000004</c:v>
                </c:pt>
                <c:pt idx="123">
                  <c:v>-0.88896799999999998</c:v>
                </c:pt>
                <c:pt idx="124">
                  <c:v>-0.88734000000000002</c:v>
                </c:pt>
                <c:pt idx="125">
                  <c:v>-0.88508100000000001</c:v>
                </c:pt>
                <c:pt idx="126">
                  <c:v>-0.88219499999999995</c:v>
                </c:pt>
                <c:pt idx="127">
                  <c:v>-0.87849500000000003</c:v>
                </c:pt>
                <c:pt idx="128">
                  <c:v>-0.87416400000000005</c:v>
                </c:pt>
                <c:pt idx="129">
                  <c:v>-0.869398</c:v>
                </c:pt>
                <c:pt idx="130">
                  <c:v>-0.86380199999999996</c:v>
                </c:pt>
                <c:pt idx="131">
                  <c:v>-0.85666900000000001</c:v>
                </c:pt>
                <c:pt idx="132">
                  <c:v>-0.84765199999999996</c:v>
                </c:pt>
                <c:pt idx="133">
                  <c:v>-0.83705399999999996</c:v>
                </c:pt>
                <c:pt idx="134">
                  <c:v>-0.82558799999999999</c:v>
                </c:pt>
                <c:pt idx="135">
                  <c:v>-0.81389800000000001</c:v>
                </c:pt>
                <c:pt idx="136">
                  <c:v>-0.80233600000000005</c:v>
                </c:pt>
                <c:pt idx="137">
                  <c:v>-0.79109200000000002</c:v>
                </c:pt>
                <c:pt idx="138">
                  <c:v>-0.78041899999999997</c:v>
                </c:pt>
                <c:pt idx="139">
                  <c:v>-0.77084900000000001</c:v>
                </c:pt>
                <c:pt idx="140">
                  <c:v>-0.76281200000000005</c:v>
                </c:pt>
                <c:pt idx="141">
                  <c:v>-0.75633499999999998</c:v>
                </c:pt>
                <c:pt idx="142">
                  <c:v>-0.75109599999999999</c:v>
                </c:pt>
                <c:pt idx="143">
                  <c:v>-0.74693500000000002</c:v>
                </c:pt>
                <c:pt idx="144">
                  <c:v>-0.74412299999999998</c:v>
                </c:pt>
                <c:pt idx="145">
                  <c:v>-0.74303600000000003</c:v>
                </c:pt>
                <c:pt idx="146">
                  <c:v>-0.744004</c:v>
                </c:pt>
                <c:pt idx="147">
                  <c:v>-0.74697100000000005</c:v>
                </c:pt>
                <c:pt idx="148">
                  <c:v>-0.75153400000000004</c:v>
                </c:pt>
                <c:pt idx="149">
                  <c:v>-0.75635799999999997</c:v>
                </c:pt>
                <c:pt idx="150">
                  <c:v>-0.75989200000000001</c:v>
                </c:pt>
                <c:pt idx="151">
                  <c:v>-0.76068000000000002</c:v>
                </c:pt>
                <c:pt idx="152">
                  <c:v>-0.75787300000000002</c:v>
                </c:pt>
                <c:pt idx="153">
                  <c:v>-0.751023</c:v>
                </c:pt>
                <c:pt idx="154">
                  <c:v>-0.74033800000000005</c:v>
                </c:pt>
                <c:pt idx="155">
                  <c:v>-0.72795299999999996</c:v>
                </c:pt>
                <c:pt idx="156">
                  <c:v>-0.71653100000000003</c:v>
                </c:pt>
                <c:pt idx="157">
                  <c:v>-0.70127399999999995</c:v>
                </c:pt>
                <c:pt idx="158">
                  <c:v>-0.66473400000000005</c:v>
                </c:pt>
                <c:pt idx="159">
                  <c:v>-0.58960999999999997</c:v>
                </c:pt>
                <c:pt idx="160">
                  <c:v>-0.49612400000000001</c:v>
                </c:pt>
                <c:pt idx="161">
                  <c:v>-0.43699300000000002</c:v>
                </c:pt>
                <c:pt idx="162">
                  <c:v>-0.419769</c:v>
                </c:pt>
                <c:pt idx="163">
                  <c:v>-0.41588000000000003</c:v>
                </c:pt>
                <c:pt idx="164">
                  <c:v>-0.40004800000000001</c:v>
                </c:pt>
                <c:pt idx="165">
                  <c:v>-0.36664200000000002</c:v>
                </c:pt>
                <c:pt idx="166">
                  <c:v>-0.32404899999999998</c:v>
                </c:pt>
                <c:pt idx="167">
                  <c:v>-0.28218900000000002</c:v>
                </c:pt>
                <c:pt idx="168">
                  <c:v>-0.24304700000000001</c:v>
                </c:pt>
                <c:pt idx="169">
                  <c:v>-0.20391799999999999</c:v>
                </c:pt>
                <c:pt idx="170">
                  <c:v>-0.16417499999999999</c:v>
                </c:pt>
                <c:pt idx="171">
                  <c:v>-0.124945</c:v>
                </c:pt>
                <c:pt idx="172">
                  <c:v>-8.7084999999999996E-2</c:v>
                </c:pt>
                <c:pt idx="173">
                  <c:v>-5.0701299999999998E-2</c:v>
                </c:pt>
                <c:pt idx="174">
                  <c:v>-1.5808200000000001E-2</c:v>
                </c:pt>
                <c:pt idx="175">
                  <c:v>1.7328E-2</c:v>
                </c:pt>
                <c:pt idx="176">
                  <c:v>4.8368700000000001E-2</c:v>
                </c:pt>
                <c:pt idx="177">
                  <c:v>7.6965199999999998E-2</c:v>
                </c:pt>
                <c:pt idx="178">
                  <c:v>0.102593</c:v>
                </c:pt>
                <c:pt idx="179">
                  <c:v>0.124763</c:v>
                </c:pt>
                <c:pt idx="180">
                  <c:v>0.14305000000000001</c:v>
                </c:pt>
                <c:pt idx="181">
                  <c:v>0.15749199999999999</c:v>
                </c:pt>
                <c:pt idx="182">
                  <c:v>0.16889299999999999</c:v>
                </c:pt>
                <c:pt idx="183">
                  <c:v>0.17912900000000001</c:v>
                </c:pt>
                <c:pt idx="184">
                  <c:v>0.19106899999999999</c:v>
                </c:pt>
                <c:pt idx="185">
                  <c:v>0.20791699999999999</c:v>
                </c:pt>
                <c:pt idx="186">
                  <c:v>0.232013</c:v>
                </c:pt>
                <c:pt idx="187">
                  <c:v>0.263631</c:v>
                </c:pt>
                <c:pt idx="188">
                  <c:v>0.30059999999999998</c:v>
                </c:pt>
                <c:pt idx="189">
                  <c:v>0.33901399999999998</c:v>
                </c:pt>
                <c:pt idx="190">
                  <c:v>0.37519799999999998</c:v>
                </c:pt>
                <c:pt idx="191">
                  <c:v>0.40698099999999998</c:v>
                </c:pt>
                <c:pt idx="192">
                  <c:v>0.434089</c:v>
                </c:pt>
                <c:pt idx="193">
                  <c:v>0.45869199999999999</c:v>
                </c:pt>
                <c:pt idx="194">
                  <c:v>0.48321599999999998</c:v>
                </c:pt>
                <c:pt idx="195">
                  <c:v>0.51690700000000001</c:v>
                </c:pt>
                <c:pt idx="196">
                  <c:v>0.56852899999999995</c:v>
                </c:pt>
                <c:pt idx="197">
                  <c:v>0.61912999999999996</c:v>
                </c:pt>
                <c:pt idx="198">
                  <c:v>0.97171399999999997</c:v>
                </c:pt>
                <c:pt idx="199">
                  <c:v>0.80962400000000001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488-4EE3-8FFC-5434544AFC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90595535"/>
        <c:axId val="1690597455"/>
      </c:scatterChart>
      <c:valAx>
        <c:axId val="1690595535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90597455"/>
        <c:crosses val="autoZero"/>
        <c:crossBetween val="midCat"/>
      </c:valAx>
      <c:valAx>
        <c:axId val="1690597455"/>
        <c:scaling>
          <c:orientation val="maxMin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90595535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1883202099737531"/>
          <c:y val="7.8319845435987162E-2"/>
          <c:w val="0.23165310586176727"/>
          <c:h val="0.16743438320209975"/>
        </c:manualLayout>
      </c:layout>
      <c:overlay val="0"/>
    </c:legend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2025-11-27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9235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4710F51-9605-4A0B-91B3-A7A73478FDA0}" type="datetime1">
              <a:rPr lang="ko-KR" altLang="en-US"/>
              <a:pPr lvl="0">
                <a:defRPr/>
              </a:pPr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2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4283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2EBA-8585-A39F-133F-460A47187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7D6D97D2-EC0E-916F-F900-6863BDBEACB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D8AF53EB-DE36-5322-E87F-DBFB5C199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3C523234-4585-366C-38A5-7FE163EB1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32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CEB7B-6605-974F-FE46-37E54D663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2C792119-A714-88AF-8095-2118F446E3E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8FF3D87-0018-A897-C103-7C7ABB00A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9FA755B8-E11B-30AC-1752-F3A22BF64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788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525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2"/>
          <p:cNvSpPr>
            <a:spLocks noGrp="1"/>
          </p:cNvSpPr>
          <p:nvPr>
            <p:ph type="title"/>
          </p:nvPr>
        </p:nvSpPr>
        <p:spPr>
          <a:xfrm>
            <a:off x="407368" y="445583"/>
            <a:ext cx="11377264" cy="1687273"/>
          </a:xfrm>
          <a:solidFill>
            <a:srgbClr val="DCEEF2"/>
          </a:solidFill>
          <a:ln w="285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 algn="ctr"/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3467708" y="3861372"/>
            <a:ext cx="5544616" cy="93578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Wingdings" panose="05000000000000000000" pitchFamily="2" charset="2"/>
              <a:buNone/>
              <a:defRPr sz="1800" b="1">
                <a:solidFill>
                  <a:srgbClr val="1E337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C835-A02B-4303-BF8E-1567B3DE11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67708" y="2304519"/>
            <a:ext cx="5544616" cy="119648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lang="ko-KR" altLang="en-US" sz="1800" b="1" kern="1200" dirty="0" smtClean="0">
                <a:solidFill>
                  <a:srgbClr val="28859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316531" indent="0">
              <a:buNone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87123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495602" y="1988845"/>
            <a:ext cx="7200799" cy="1440159"/>
          </a:xfrm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 algn="ctr">
              <a:defRPr sz="24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123368" cy="6858000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02C1FC-636C-4DFE-B508-5815F7C44E5C}"/>
              </a:ext>
            </a:extLst>
          </p:cNvPr>
          <p:cNvSpPr/>
          <p:nvPr userDrawn="1"/>
        </p:nvSpPr>
        <p:spPr>
          <a:xfrm>
            <a:off x="12079898" y="0"/>
            <a:ext cx="123368" cy="6858000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1F674F-A97B-4205-B96C-91F303271B53}"/>
              </a:ext>
            </a:extLst>
          </p:cNvPr>
          <p:cNvSpPr/>
          <p:nvPr userDrawn="1"/>
        </p:nvSpPr>
        <p:spPr>
          <a:xfrm>
            <a:off x="0" y="0"/>
            <a:ext cx="12190566" cy="144016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20DAF3-0F03-4397-A482-CFC28B2612DE}"/>
              </a:ext>
            </a:extLst>
          </p:cNvPr>
          <p:cNvSpPr/>
          <p:nvPr userDrawn="1"/>
        </p:nvSpPr>
        <p:spPr>
          <a:xfrm>
            <a:off x="0" y="6468238"/>
            <a:ext cx="12190566" cy="387266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1415480" y="6519359"/>
            <a:ext cx="8640959" cy="26813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11607690" y="6531738"/>
            <a:ext cx="445840" cy="248246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srgbClr val="4F81BD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073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11679391" y="6519832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바닥글 개체 틀 4">
            <a:extLst>
              <a:ext uri="{FF2B5EF4-FFF2-40B4-BE49-F238E27FC236}">
                <a16:creationId xmlns:a16="http://schemas.microsoft.com/office/drawing/2014/main" id="{CE3FD8F2-C375-4565-8CA0-273C0E8A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19359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C2A0C14-8CC0-42FD-8CE9-1E35F0866E14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F5890A43-C134-420B-9097-C9A569A47C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1560932-1FD3-464C-A710-A2B477C206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67053" y="6545711"/>
            <a:ext cx="1270915" cy="27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12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325910" y="67587"/>
            <a:ext cx="11530730" cy="44381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E33066B-EECE-4FA4-B7CA-261A7D175EB7}"/>
              </a:ext>
            </a:extLst>
          </p:cNvPr>
          <p:cNvCxnSpPr>
            <a:cxnSpLocks/>
          </p:cNvCxnSpPr>
          <p:nvPr userDrawn="1"/>
        </p:nvCxnSpPr>
        <p:spPr>
          <a:xfrm>
            <a:off x="335360" y="548680"/>
            <a:ext cx="1152128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F57EB056-07C5-4EDF-AE12-2388056124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67053" y="6545711"/>
            <a:ext cx="1270915" cy="27460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7A352B5-5F70-4660-85E9-C59CCEB19E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076329-D9CB-402F-87F4-978B81DA92AB}"/>
              </a:ext>
            </a:extLst>
          </p:cNvPr>
          <p:cNvSpPr txBox="1"/>
          <p:nvPr userDrawn="1"/>
        </p:nvSpPr>
        <p:spPr>
          <a:xfrm>
            <a:off x="11679391" y="6528458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4B8CF3B3-55EF-446B-AD6D-63382461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27985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B1538FD-2372-4749-8653-B342B03C381C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024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 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11679391" y="6519832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바닥글 개체 틀 4">
            <a:extLst>
              <a:ext uri="{FF2B5EF4-FFF2-40B4-BE49-F238E27FC236}">
                <a16:creationId xmlns:a16="http://schemas.microsoft.com/office/drawing/2014/main" id="{CE3FD8F2-C375-4565-8CA0-273C0E8A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9516" y="6519348"/>
            <a:ext cx="8712968" cy="268139"/>
          </a:xfrm>
        </p:spPr>
        <p:txBody>
          <a:bodyPr/>
          <a:lstStyle>
            <a:lvl1pPr algn="ctr">
              <a:defRPr sz="1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879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텍스트박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329024" y="628648"/>
            <a:ext cx="11521280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35360" y="108290"/>
            <a:ext cx="10972800" cy="4438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5CBE5F3-201D-4485-B451-4A671AB06AE2}"/>
              </a:ext>
            </a:extLst>
          </p:cNvPr>
          <p:cNvCxnSpPr>
            <a:cxnSpLocks/>
          </p:cNvCxnSpPr>
          <p:nvPr userDrawn="1"/>
        </p:nvCxnSpPr>
        <p:spPr>
          <a:xfrm>
            <a:off x="335360" y="548680"/>
            <a:ext cx="1152128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D8F35B81-0411-4BA1-A5A1-E930949D4A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1FED27-53F6-4777-907F-F8DBE1D34FA4}"/>
              </a:ext>
            </a:extLst>
          </p:cNvPr>
          <p:cNvSpPr txBox="1"/>
          <p:nvPr userDrawn="1"/>
        </p:nvSpPr>
        <p:spPr>
          <a:xfrm>
            <a:off x="11679391" y="6528458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바닥글 개체 틀 4">
            <a:extLst>
              <a:ext uri="{FF2B5EF4-FFF2-40B4-BE49-F238E27FC236}">
                <a16:creationId xmlns:a16="http://schemas.microsoft.com/office/drawing/2014/main" id="{9B51CA68-2E01-4290-A1C9-D07E4BA3F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27985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8DCB6CB-609A-48D4-A222-AEB9A1A35EA2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20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제목만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FDAC71-B89B-469A-8F29-956F5D0F3418}"/>
              </a:ext>
            </a:extLst>
          </p:cNvPr>
          <p:cNvSpPr/>
          <p:nvPr userDrawn="1"/>
        </p:nvSpPr>
        <p:spPr>
          <a:xfrm>
            <a:off x="0" y="-13990"/>
            <a:ext cx="12192000" cy="576064"/>
          </a:xfrm>
          <a:prstGeom prst="rect">
            <a:avLst/>
          </a:prstGeom>
          <a:solidFill>
            <a:srgbClr val="1E33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E10D368-B55C-4C70-88A8-DED907DFB2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998B31CE-7B8D-4C10-8A83-571ABE9BD7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353" y="3015378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B05DED02-2D7C-4A9C-9DC2-CE3789C3CBA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353" y="3015378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9FB16FB-F16A-49B9-AC1B-A777E70A6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0555"/>
            <a:ext cx="10441160" cy="56207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0F0F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2705B8-801F-46DB-B023-73ED6D95E7A4}"/>
              </a:ext>
            </a:extLst>
          </p:cNvPr>
          <p:cNvSpPr txBox="1"/>
          <p:nvPr userDrawn="1"/>
        </p:nvSpPr>
        <p:spPr>
          <a:xfrm>
            <a:off x="11730790" y="6617729"/>
            <a:ext cx="443127" cy="22757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바닥글 개체 틀 5">
            <a:extLst>
              <a:ext uri="{FF2B5EF4-FFF2-40B4-BE49-F238E27FC236}">
                <a16:creationId xmlns:a16="http://schemas.microsoft.com/office/drawing/2014/main" id="{5B58D994-B6BD-4309-98D9-ACF44C78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81973" y="6617729"/>
            <a:ext cx="5058643" cy="221087"/>
          </a:xfr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4" name="그림 3" descr="그래픽, 그래픽 디자인, 스크린샷, 텍스트이(가) 표시된 사진&#10;&#10;자동 생성된 설명">
            <a:extLst>
              <a:ext uri="{FF2B5EF4-FFF2-40B4-BE49-F238E27FC236}">
                <a16:creationId xmlns:a16="http://schemas.microsoft.com/office/drawing/2014/main" id="{7D94B59C-CF78-6478-7C35-B253D9255E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3" b="9491"/>
          <a:stretch/>
        </p:blipFill>
        <p:spPr>
          <a:xfrm>
            <a:off x="11492865" y="-13991"/>
            <a:ext cx="699135" cy="570531"/>
          </a:xfrm>
          <a:prstGeom prst="rect">
            <a:avLst/>
          </a:prstGeom>
        </p:spPr>
      </p:pic>
      <p:sp>
        <p:nvSpPr>
          <p:cNvPr id="3" name="텍스트 개체 틀 15">
            <a:extLst>
              <a:ext uri="{FF2B5EF4-FFF2-40B4-BE49-F238E27FC236}">
                <a16:creationId xmlns:a16="http://schemas.microsoft.com/office/drawing/2014/main" id="{1DAF98AF-10C4-2E6A-0288-629116172D18}"/>
              </a:ext>
            </a:extLst>
          </p:cNvPr>
          <p:cNvSpPr txBox="1">
            <a:spLocks/>
          </p:cNvSpPr>
          <p:nvPr userDrawn="1"/>
        </p:nvSpPr>
        <p:spPr>
          <a:xfrm>
            <a:off x="8487092" y="19184"/>
            <a:ext cx="3048591" cy="577990"/>
          </a:xfrm>
          <a:prstGeom prst="rect">
            <a:avLst/>
          </a:prstGeom>
        </p:spPr>
        <p:txBody>
          <a:bodyPr lIns="36000" tIns="0" rIns="36000" bIns="0" anchor="ctr"/>
          <a:lstStyle>
            <a:lvl1pPr marL="0" indent="0" algn="ctr" defTabSz="633062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  <a:defRPr sz="1800" b="1" kern="1200">
                <a:solidFill>
                  <a:srgbClr val="1E3373"/>
                </a:solidFill>
                <a:latin typeface="+mn-lt"/>
                <a:ea typeface="+mn-ea"/>
                <a:cs typeface="+mn-cs"/>
              </a:defRPr>
            </a:lvl1pPr>
            <a:lvl2pPr marL="514363" indent="-197832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1327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859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4390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0920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52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73983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90513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33062" rtl="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공력시뮬레이션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및 통합설계 연구실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633062" rtl="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Aerodynamic Design Optimization Lab.</a:t>
            </a:r>
          </a:p>
        </p:txBody>
      </p:sp>
    </p:spTree>
    <p:extLst>
      <p:ext uri="{BB962C8B-B14F-4D97-AF65-F5344CB8AC3E}">
        <p14:creationId xmlns:p14="http://schemas.microsoft.com/office/powerpoint/2010/main" val="54606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텍스트박스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8D15C9C-91EA-4CF4-BB22-C3180AB9C192}"/>
              </a:ext>
            </a:extLst>
          </p:cNvPr>
          <p:cNvSpPr/>
          <p:nvPr userDrawn="1"/>
        </p:nvSpPr>
        <p:spPr>
          <a:xfrm>
            <a:off x="0" y="-13990"/>
            <a:ext cx="12192000" cy="576064"/>
          </a:xfrm>
          <a:prstGeom prst="rect">
            <a:avLst/>
          </a:prstGeom>
          <a:solidFill>
            <a:srgbClr val="1E33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69486" y="628830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98DB575B-1DD5-4341-BF47-5800AC04B2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1EE934B5-0560-4558-95E6-C9DBE427829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4BF39A93-2929-4AB7-B494-9DA07C7E05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6DAA6-1AD3-4439-997C-0C67595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6" y="0"/>
            <a:ext cx="10563018" cy="56207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0F0F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79B8E4-7D8C-4964-9474-AD9A3D2AAAB8}"/>
              </a:ext>
            </a:extLst>
          </p:cNvPr>
          <p:cNvSpPr txBox="1"/>
          <p:nvPr userDrawn="1"/>
        </p:nvSpPr>
        <p:spPr>
          <a:xfrm>
            <a:off x="11730790" y="6617729"/>
            <a:ext cx="443127" cy="22757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바닥글 개체 틀 5">
            <a:extLst>
              <a:ext uri="{FF2B5EF4-FFF2-40B4-BE49-F238E27FC236}">
                <a16:creationId xmlns:a16="http://schemas.microsoft.com/office/drawing/2014/main" id="{026A9CF2-532D-46A6-94CF-0BA0AEBB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81973" y="6617729"/>
            <a:ext cx="5058643" cy="221087"/>
          </a:xfr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85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좌제목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C72AC2E-63E2-4BDF-9267-C583416B5E9D}"/>
              </a:ext>
            </a:extLst>
          </p:cNvPr>
          <p:cNvSpPr/>
          <p:nvPr userDrawn="1"/>
        </p:nvSpPr>
        <p:spPr>
          <a:xfrm>
            <a:off x="0" y="0"/>
            <a:ext cx="2622430" cy="6858000"/>
          </a:xfrm>
          <a:prstGeom prst="rect">
            <a:avLst/>
          </a:prstGeom>
          <a:solidFill>
            <a:srgbClr val="1E337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2639617" y="42469"/>
            <a:ext cx="9289031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A87D8D0A-099C-4FFD-94CB-C170D7B1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7275" y="3618718"/>
            <a:ext cx="1967880" cy="530363"/>
          </a:xfrm>
        </p:spPr>
        <p:txBody>
          <a:bodyPr/>
          <a:lstStyle>
            <a:lvl1pPr>
              <a:defRPr sz="1000">
                <a:solidFill>
                  <a:srgbClr val="F0F0F2"/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0" y="283718"/>
            <a:ext cx="2639616" cy="2425202"/>
          </a:xfrm>
          <a:noFill/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2400">
                <a:solidFill>
                  <a:srgbClr val="F0F0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971935" y="6574282"/>
            <a:ext cx="67856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0F0F2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82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강조_텍스트박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69486" y="764360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3" name="직선 연결선 12"/>
          <p:cNvCxnSpPr>
            <a:cxnSpLocks/>
          </p:cNvCxnSpPr>
          <p:nvPr userDrawn="1"/>
        </p:nvCxnSpPr>
        <p:spPr>
          <a:xfrm>
            <a:off x="2" y="638266"/>
            <a:ext cx="1220046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제목 10">
            <a:extLst>
              <a:ext uri="{FF2B5EF4-FFF2-40B4-BE49-F238E27FC236}">
                <a16:creationId xmlns:a16="http://schemas.microsoft.com/office/drawing/2014/main" id="{E7812EE4-D319-4C39-9A7B-0738EA83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3533" cy="628830"/>
          </a:xfrm>
          <a:solidFill>
            <a:srgbClr val="396499"/>
          </a:solidFill>
          <a:ln>
            <a:solidFill>
              <a:srgbClr val="396499"/>
            </a:solidFill>
          </a:ln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슬라이드 번호 개체 틀 7">
            <a:extLst>
              <a:ext uri="{FF2B5EF4-FFF2-40B4-BE49-F238E27FC236}">
                <a16:creationId xmlns:a16="http://schemas.microsoft.com/office/drawing/2014/main" id="{53F89311-B4EF-4883-9957-039F10C35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861" y="6453340"/>
            <a:ext cx="2844800" cy="309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B192EC6C-8783-4515-9F1B-A0AB1D2E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114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>
          <a:xfrm>
            <a:off x="4165600" y="6473233"/>
            <a:ext cx="3860800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제목 개체 틀 6"/>
          <p:cNvSpPr>
            <a:spLocks noGrp="1"/>
          </p:cNvSpPr>
          <p:nvPr>
            <p:ph type="title"/>
          </p:nvPr>
        </p:nvSpPr>
        <p:spPr>
          <a:xfrm>
            <a:off x="144712" y="94860"/>
            <a:ext cx="109728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ko-KR" altLang="en-US" dirty="0"/>
              <a:t>마스터 제목 스타일 편집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95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633062" rtl="0" eaLnBrk="1" latinLnBrk="1" hangingPunct="1">
        <a:spcBef>
          <a:spcPct val="0"/>
        </a:spcBef>
        <a:buNone/>
        <a:defRPr lang="ko-KR" altLang="en-US" sz="1661" b="1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37398" indent="-237398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216" kern="1200">
          <a:solidFill>
            <a:schemeClr val="tx1"/>
          </a:solidFill>
          <a:latin typeface="+mn-lt"/>
          <a:ea typeface="+mn-ea"/>
          <a:cs typeface="+mn-cs"/>
        </a:defRPr>
      </a:lvl1pPr>
      <a:lvl2pPr marL="514363" indent="-197832" algn="l" defTabSz="633062" rtl="0" eaLnBrk="1" latinLnBrk="1" hangingPunct="1">
        <a:spcBef>
          <a:spcPct val="20000"/>
        </a:spcBef>
        <a:buFont typeface="Arial" panose="020B0604020202020204" pitchFamily="34" charset="0"/>
        <a:buChar char="–"/>
        <a:defRPr sz="1939" kern="1200">
          <a:solidFill>
            <a:schemeClr val="tx1"/>
          </a:solidFill>
          <a:latin typeface="+mn-lt"/>
          <a:ea typeface="+mn-ea"/>
          <a:cs typeface="+mn-cs"/>
        </a:defRPr>
      </a:lvl2pPr>
      <a:lvl3pPr marL="791327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661" kern="1200">
          <a:solidFill>
            <a:schemeClr val="tx1"/>
          </a:solidFill>
          <a:latin typeface="+mn-lt"/>
          <a:ea typeface="+mn-ea"/>
          <a:cs typeface="+mn-cs"/>
        </a:defRPr>
      </a:lvl3pPr>
      <a:lvl4pPr marL="1107859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–"/>
        <a:defRPr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24390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»"/>
        <a:defRPr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40920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373983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690513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531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062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49593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124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2655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899186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5717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2248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chart" Target="../charts/char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chart" Target="../charts/chart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chart" Target="../charts/chart3.xml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ogeuns/CFD_Class_Lecture.gi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7368" y="385711"/>
            <a:ext cx="11377264" cy="1687273"/>
          </a:xfrm>
        </p:spPr>
        <p:txBody>
          <a:bodyPr/>
          <a:lstStyle/>
          <a:p>
            <a:pPr algn="ctr">
              <a:defRPr/>
            </a:pPr>
            <a:r>
              <a:rPr lang="en-US" altLang="ko-KR" sz="2800" dirty="0"/>
              <a:t>SU2 </a:t>
            </a:r>
            <a:r>
              <a:rPr lang="ko-KR" altLang="en-US" sz="2800" dirty="0"/>
              <a:t>보고서 </a:t>
            </a:r>
            <a:r>
              <a:rPr lang="en-US" altLang="ko-KR" sz="2800" dirty="0"/>
              <a:t>(10</a:t>
            </a:r>
            <a:r>
              <a:rPr lang="ko-KR" altLang="en-US" sz="2800" dirty="0"/>
              <a:t>주차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b="0" dirty="0"/>
              <a:t>Unconstrained shape design of a transonic inviscid airfoil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2908171" y="3707911"/>
            <a:ext cx="6375658" cy="1818089"/>
          </a:xfrm>
        </p:spPr>
        <p:txBody>
          <a:bodyPr/>
          <a:lstStyle/>
          <a:p>
            <a:pPr lvl="0">
              <a:defRPr/>
            </a:pPr>
            <a:r>
              <a:rPr lang="ko-KR" altLang="en-US" dirty="0" err="1"/>
              <a:t>전산유체</a:t>
            </a:r>
            <a:r>
              <a:rPr lang="ko-KR" altLang="en-US" dirty="0"/>
              <a:t> 해석 실습</a:t>
            </a:r>
          </a:p>
          <a:p>
            <a:pPr lvl="0">
              <a:defRPr/>
            </a:pPr>
            <a:r>
              <a:rPr lang="ko-KR" altLang="en-US" dirty="0"/>
              <a:t>청주대학교 항공기계공학과</a:t>
            </a:r>
            <a:endParaRPr lang="en-US" altLang="ko-KR" dirty="0"/>
          </a:p>
          <a:p>
            <a:pPr lvl="0">
              <a:defRPr/>
            </a:pPr>
            <a:r>
              <a:rPr lang="ko-KR" altLang="en-US" dirty="0"/>
              <a:t>지도교수</a:t>
            </a:r>
            <a:r>
              <a:rPr lang="en-US" altLang="ko-KR" dirty="0"/>
              <a:t>: </a:t>
            </a:r>
            <a:r>
              <a:rPr lang="ko-KR" altLang="en-US" dirty="0" err="1"/>
              <a:t>임동균</a:t>
            </a:r>
            <a:r>
              <a:rPr lang="ko-KR" altLang="en-US" dirty="0"/>
              <a:t> 교수님</a:t>
            </a:r>
          </a:p>
          <a:p>
            <a:pPr lvl="0">
              <a:defRPr/>
            </a:pPr>
            <a:r>
              <a:rPr lang="en-US" altLang="ko-KR" dirty="0"/>
              <a:t>Due: Dec. 05, 2025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61710" t="77010" r="11920" b="13340"/>
          <a:stretch>
            <a:fillRect/>
          </a:stretch>
        </p:blipFill>
        <p:spPr>
          <a:xfrm>
            <a:off x="5205411" y="5900788"/>
            <a:ext cx="1781175" cy="571501"/>
          </a:xfrm>
          <a:prstGeom prst="rect">
            <a:avLst/>
          </a:prstGeom>
        </p:spPr>
      </p:pic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2908171" y="2723103"/>
            <a:ext cx="6375658" cy="1243734"/>
          </a:xfrm>
        </p:spPr>
        <p:txBody>
          <a:bodyPr/>
          <a:lstStyle/>
          <a:p>
            <a:pPr marL="0" lvl="0" indent="0" algn="ctr" defTabSz="633062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ko-KR" altLang="en-US" sz="2300" dirty="0">
                <a:solidFill>
                  <a:srgbClr val="1E3373"/>
                </a:solidFill>
                <a:latin typeface="맑은 고딕"/>
                <a:ea typeface="맑은 고딕"/>
                <a:cs typeface="맑은 고딕"/>
              </a:rPr>
              <a:t>서 보 근</a:t>
            </a:r>
            <a:br>
              <a:rPr kumimoji="0" lang="en-US" altLang="ko-KR" sz="2300" b="1" i="0" u="none" strike="noStrike" kern="1200" cap="none" spc="0" normalizeH="0" baseline="0" dirty="0">
                <a:solidFill>
                  <a:srgbClr val="1E3373"/>
                </a:solidFill>
                <a:latin typeface="맑은 고딕"/>
                <a:ea typeface="맑은 고딕"/>
                <a:cs typeface="맑은 고딕"/>
              </a:rPr>
            </a:br>
            <a:endParaRPr kumimoji="0" lang="ko-KR" altLang="en-US" sz="2300" b="1" i="0" u="none" strike="noStrike" kern="1200" cap="none" spc="0" normalizeH="0" baseline="0" dirty="0">
              <a:solidFill>
                <a:srgbClr val="1E337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ECFF55-7FD3-FA6A-232A-4DACB1C7DC4F}"/>
              </a:ext>
            </a:extLst>
          </p:cNvPr>
          <p:cNvSpPr txBox="1"/>
          <p:nvPr/>
        </p:nvSpPr>
        <p:spPr>
          <a:xfrm>
            <a:off x="0" y="6627168"/>
            <a:ext cx="3503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Chat GPT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80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A29D4-A9A1-48E5-70E1-E202800E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9F554F9-66B9-3EDF-FA41-B5087015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Unconstrained shape design of a transonic inviscid airfoil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8BE0C6-1220-31AF-BC49-65BE82E6228E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최적 설계 과정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AB892-DCEF-0015-BEB4-3E9E72AAA904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REF</a:t>
            </a:r>
          </a:p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Fig [1]: su2 tutorial, access 27,Nov. 2025, https://su2code.github.io/tutorials/Inviscid_2D_Unconstrained_NACA0012/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8094920-F774-97DD-3EE8-3493699D2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300834"/>
              </p:ext>
            </p:extLst>
          </p:nvPr>
        </p:nvGraphicFramePr>
        <p:xfrm>
          <a:off x="5373278" y="845754"/>
          <a:ext cx="6759019" cy="5642915"/>
        </p:xfrm>
        <a:graphic>
          <a:graphicData uri="http://schemas.openxmlformats.org/drawingml/2006/table">
            <a:tbl>
              <a:tblPr/>
              <a:tblGrid>
                <a:gridCol w="1498862">
                  <a:extLst>
                    <a:ext uri="{9D8B030D-6E8A-4147-A177-3AD203B41FA5}">
                      <a16:colId xmlns:a16="http://schemas.microsoft.com/office/drawing/2014/main" val="1827059080"/>
                    </a:ext>
                  </a:extLst>
                </a:gridCol>
                <a:gridCol w="1932495">
                  <a:extLst>
                    <a:ext uri="{9D8B030D-6E8A-4147-A177-3AD203B41FA5}">
                      <a16:colId xmlns:a16="http://schemas.microsoft.com/office/drawing/2014/main" val="470340857"/>
                    </a:ext>
                  </a:extLst>
                </a:gridCol>
                <a:gridCol w="1640264">
                  <a:extLst>
                    <a:ext uri="{9D8B030D-6E8A-4147-A177-3AD203B41FA5}">
                      <a16:colId xmlns:a16="http://schemas.microsoft.com/office/drawing/2014/main" val="836755014"/>
                    </a:ext>
                  </a:extLst>
                </a:gridCol>
                <a:gridCol w="1687398">
                  <a:extLst>
                    <a:ext uri="{9D8B030D-6E8A-4147-A177-3AD203B41FA5}">
                      <a16:colId xmlns:a16="http://schemas.microsoft.com/office/drawing/2014/main" val="2531656317"/>
                    </a:ext>
                  </a:extLst>
                </a:gridCol>
              </a:tblGrid>
              <a:tr h="519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단계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결과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내용</a:t>
                      </a:r>
                      <a:endParaRPr lang="en-US" alt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정리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119270"/>
                  </a:ext>
                </a:extLst>
              </a:tr>
              <a:tr h="731856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000" b="1" dirty="0"/>
                        <a:t>Baseline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00" b="1" dirty="0"/>
                        <a:t>Geometry/Mesh</a:t>
                      </a:r>
                      <a:endParaRPr 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 dirty="0"/>
                        <a:t>초기 형상</a:t>
                      </a:r>
                      <a:r>
                        <a:rPr lang="en-US" altLang="ko-KR" sz="950" dirty="0"/>
                        <a:t>·</a:t>
                      </a:r>
                      <a:r>
                        <a:rPr lang="ko-KR" altLang="en-US" sz="950" dirty="0"/>
                        <a:t>격자 준비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 dirty="0"/>
                        <a:t>시작점을 잡아야 비교</a:t>
                      </a:r>
                      <a:r>
                        <a:rPr lang="en-US" altLang="ko-KR" sz="950" dirty="0"/>
                        <a:t>·</a:t>
                      </a:r>
                      <a:r>
                        <a:rPr lang="ko-KR" altLang="en-US" sz="950" dirty="0"/>
                        <a:t>개선이 가능함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 dirty="0"/>
                        <a:t>기준 모델 </a:t>
                      </a:r>
                      <a:r>
                        <a:rPr lang="en-US" altLang="ko-KR" sz="950" dirty="0"/>
                        <a:t>+ </a:t>
                      </a:r>
                      <a:r>
                        <a:rPr lang="ko-KR" altLang="en-US" sz="950" dirty="0"/>
                        <a:t>격자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944963"/>
                  </a:ext>
                </a:extLst>
              </a:tr>
              <a:tr h="731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2. Geometry </a:t>
                      </a:r>
                    </a:p>
                    <a:p>
                      <a:pPr>
                        <a:buNone/>
                      </a:pPr>
                      <a:r>
                        <a:rPr lang="en-US" sz="1000" b="1" dirty="0"/>
                        <a:t>Deformation</a:t>
                      </a:r>
                      <a:endParaRPr 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 dirty="0"/>
                        <a:t>형상이 조금씩 변형된 새 모델 생성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/>
                        <a:t>설계변수</a:t>
                      </a:r>
                      <a:r>
                        <a:rPr lang="en-US" altLang="ko-KR" sz="950"/>
                        <a:t>(x)</a:t>
                      </a:r>
                      <a:r>
                        <a:rPr lang="ko-KR" altLang="en-US" sz="950"/>
                        <a:t>가 바뀌면 형상도 바뀜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 dirty="0"/>
                        <a:t>설계변수 기반 형상 수정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633809"/>
                  </a:ext>
                </a:extLst>
              </a:tr>
              <a:tr h="731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3. Mesh Deformation</a:t>
                      </a:r>
                      <a:endParaRPr 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/>
                        <a:t>기존 격자를 따라 변형 → 새 형상에 맞는 격자 생성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 dirty="0"/>
                        <a:t>매번 새로 격자를 만들기엔 비용이 너무 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/>
                        <a:t>격자 재생성 대신 “변형”만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281004"/>
                  </a:ext>
                </a:extLst>
              </a:tr>
              <a:tr h="731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4. Analysis (CFD)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/>
                        <a:t>현재 형상 기준의 </a:t>
                      </a:r>
                      <a:r>
                        <a:rPr lang="en-US" altLang="ko-KR" sz="950"/>
                        <a:t>J(</a:t>
                      </a:r>
                      <a:r>
                        <a:rPr lang="ko-KR" altLang="en-US" sz="950"/>
                        <a:t>성능지표</a:t>
                      </a:r>
                      <a:r>
                        <a:rPr lang="en-US" altLang="ko-KR" sz="950"/>
                        <a:t>: </a:t>
                      </a:r>
                      <a:r>
                        <a:rPr lang="ko-KR" altLang="en-US" sz="950"/>
                        <a:t>드래그</a:t>
                      </a:r>
                      <a:r>
                        <a:rPr lang="en-US" altLang="ko-KR" sz="950"/>
                        <a:t>, </a:t>
                      </a:r>
                      <a:r>
                        <a:rPr lang="ko-KR" altLang="en-US" sz="950"/>
                        <a:t>리프트 등</a:t>
                      </a:r>
                      <a:r>
                        <a:rPr lang="en-US" altLang="ko-KR" sz="950"/>
                        <a:t>) </a:t>
                      </a:r>
                      <a:r>
                        <a:rPr lang="ko-KR" altLang="en-US" sz="950"/>
                        <a:t>계산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 dirty="0"/>
                        <a:t>변형된 형상의 공력 성능을 알아야 최적화 가능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>Navier–Stokes or Euler </a:t>
                      </a:r>
                      <a:r>
                        <a:rPr lang="ko-KR" altLang="en-US" sz="950" dirty="0"/>
                        <a:t>해석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127859"/>
                  </a:ext>
                </a:extLst>
              </a:tr>
              <a:tr h="1013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5. Sensitivity Analysis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50"/>
                        <a:t>J</a:t>
                      </a:r>
                      <a:r>
                        <a:rPr lang="ko-KR" altLang="en-US" sz="950"/>
                        <a:t>가 어떻게 변하는지</a:t>
                      </a:r>
                      <a:r>
                        <a:rPr lang="en-US" altLang="ko-KR" sz="950"/>
                        <a:t>(∂J/∂x) </a:t>
                      </a:r>
                      <a:r>
                        <a:rPr lang="ko-KR" altLang="en-US" sz="950"/>
                        <a:t>계산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 dirty="0"/>
                        <a:t>성능이 설계변수에 얼마나 민감한지 알아야 ‘어디를 어떻게’ 바꿀지 결정 가능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>Adjoint solver</a:t>
                      </a:r>
                      <a:r>
                        <a:rPr lang="ko-KR" altLang="en-US" sz="950" dirty="0"/>
                        <a:t>로 계산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63579"/>
                  </a:ext>
                </a:extLst>
              </a:tr>
              <a:tr h="731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6. Optimizer Update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/>
                        <a:t>새 설계변수 </a:t>
                      </a:r>
                      <a:r>
                        <a:rPr lang="en-US" altLang="ko-KR" sz="950"/>
                        <a:t>x </a:t>
                      </a:r>
                      <a:r>
                        <a:rPr lang="ko-KR" altLang="en-US" sz="950"/>
                        <a:t>업데이트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 dirty="0"/>
                        <a:t>더 좋은 방향으로 이동해야 </a:t>
                      </a:r>
                      <a:r>
                        <a:rPr lang="en-US" altLang="ko-KR" sz="950" dirty="0"/>
                        <a:t>J </a:t>
                      </a:r>
                      <a:r>
                        <a:rPr lang="ko-KR" altLang="en-US" sz="950" dirty="0"/>
                        <a:t>최소화</a:t>
                      </a:r>
                      <a:r>
                        <a:rPr lang="en-US" altLang="ko-KR" sz="950" dirty="0"/>
                        <a:t>/</a:t>
                      </a:r>
                      <a:r>
                        <a:rPr lang="ko-KR" altLang="en-US" sz="950" dirty="0"/>
                        <a:t>최대화 가능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 dirty="0"/>
                        <a:t>경사 기반 알고리즘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67470"/>
                  </a:ext>
                </a:extLst>
              </a:tr>
              <a:tr h="450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7. Converged?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/>
                        <a:t>수렴 판단 → 종료 </a:t>
                      </a:r>
                      <a:r>
                        <a:rPr lang="en-US" altLang="ko-KR" sz="950"/>
                        <a:t>or </a:t>
                      </a:r>
                      <a:r>
                        <a:rPr lang="ko-KR" altLang="en-US" sz="950"/>
                        <a:t>반복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50"/>
                        <a:t>개선이 거의 없으면 멈춤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50" dirty="0"/>
                        <a:t>x*, J* </a:t>
                      </a:r>
                      <a:r>
                        <a:rPr lang="ko-KR" altLang="en-US" sz="950" dirty="0"/>
                        <a:t>산출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531921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D02056FA-128F-C160-56BF-BD02CA55E755}"/>
              </a:ext>
            </a:extLst>
          </p:cNvPr>
          <p:cNvGrpSpPr/>
          <p:nvPr/>
        </p:nvGrpSpPr>
        <p:grpSpPr>
          <a:xfrm>
            <a:off x="256585" y="1500430"/>
            <a:ext cx="4855276" cy="4049882"/>
            <a:chOff x="400403" y="1615846"/>
            <a:chExt cx="4855276" cy="404988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610FD8F-A21C-7AD9-DF0B-EF1BBF20D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0403" y="1615846"/>
              <a:ext cx="4855276" cy="38190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DD27F0-AE0B-2D34-8A50-D78418C78430}"/>
                </a:ext>
              </a:extLst>
            </p:cNvPr>
            <p:cNvSpPr txBox="1"/>
            <p:nvPr/>
          </p:nvSpPr>
          <p:spPr>
            <a:xfrm>
              <a:off x="2688210" y="5434896"/>
              <a:ext cx="25674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</a:rPr>
                <a:t>Fig. 1 Unconstrained shape design flow chart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799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32C0-AAC8-ED54-003E-30EECA944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5EFCA47-414B-8901-CD69-3E16D5F1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해석</a:t>
            </a:r>
            <a:r>
              <a:rPr lang="en-US" altLang="ko-KR" dirty="0"/>
              <a:t> </a:t>
            </a:r>
            <a:r>
              <a:rPr lang="ko-KR" altLang="en-US" dirty="0"/>
              <a:t>결과 </a:t>
            </a:r>
            <a:r>
              <a:rPr lang="en-US" altLang="ko-KR" dirty="0"/>
              <a:t>(Pressure coefficient </a:t>
            </a:r>
            <a:r>
              <a:rPr lang="ko-KR" altLang="en-US" dirty="0"/>
              <a:t>해석</a:t>
            </a:r>
            <a:r>
              <a:rPr lang="en-US" altLang="ko-KR" dirty="0"/>
              <a:t>)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6E8E4F-AA7C-CA05-C5B6-92B554132D41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결과</a:t>
            </a:r>
            <a:endParaRPr lang="en-US" sz="2000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84E07144-EE0E-A83C-7BD5-7CA867EF2E0D}"/>
              </a:ext>
            </a:extLst>
          </p:cNvPr>
          <p:cNvGrpSpPr/>
          <p:nvPr/>
        </p:nvGrpSpPr>
        <p:grpSpPr>
          <a:xfrm>
            <a:off x="6096000" y="1016962"/>
            <a:ext cx="6096000" cy="4031559"/>
            <a:chOff x="4065013" y="-48736"/>
            <a:chExt cx="6971590" cy="4610625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A3F679FB-AE1E-99A6-B903-FFCAA66E85F5}"/>
                </a:ext>
              </a:extLst>
            </p:cNvPr>
            <p:cNvGrpSpPr/>
            <p:nvPr/>
          </p:nvGrpSpPr>
          <p:grpSpPr>
            <a:xfrm>
              <a:off x="4380443" y="2732155"/>
              <a:ext cx="6554649" cy="1191755"/>
              <a:chOff x="4380443" y="2732155"/>
              <a:chExt cx="6554649" cy="1191755"/>
            </a:xfrm>
          </p:grpSpPr>
          <p:pic>
            <p:nvPicPr>
              <p:cNvPr id="17" name="그림 16" descr="다채로움, 어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AECDB5D0-E081-A872-C5AC-D892B8FFC6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43079" y="2871954"/>
                <a:ext cx="6354305" cy="1008248"/>
              </a:xfrm>
              <a:prstGeom prst="rect">
                <a:avLst/>
              </a:prstGeom>
            </p:spPr>
          </p:pic>
          <p:pic>
            <p:nvPicPr>
              <p:cNvPr id="19" name="그림 18" descr="블랙, 스크린샷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436950E6-36F0-0A5C-9E2D-92C157D43C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80443" y="2732155"/>
                <a:ext cx="6554649" cy="1191755"/>
              </a:xfrm>
              <a:prstGeom prst="rect">
                <a:avLst/>
              </a:prstGeom>
            </p:spPr>
          </p:pic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1456FFCE-626A-D630-0473-D1971BCB988B}"/>
                </a:ext>
              </a:extLst>
            </p:cNvPr>
            <p:cNvGrpSpPr/>
            <p:nvPr/>
          </p:nvGrpSpPr>
          <p:grpSpPr>
            <a:xfrm>
              <a:off x="4065013" y="-48736"/>
              <a:ext cx="6971590" cy="4610625"/>
              <a:chOff x="256584" y="1237267"/>
              <a:chExt cx="6971590" cy="4610625"/>
            </a:xfrm>
          </p:grpSpPr>
          <p:graphicFrame>
            <p:nvGraphicFramePr>
              <p:cNvPr id="11" name="차트 10">
                <a:extLst>
                  <a:ext uri="{FF2B5EF4-FFF2-40B4-BE49-F238E27FC236}">
                    <a16:creationId xmlns:a16="http://schemas.microsoft.com/office/drawing/2014/main" id="{79CB6B82-5096-4AF8-88B3-A7B227AA530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56820646"/>
                  </p:ext>
                </p:extLst>
              </p:nvPr>
            </p:nvGraphicFramePr>
            <p:xfrm>
              <a:off x="256584" y="1237267"/>
              <a:ext cx="6940485" cy="416429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CA29407E-CA14-6064-6D9A-05DDE98A3B4D}"/>
                  </a:ext>
                </a:extLst>
              </p:cNvPr>
              <p:cNvGrpSpPr/>
              <p:nvPr/>
            </p:nvGrpSpPr>
            <p:grpSpPr>
              <a:xfrm>
                <a:off x="5759777" y="5295256"/>
                <a:ext cx="1468397" cy="552636"/>
                <a:chOff x="6160416" y="5362185"/>
                <a:chExt cx="1468397" cy="552636"/>
              </a:xfrm>
            </p:grpSpPr>
            <p:grpSp>
              <p:nvGrpSpPr>
                <p:cNvPr id="28" name="그룹 27">
                  <a:extLst>
                    <a:ext uri="{FF2B5EF4-FFF2-40B4-BE49-F238E27FC236}">
                      <a16:creationId xmlns:a16="http://schemas.microsoft.com/office/drawing/2014/main" id="{BE694753-DDD3-0311-8719-4E2827903005}"/>
                    </a:ext>
                  </a:extLst>
                </p:cNvPr>
                <p:cNvGrpSpPr/>
                <p:nvPr/>
              </p:nvGrpSpPr>
              <p:grpSpPr>
                <a:xfrm>
                  <a:off x="6160416" y="5362185"/>
                  <a:ext cx="1468397" cy="263987"/>
                  <a:chOff x="6160416" y="5362185"/>
                  <a:chExt cx="1468397" cy="263987"/>
                </a:xfrm>
              </p:grpSpPr>
              <p:cxnSp>
                <p:nvCxnSpPr>
                  <p:cNvPr id="23" name="직선 연결선 22">
                    <a:extLst>
                      <a:ext uri="{FF2B5EF4-FFF2-40B4-BE49-F238E27FC236}">
                        <a16:creationId xmlns:a16="http://schemas.microsoft.com/office/drawing/2014/main" id="{DF2ECC37-0B95-58D6-6CD3-F30568B3D4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60416" y="5495827"/>
                    <a:ext cx="447773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E0B343B0-BAE0-F2BA-B762-2A5AD5CAA50F}"/>
                      </a:ext>
                    </a:extLst>
                  </p:cNvPr>
                  <p:cNvSpPr txBox="1"/>
                  <p:nvPr/>
                </p:nvSpPr>
                <p:spPr>
                  <a:xfrm>
                    <a:off x="6726024" y="5362185"/>
                    <a:ext cx="902789" cy="2639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900" dirty="0"/>
                      <a:t>NACA</a:t>
                    </a:r>
                    <a:r>
                      <a:rPr lang="ko-KR" altLang="en-US" sz="900" dirty="0"/>
                      <a:t> </a:t>
                    </a:r>
                    <a:r>
                      <a:rPr lang="en-US" altLang="ko-KR" sz="900" dirty="0"/>
                      <a:t>0012</a:t>
                    </a:r>
                    <a:endParaRPr lang="ko-KR" altLang="en-US" sz="900" dirty="0"/>
                  </a:p>
                </p:txBody>
              </p:sp>
            </p:grpSp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C0C801D9-A810-5FAD-F4BE-0BC80E16AC1F}"/>
                    </a:ext>
                  </a:extLst>
                </p:cNvPr>
                <p:cNvGrpSpPr/>
                <p:nvPr/>
              </p:nvGrpSpPr>
              <p:grpSpPr>
                <a:xfrm>
                  <a:off x="6160416" y="5650834"/>
                  <a:ext cx="1468397" cy="263987"/>
                  <a:chOff x="6160416" y="5650834"/>
                  <a:chExt cx="1468397" cy="263987"/>
                </a:xfrm>
              </p:grpSpPr>
              <p:cxnSp>
                <p:nvCxnSpPr>
                  <p:cNvPr id="25" name="직선 연결선 24">
                    <a:extLst>
                      <a:ext uri="{FF2B5EF4-FFF2-40B4-BE49-F238E27FC236}">
                        <a16:creationId xmlns:a16="http://schemas.microsoft.com/office/drawing/2014/main" id="{3C940496-FE3F-9F92-CE1B-4FD2611F21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60416" y="5770776"/>
                    <a:ext cx="447773" cy="0"/>
                  </a:xfrm>
                  <a:prstGeom prst="line">
                    <a:avLst/>
                  </a:prstGeom>
                  <a:ln>
                    <a:solidFill>
                      <a:srgbClr val="C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0217B8A5-9383-A6D1-DA12-535C1E089CC0}"/>
                      </a:ext>
                    </a:extLst>
                  </p:cNvPr>
                  <p:cNvSpPr txBox="1"/>
                  <p:nvPr/>
                </p:nvSpPr>
                <p:spPr>
                  <a:xfrm>
                    <a:off x="6726024" y="5650834"/>
                    <a:ext cx="902789" cy="2639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900" dirty="0"/>
                      <a:t>Optimized</a:t>
                    </a:r>
                    <a:endParaRPr lang="ko-KR" altLang="en-US" sz="900" dirty="0"/>
                  </a:p>
                </p:txBody>
              </p:sp>
            </p:grpSp>
          </p:grp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E9EE1D00-2625-15AE-3FEC-1123A20153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3720" y="1611984"/>
                <a:ext cx="0" cy="3318235"/>
              </a:xfrm>
              <a:prstGeom prst="line">
                <a:avLst/>
              </a:prstGeom>
              <a:ln w="28575">
                <a:solidFill>
                  <a:srgbClr val="002060">
                    <a:alpha val="50000"/>
                  </a:srgb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69E1CB7E-11A7-B522-958B-39264E0E7E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4921" y="2205872"/>
                <a:ext cx="0" cy="2799761"/>
              </a:xfrm>
              <a:prstGeom prst="line">
                <a:avLst/>
              </a:prstGeom>
              <a:ln w="28575">
                <a:solidFill>
                  <a:srgbClr val="002060">
                    <a:alpha val="50000"/>
                  </a:srgb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66C152A-AC6E-5A67-01D3-827704CB8767}"/>
              </a:ext>
            </a:extLst>
          </p:cNvPr>
          <p:cNvSpPr txBox="1"/>
          <p:nvPr/>
        </p:nvSpPr>
        <p:spPr>
          <a:xfrm>
            <a:off x="279184" y="1045809"/>
            <a:ext cx="5816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최적화된 형상은 원래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 ≈ 0.61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부근에서 발생하던 충격파가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 ≈ 0.49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로 전진하면서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조파항력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(Shock-induced drag)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 눈에 띄게 감소함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하지만 전체적으로 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Cp     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분포가 낮아지는 형태를 보이면서 양력 손실이 동시에 나타남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92A01325-B83D-4D3A-5C2C-1C2CF4CCB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366914"/>
              </p:ext>
            </p:extLst>
          </p:nvPr>
        </p:nvGraphicFramePr>
        <p:xfrm>
          <a:off x="121734" y="2033313"/>
          <a:ext cx="6147091" cy="2531980"/>
        </p:xfrm>
        <a:graphic>
          <a:graphicData uri="http://schemas.openxmlformats.org/drawingml/2006/table">
            <a:tbl>
              <a:tblPr/>
              <a:tblGrid>
                <a:gridCol w="974067">
                  <a:extLst>
                    <a:ext uri="{9D8B030D-6E8A-4147-A177-3AD203B41FA5}">
                      <a16:colId xmlns:a16="http://schemas.microsoft.com/office/drawing/2014/main" val="2305820846"/>
                    </a:ext>
                  </a:extLst>
                </a:gridCol>
                <a:gridCol w="1428562">
                  <a:extLst>
                    <a:ext uri="{9D8B030D-6E8A-4147-A177-3AD203B41FA5}">
                      <a16:colId xmlns:a16="http://schemas.microsoft.com/office/drawing/2014/main" val="1554310500"/>
                    </a:ext>
                  </a:extLst>
                </a:gridCol>
                <a:gridCol w="1423448">
                  <a:extLst>
                    <a:ext uri="{9D8B030D-6E8A-4147-A177-3AD203B41FA5}">
                      <a16:colId xmlns:a16="http://schemas.microsoft.com/office/drawing/2014/main" val="3928279894"/>
                    </a:ext>
                  </a:extLst>
                </a:gridCol>
                <a:gridCol w="2321014">
                  <a:extLst>
                    <a:ext uri="{9D8B030D-6E8A-4147-A177-3AD203B41FA5}">
                      <a16:colId xmlns:a16="http://schemas.microsoft.com/office/drawing/2014/main" val="702088017"/>
                    </a:ext>
                  </a:extLst>
                </a:gridCol>
              </a:tblGrid>
              <a:tr h="3887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/>
                        <a:t>항목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NACA 0012 </a:t>
                      </a:r>
                    </a:p>
                    <a:p>
                      <a:pPr algn="ctr">
                        <a:buNone/>
                      </a:pPr>
                      <a:r>
                        <a:rPr lang="en-US" sz="1200" dirty="0"/>
                        <a:t>(Baseline)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Optimized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/>
                        <a:t>해석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305358"/>
                  </a:ext>
                </a:extLst>
              </a:tr>
              <a:tr h="47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Shock </a:t>
                      </a:r>
                      <a:r>
                        <a:rPr lang="ko-KR" altLang="en-US" sz="1000" dirty="0"/>
                        <a:t>위치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x ≈ 0.61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x ≈ 0.49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충격파 전진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-US" sz="1000" dirty="0"/>
                        <a:t>shock strength </a:t>
                      </a:r>
                      <a:r>
                        <a:rPr lang="ko-KR" altLang="en-US" sz="1000" dirty="0"/>
                        <a:t>감소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011722"/>
                  </a:ext>
                </a:extLst>
              </a:tr>
              <a:tr h="341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Cp </a:t>
                      </a:r>
                      <a:r>
                        <a:rPr lang="ko-KR" altLang="en-US" sz="1000"/>
                        <a:t>분포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상부에서 더 낮은 </a:t>
                      </a:r>
                      <a:endParaRPr lang="en-US" altLang="ko-KR" sz="1000" dirty="0"/>
                    </a:p>
                    <a:p>
                      <a:pPr>
                        <a:buNone/>
                      </a:pPr>
                      <a:r>
                        <a:rPr lang="ko-KR" altLang="en-US" sz="1000" dirty="0"/>
                        <a:t>흡입력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전반적으로 </a:t>
                      </a:r>
                      <a:r>
                        <a:rPr lang="en-US" altLang="ko-KR" sz="1000" dirty="0"/>
                        <a:t>Cp</a:t>
                      </a:r>
                      <a:r>
                        <a:rPr lang="ko-KR" altLang="en-US" sz="1000" dirty="0"/>
                        <a:t>가 높아짐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suction peak </a:t>
                      </a:r>
                      <a:r>
                        <a:rPr lang="ko-KR" altLang="en-US" sz="1000"/>
                        <a:t>약화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110004"/>
                  </a:ext>
                </a:extLst>
              </a:tr>
              <a:tr h="47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조파항력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큼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 err="1"/>
                        <a:t>작아짐</a:t>
                      </a:r>
                      <a:endParaRPr lang="ko-KR" altLang="en-US" sz="1000" dirty="0"/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충격파 강도 및 압력 회복 구간 완화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727735"/>
                  </a:ext>
                </a:extLst>
              </a:tr>
              <a:tr h="341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양력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더 큼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줄어듦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suction peak </a:t>
                      </a:r>
                      <a:r>
                        <a:rPr lang="ko-KR" altLang="en-US" sz="1000" dirty="0"/>
                        <a:t>감소 영향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7997"/>
                  </a:ext>
                </a:extLst>
              </a:tr>
              <a:tr h="341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전체 경향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양력 유지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항력 증가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항력 감소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양력 감소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trade-off</a:t>
                      </a:r>
                    </a:p>
                  </a:txBody>
                  <a:tcPr marL="109386" marR="109386" marT="54693" marB="54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301969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3AA190B5-E49C-0ED9-039D-A09209E46485}"/>
              </a:ext>
            </a:extLst>
          </p:cNvPr>
          <p:cNvSpPr txBox="1"/>
          <p:nvPr/>
        </p:nvSpPr>
        <p:spPr>
          <a:xfrm>
            <a:off x="10765410" y="5036540"/>
            <a:ext cx="13993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Fig. 2 Optimized result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31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9E59786-00C1-B806-0155-2D9D6F53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해석</a:t>
            </a:r>
            <a:r>
              <a:rPr lang="en-US" altLang="ko-KR" dirty="0"/>
              <a:t> </a:t>
            </a:r>
            <a:r>
              <a:rPr lang="ko-KR" altLang="en-US" dirty="0"/>
              <a:t>결과 </a:t>
            </a:r>
            <a:r>
              <a:rPr lang="en-US" altLang="ko-KR" dirty="0"/>
              <a:t>(Drag </a:t>
            </a:r>
            <a:r>
              <a:rPr lang="ko-KR" altLang="en-US" dirty="0"/>
              <a:t>해석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832A02-2549-AF71-689B-F5D31542D673}"/>
              </a:ext>
            </a:extLst>
          </p:cNvPr>
          <p:cNvSpPr txBox="1"/>
          <p:nvPr/>
        </p:nvSpPr>
        <p:spPr>
          <a:xfrm>
            <a:off x="279184" y="1045809"/>
            <a:ext cx="5816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Drag </a:t>
            </a:r>
            <a:r>
              <a:rPr lang="ko-KR" altLang="en-US" sz="1200" dirty="0"/>
              <a:t>계수</a:t>
            </a:r>
            <a:r>
              <a:rPr lang="en-US" altLang="ko-KR" sz="1200" dirty="0"/>
              <a:t>(CD)</a:t>
            </a:r>
            <a:r>
              <a:rPr lang="ko-KR" altLang="en-US" sz="1200" dirty="0"/>
              <a:t>는 초반 </a:t>
            </a:r>
            <a:r>
              <a:rPr lang="en-US" altLang="ko-KR" sz="1200" dirty="0"/>
              <a:t>1~5 iteration </a:t>
            </a:r>
            <a:r>
              <a:rPr lang="ko-KR" altLang="en-US" sz="1200" dirty="0"/>
              <a:t>구간에서 급격하게 감소하고</a:t>
            </a:r>
            <a:r>
              <a:rPr lang="en-US" altLang="ko-KR" sz="1200" dirty="0"/>
              <a:t>, </a:t>
            </a:r>
            <a:r>
              <a:rPr lang="ko-KR" altLang="en-US" sz="1200" dirty="0"/>
              <a:t>이후 </a:t>
            </a:r>
            <a:r>
              <a:rPr lang="en-US" altLang="ko-KR" sz="1200" dirty="0"/>
              <a:t>10 iteration </a:t>
            </a:r>
            <a:r>
              <a:rPr lang="ko-KR" altLang="en-US" sz="1200" dirty="0"/>
              <a:t>이후부터는 사실상 완만한 안정 구간에 진입함</a:t>
            </a:r>
            <a:r>
              <a:rPr lang="en-US" altLang="ko-KR" sz="1200" dirty="0"/>
              <a:t>. </a:t>
            </a:r>
            <a:r>
              <a:rPr lang="ko-KR" altLang="en-US" sz="1200" dirty="0"/>
              <a:t>최종적으로 </a:t>
            </a:r>
            <a:r>
              <a:rPr lang="en-US" altLang="ko-KR" sz="1200" dirty="0"/>
              <a:t>CD</a:t>
            </a:r>
            <a:r>
              <a:rPr lang="ko-KR" altLang="en-US" sz="1200" dirty="0"/>
              <a:t>는 더 이상 유의미하게 줄지 않고 수렴한 상태로 판단됨</a:t>
            </a:r>
            <a:r>
              <a:rPr lang="en-US" altLang="ko-KR" sz="1200" dirty="0"/>
              <a:t>.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966E9-A87C-FD50-CA8D-0E4BF58DDFE6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결과</a:t>
            </a:r>
            <a:endParaRPr lang="en-US" sz="20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D9D12E1-B75E-BE6F-8F1A-659D5C71652F}"/>
              </a:ext>
            </a:extLst>
          </p:cNvPr>
          <p:cNvGrpSpPr/>
          <p:nvPr/>
        </p:nvGrpSpPr>
        <p:grpSpPr>
          <a:xfrm>
            <a:off x="7206129" y="1692140"/>
            <a:ext cx="4548188" cy="3200400"/>
            <a:chOff x="7309824" y="1206631"/>
            <a:chExt cx="4548188" cy="3200400"/>
          </a:xfrm>
        </p:grpSpPr>
        <p:graphicFrame>
          <p:nvGraphicFramePr>
            <p:cNvPr id="4" name="차트 3">
              <a:extLst>
                <a:ext uri="{FF2B5EF4-FFF2-40B4-BE49-F238E27FC236}">
                  <a16:creationId xmlns:a16="http://schemas.microsoft.com/office/drawing/2014/main" id="{242E5483-F533-40C5-8F82-4331242EABB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42868535"/>
                </p:ext>
              </p:extLst>
            </p:nvPr>
          </p:nvGraphicFramePr>
          <p:xfrm>
            <a:off x="7309824" y="1206631"/>
            <a:ext cx="4548188" cy="3200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FB245AC-F63D-8765-278B-31AD6BBF4F8B}"/>
                </a:ext>
              </a:extLst>
            </p:cNvPr>
            <p:cNvSpPr txBox="1"/>
            <p:nvPr/>
          </p:nvSpPr>
          <p:spPr>
            <a:xfrm>
              <a:off x="10086680" y="4176199"/>
              <a:ext cx="177133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</a:rPr>
                <a:t>Fig. 3 drag by optimized chart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CFDA56B-AC85-BBC8-B46D-C77C82978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309539"/>
              </p:ext>
            </p:extLst>
          </p:nvPr>
        </p:nvGraphicFramePr>
        <p:xfrm>
          <a:off x="861889" y="1914709"/>
          <a:ext cx="5482350" cy="3028582"/>
        </p:xfrm>
        <a:graphic>
          <a:graphicData uri="http://schemas.openxmlformats.org/drawingml/2006/table">
            <a:tbl>
              <a:tblPr/>
              <a:tblGrid>
                <a:gridCol w="934039">
                  <a:extLst>
                    <a:ext uri="{9D8B030D-6E8A-4147-A177-3AD203B41FA5}">
                      <a16:colId xmlns:a16="http://schemas.microsoft.com/office/drawing/2014/main" val="1933445712"/>
                    </a:ext>
                  </a:extLst>
                </a:gridCol>
                <a:gridCol w="1093509">
                  <a:extLst>
                    <a:ext uri="{9D8B030D-6E8A-4147-A177-3AD203B41FA5}">
                      <a16:colId xmlns:a16="http://schemas.microsoft.com/office/drawing/2014/main" val="145236718"/>
                    </a:ext>
                  </a:extLst>
                </a:gridCol>
                <a:gridCol w="3454802">
                  <a:extLst>
                    <a:ext uri="{9D8B030D-6E8A-4147-A177-3AD203B41FA5}">
                      <a16:colId xmlns:a16="http://schemas.microsoft.com/office/drawing/2014/main" val="1869197823"/>
                    </a:ext>
                  </a:extLst>
                </a:gridCol>
              </a:tblGrid>
              <a:tr h="4769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dirty="0"/>
                        <a:t>구간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/>
                        <a:t>Drag </a:t>
                      </a:r>
                      <a:r>
                        <a:rPr lang="ko-KR" altLang="en-US" sz="1050" dirty="0"/>
                        <a:t>변화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dirty="0"/>
                        <a:t>해석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795163"/>
                  </a:ext>
                </a:extLst>
              </a:tr>
              <a:tr h="798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n = 1 → 3</a:t>
                      </a:r>
                      <a:endParaRPr 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극적인 감소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초기 형상 개선 효과가 가장 크게 나타나는 구간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334764"/>
                  </a:ext>
                </a:extLst>
              </a:tr>
              <a:tr h="47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n = 3 → 7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감소폭 줄어듦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shock·</a:t>
                      </a:r>
                      <a:r>
                        <a:rPr lang="ko-KR" altLang="en-US" sz="1000" dirty="0" err="1"/>
                        <a:t>압력장</a:t>
                      </a:r>
                      <a:r>
                        <a:rPr lang="ko-KR" altLang="en-US" sz="1000" dirty="0"/>
                        <a:t> 정렬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형상 변화가 점차 안정됨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770631"/>
                  </a:ext>
                </a:extLst>
              </a:tr>
              <a:tr h="798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n = 10 </a:t>
                      </a:r>
                      <a:r>
                        <a:rPr lang="ko-KR" altLang="en-US" sz="1000" b="1"/>
                        <a:t>이후</a:t>
                      </a:r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거의 일정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Local minimum </a:t>
                      </a:r>
                      <a:r>
                        <a:rPr lang="ko-KR" altLang="en-US" sz="1000" dirty="0"/>
                        <a:t>근처 → 더 이상 의미 있는 개선 없음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710019"/>
                  </a:ext>
                </a:extLst>
              </a:tr>
              <a:tr h="47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최종</a:t>
                      </a:r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안정적 수렴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최적 형상 </a:t>
                      </a:r>
                      <a:r>
                        <a:rPr lang="en-US" altLang="ko-KR" sz="1000" dirty="0"/>
                        <a:t>x*, drag J* </a:t>
                      </a:r>
                      <a:r>
                        <a:rPr lang="ko-KR" altLang="en-US" sz="1000" dirty="0"/>
                        <a:t>도출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993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521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텍스트 개체 틀 1">
                <a:extLst>
                  <a:ext uri="{FF2B5EF4-FFF2-40B4-BE49-F238E27FC236}">
                    <a16:creationId xmlns:a16="http://schemas.microsoft.com/office/drawing/2014/main" id="{9D2E2FAB-1D6E-9E83-029D-E67ECAB22EC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9485" y="628830"/>
                <a:ext cx="7835289" cy="2067236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solidFill>
                      <a:schemeClr val="tx1"/>
                    </a:solidFill>
                  </a:rPr>
                  <a:t>결과</a:t>
                </a:r>
                <a:endParaRPr lang="en-US" altLang="ko-KR" sz="1600" dirty="0">
                  <a:solidFill>
                    <a:schemeClr val="tx1"/>
                  </a:solidFill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target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을 적용했지만 형상 변화와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Cp 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분포는 거의 변하지 않았고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Drag </a:t>
                </a:r>
                <a:r>
                  <a:rPr lang="ko-KR" altLang="en-US" sz="11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수렴값도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기존과 큰 차이가 없었음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Baseline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자체가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target CL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과 거의 동일해서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최적화가 추가적인 양력 보정을 할 필요가 거의 없었음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	            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그래서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optimizer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는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drag 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감소만 수행했지만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제약 때문에 형상 변화가 강하게 제한됨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그 결과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압력 분포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sz="1100" b="1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), shock 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위치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Drag </a:t>
                </a:r>
                <a:r>
                  <a:rPr lang="ko-KR" altLang="en-US" sz="11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최종값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모두 기존 최적화와 유사하게 수렴함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다만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constraint 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처리가 추가되면서 수렴까지 걸리는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iteration</a:t>
                </a:r>
                <a:r>
                  <a:rPr lang="ko-KR" altLang="en-US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만 증가한 것이 관찰됨</a:t>
                </a:r>
              </a:p>
            </p:txBody>
          </p:sp>
        </mc:Choice>
        <mc:Fallback>
          <p:sp>
            <p:nvSpPr>
              <p:cNvPr id="2" name="텍스트 개체 틀 1">
                <a:extLst>
                  <a:ext uri="{FF2B5EF4-FFF2-40B4-BE49-F238E27FC236}">
                    <a16:creationId xmlns:a16="http://schemas.microsoft.com/office/drawing/2014/main" id="{9D2E2FAB-1D6E-9E83-029D-E67ECAB22E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9485" y="628830"/>
                <a:ext cx="7835289" cy="2067236"/>
              </a:xfrm>
              <a:blipFill>
                <a:blip r:embed="rId2"/>
                <a:stretch>
                  <a:fillRect l="-311" b="-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제목 2">
                <a:extLst>
                  <a:ext uri="{FF2B5EF4-FFF2-40B4-BE49-F238E27FC236}">
                    <a16:creationId xmlns:a16="http://schemas.microsoft.com/office/drawing/2014/main" id="{9FCA9CFD-AD6D-C792-7454-28CE8516844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해석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결과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altLang="ko-KR" dirty="0"/>
                  <a:t> DRIVER DEFINITION)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제목 2">
                <a:extLst>
                  <a:ext uri="{FF2B5EF4-FFF2-40B4-BE49-F238E27FC236}">
                    <a16:creationId xmlns:a16="http://schemas.microsoft.com/office/drawing/2014/main" id="{9FCA9CFD-AD6D-C792-7454-28CE851684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66" b="-16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6CB835-E5E7-86B7-E82E-59E4142301AD}"/>
              </a:ext>
            </a:extLst>
          </p:cNvPr>
          <p:cNvGrpSpPr/>
          <p:nvPr/>
        </p:nvGrpSpPr>
        <p:grpSpPr>
          <a:xfrm>
            <a:off x="7852257" y="1047655"/>
            <a:ext cx="4267629" cy="2527074"/>
            <a:chOff x="265520" y="1312682"/>
            <a:chExt cx="8996188" cy="5327087"/>
          </a:xfrm>
        </p:grpSpPr>
        <p:graphicFrame>
          <p:nvGraphicFramePr>
            <p:cNvPr id="13" name="차트 12">
              <a:extLst>
                <a:ext uri="{FF2B5EF4-FFF2-40B4-BE49-F238E27FC236}">
                  <a16:creationId xmlns:a16="http://schemas.microsoft.com/office/drawing/2014/main" id="{480B16B0-58FF-4C4C-83A5-5F2CAF9D080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84919198"/>
                </p:ext>
              </p:extLst>
            </p:nvPr>
          </p:nvGraphicFramePr>
          <p:xfrm>
            <a:off x="265520" y="1312682"/>
            <a:ext cx="8878479" cy="532708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DF634825-F6EF-AFE9-5FF7-53FDDCEA35C8}"/>
                </a:ext>
              </a:extLst>
            </p:cNvPr>
            <p:cNvGrpSpPr/>
            <p:nvPr/>
          </p:nvGrpSpPr>
          <p:grpSpPr>
            <a:xfrm>
              <a:off x="675684" y="4534293"/>
              <a:ext cx="8586024" cy="1694877"/>
              <a:chOff x="2066925" y="2633662"/>
              <a:chExt cx="8058150" cy="1590675"/>
            </a:xfrm>
          </p:grpSpPr>
          <p:pic>
            <p:nvPicPr>
              <p:cNvPr id="9" name="그림 8" descr="블랙, 원, 어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EC620EF-5E75-90A8-544A-291947DD6A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66925" y="2633662"/>
                <a:ext cx="8058150" cy="1590675"/>
              </a:xfrm>
              <a:prstGeom prst="rect">
                <a:avLst/>
              </a:prstGeom>
            </p:spPr>
          </p:pic>
          <p:pic>
            <p:nvPicPr>
              <p:cNvPr id="11" name="그림 10" descr="블랙, 스크린샷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C30A1F0E-B3DE-FD17-E747-DAB260FB3E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08545" y="2705295"/>
                <a:ext cx="7912148" cy="1438572"/>
              </a:xfrm>
              <a:prstGeom prst="rect">
                <a:avLst/>
              </a:prstGeom>
            </p:spPr>
          </p:pic>
        </p:grpSp>
      </p:grpSp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406018E0-7976-490F-8BE8-A7CDF31BC7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1769174"/>
              </p:ext>
            </p:extLst>
          </p:nvPr>
        </p:nvGraphicFramePr>
        <p:xfrm>
          <a:off x="8071190" y="3582280"/>
          <a:ext cx="3829764" cy="3183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F235AC-25F2-0306-516A-635E41775F50}"/>
                  </a:ext>
                </a:extLst>
              </p:cNvPr>
              <p:cNvSpPr txBox="1"/>
              <p:nvPr/>
            </p:nvSpPr>
            <p:spPr>
              <a:xfrm>
                <a:off x="8823489" y="6650355"/>
                <a:ext cx="307746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>
                    <a:solidFill>
                      <a:schemeClr val="bg1">
                        <a:lumMod val="65000"/>
                      </a:schemeClr>
                    </a:solidFill>
                  </a:rPr>
                  <a:t>Fig. 5 drag by optimized chart </a:t>
                </a:r>
                <a:r>
                  <a:rPr lang="en-US" altLang="ko-KR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b="1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1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sz="900" b="1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altLang="ko-KR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DRIVER DEFINITION)</a:t>
                </a:r>
                <a:endParaRPr lang="ko-KR" altLang="en-US" sz="9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F235AC-25F2-0306-516A-635E41775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3489" y="6650355"/>
                <a:ext cx="3077465" cy="230832"/>
              </a:xfrm>
              <a:prstGeom prst="rect">
                <a:avLst/>
              </a:prstGeom>
              <a:blipFill>
                <a:blip r:embed="rId8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19024C-565A-254D-F159-61B1C785F08F}"/>
                  </a:ext>
                </a:extLst>
              </p:cNvPr>
              <p:cNvSpPr txBox="1"/>
              <p:nvPr/>
            </p:nvSpPr>
            <p:spPr>
              <a:xfrm>
                <a:off x="9266548" y="3478053"/>
                <a:ext cx="279749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Fig. 4 Optimized result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b="1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900" b="1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sz="900" b="1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altLang="ko-KR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DRIVER DEFINITION)</a:t>
                </a:r>
                <a:endPara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19024C-565A-254D-F159-61B1C785F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6548" y="3478053"/>
                <a:ext cx="2797499" cy="230832"/>
              </a:xfrm>
              <a:prstGeom prst="rect">
                <a:avLst/>
              </a:prstGeom>
              <a:blipFill>
                <a:blip r:embed="rId9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7E7853AE-09CF-28C7-CB1B-FDFD4810D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017724"/>
              </p:ext>
            </p:extLst>
          </p:nvPr>
        </p:nvGraphicFramePr>
        <p:xfrm>
          <a:off x="481149" y="3708885"/>
          <a:ext cx="7279323" cy="1639898"/>
        </p:xfrm>
        <a:graphic>
          <a:graphicData uri="http://schemas.openxmlformats.org/drawingml/2006/table">
            <a:tbl>
              <a:tblPr/>
              <a:tblGrid>
                <a:gridCol w="1305243">
                  <a:extLst>
                    <a:ext uri="{9D8B030D-6E8A-4147-A177-3AD203B41FA5}">
                      <a16:colId xmlns:a16="http://schemas.microsoft.com/office/drawing/2014/main" val="229202568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41701994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75141168"/>
                    </a:ext>
                  </a:extLst>
                </a:gridCol>
              </a:tblGrid>
              <a:tr h="455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항목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관찰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해석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534576"/>
                  </a:ext>
                </a:extLst>
              </a:tr>
              <a:tr h="394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Cp </a:t>
                      </a:r>
                      <a:r>
                        <a:rPr lang="ko-KR" altLang="en-US" sz="1000" dirty="0"/>
                        <a:t>변화 거의 없음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shock·suction peak </a:t>
                      </a:r>
                      <a:r>
                        <a:rPr lang="ko-KR" altLang="en-US" sz="1000"/>
                        <a:t>위치 유지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CL </a:t>
                      </a:r>
                      <a:r>
                        <a:rPr lang="ko-KR" altLang="en-US" sz="1000"/>
                        <a:t>제약 때문에 형상 자유도가 제한됨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63062"/>
                  </a:ext>
                </a:extLst>
              </a:tr>
              <a:tr h="394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Drag </a:t>
                      </a:r>
                      <a:r>
                        <a:rPr lang="ko-KR" altLang="en-US" sz="1000"/>
                        <a:t>최종값 동일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drag </a:t>
                      </a:r>
                      <a:r>
                        <a:rPr lang="ko-KR" altLang="en-US" sz="1000" dirty="0"/>
                        <a:t>최소점이 원래부터 </a:t>
                      </a:r>
                      <a:r>
                        <a:rPr lang="en-US" altLang="ko-KR" sz="1000" dirty="0"/>
                        <a:t>CL target </a:t>
                      </a:r>
                      <a:r>
                        <a:rPr lang="ko-KR" altLang="en-US" sz="1000" dirty="0"/>
                        <a:t>근처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baseline</a:t>
                      </a:r>
                      <a:r>
                        <a:rPr lang="ko-KR" altLang="en-US" sz="1000"/>
                        <a:t>은 이미 </a:t>
                      </a:r>
                      <a:r>
                        <a:rPr lang="en-US" altLang="ko-KR" sz="1000"/>
                        <a:t>target CL</a:t>
                      </a:r>
                      <a:r>
                        <a:rPr lang="ko-KR" altLang="en-US" sz="1000"/>
                        <a:t>에 가까움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199390"/>
                  </a:ext>
                </a:extLst>
              </a:tr>
              <a:tr h="394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수렴 </a:t>
                      </a:r>
                      <a:r>
                        <a:rPr lang="en-US" sz="1000"/>
                        <a:t>iteration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5</a:t>
                      </a:r>
                      <a:r>
                        <a:rPr lang="ko-KR" altLang="en-US" sz="1000" dirty="0"/>
                        <a:t>회 → </a:t>
                      </a:r>
                      <a:r>
                        <a:rPr lang="en-US" altLang="ko-KR" sz="1000" dirty="0"/>
                        <a:t>15</a:t>
                      </a:r>
                      <a:r>
                        <a:rPr lang="ko-KR" altLang="en-US" sz="1000" dirty="0"/>
                        <a:t>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constraint </a:t>
                      </a:r>
                      <a:r>
                        <a:rPr lang="ko-KR" altLang="en-US" sz="1000" dirty="0"/>
                        <a:t>처리로 </a:t>
                      </a:r>
                      <a:r>
                        <a:rPr lang="en-US" sz="1000" dirty="0"/>
                        <a:t>gradient </a:t>
                      </a:r>
                      <a:r>
                        <a:rPr lang="ko-KR" altLang="en-US" sz="1000" dirty="0"/>
                        <a:t>이동이 느려짐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72349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9353F52C-04ED-C383-A67F-1320FA48998E}"/>
              </a:ext>
            </a:extLst>
          </p:cNvPr>
          <p:cNvSpPr txBox="1"/>
          <p:nvPr/>
        </p:nvSpPr>
        <p:spPr>
          <a:xfrm>
            <a:off x="84675" y="3244334"/>
            <a:ext cx="6150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ko-KR" altLang="en-US" sz="1800" dirty="0">
                <a:solidFill>
                  <a:schemeClr val="tx1"/>
                </a:solidFill>
              </a:rPr>
              <a:t>결과 정리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6005A28-CF6B-F0F5-F71D-C175D8BBA53F}"/>
              </a:ext>
            </a:extLst>
          </p:cNvPr>
          <p:cNvGrpSpPr/>
          <p:nvPr/>
        </p:nvGrpSpPr>
        <p:grpSpPr>
          <a:xfrm>
            <a:off x="10835911" y="690625"/>
            <a:ext cx="1283975" cy="483228"/>
            <a:chOff x="10908025" y="4565293"/>
            <a:chExt cx="1283975" cy="483228"/>
          </a:xfrm>
        </p:grpSpPr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A80BA414-880E-CF26-AE01-8E2CF2F69A7D}"/>
                </a:ext>
              </a:extLst>
            </p:cNvPr>
            <p:cNvCxnSpPr>
              <a:cxnSpLocks/>
            </p:cNvCxnSpPr>
            <p:nvPr/>
          </p:nvCxnSpPr>
          <p:spPr>
            <a:xfrm>
              <a:off x="10908025" y="4682150"/>
              <a:ext cx="39153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C6E5F7D-6DD3-A279-D0D4-AD04313CB21F}"/>
                </a:ext>
              </a:extLst>
            </p:cNvPr>
            <p:cNvSpPr txBox="1"/>
            <p:nvPr/>
          </p:nvSpPr>
          <p:spPr>
            <a:xfrm>
              <a:off x="11402596" y="4565293"/>
              <a:ext cx="7894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NACA</a:t>
              </a:r>
              <a:r>
                <a:rPr lang="ko-KR" altLang="en-US" sz="900" dirty="0"/>
                <a:t> </a:t>
              </a:r>
              <a:r>
                <a:rPr lang="en-US" altLang="ko-KR" sz="900" dirty="0"/>
                <a:t>0012</a:t>
              </a:r>
              <a:endParaRPr lang="ko-KR" altLang="en-US" sz="900" dirty="0"/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8A158D4-EDFE-EFE7-CFBE-09F495B6FA80}"/>
                </a:ext>
              </a:extLst>
            </p:cNvPr>
            <p:cNvCxnSpPr>
              <a:cxnSpLocks/>
            </p:cNvCxnSpPr>
            <p:nvPr/>
          </p:nvCxnSpPr>
          <p:spPr>
            <a:xfrm>
              <a:off x="10908025" y="4922567"/>
              <a:ext cx="39153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20D029-3A21-717B-F154-41C9CBA2EF9B}"/>
                </a:ext>
              </a:extLst>
            </p:cNvPr>
            <p:cNvSpPr txBox="1"/>
            <p:nvPr/>
          </p:nvSpPr>
          <p:spPr>
            <a:xfrm>
              <a:off x="11402596" y="4817689"/>
              <a:ext cx="7894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Optimized</a:t>
              </a:r>
              <a:endParaRPr lang="ko-KR" alt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31247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8F89F-15D2-A1EE-B53E-3FA93294A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제목 2">
                <a:extLst>
                  <a:ext uri="{FF2B5EF4-FFF2-40B4-BE49-F238E27FC236}">
                    <a16:creationId xmlns:a16="http://schemas.microsoft.com/office/drawing/2014/main" id="{6F541C02-D79D-4946-2B2D-2C505F932E1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해석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결과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altLang="ko-KR" dirty="0"/>
                  <a:t> DRIVER DEFINITION)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제목 2">
                <a:extLst>
                  <a:ext uri="{FF2B5EF4-FFF2-40B4-BE49-F238E27FC236}">
                    <a16:creationId xmlns:a16="http://schemas.microsoft.com/office/drawing/2014/main" id="{6F541C02-D79D-4946-2B2D-2C505F932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66" b="-16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그룹 4">
            <a:extLst>
              <a:ext uri="{FF2B5EF4-FFF2-40B4-BE49-F238E27FC236}">
                <a16:creationId xmlns:a16="http://schemas.microsoft.com/office/drawing/2014/main" id="{DD332281-5541-6DA3-A1F5-9E29021485B0}"/>
              </a:ext>
            </a:extLst>
          </p:cNvPr>
          <p:cNvGrpSpPr/>
          <p:nvPr/>
        </p:nvGrpSpPr>
        <p:grpSpPr>
          <a:xfrm>
            <a:off x="7420467" y="1548352"/>
            <a:ext cx="4572000" cy="2974032"/>
            <a:chOff x="454058" y="1501218"/>
            <a:chExt cx="4572000" cy="29740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94839B9-CBC1-342E-0815-DE592C8F7CB8}"/>
                    </a:ext>
                  </a:extLst>
                </p:cNvPr>
                <p:cNvSpPr txBox="1"/>
                <p:nvPr/>
              </p:nvSpPr>
              <p:spPr>
                <a:xfrm>
                  <a:off x="2071342" y="4244418"/>
                  <a:ext cx="1698396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9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Fig. 6 basic</a:t>
                  </a:r>
                  <a:r>
                    <a:rPr lang="ko-KR" altLang="en-US" sz="9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 </a:t>
                  </a:r>
                  <a:r>
                    <a:rPr lang="en-US" altLang="ko-KR" sz="9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-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ko-KR" sz="9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</m:oMath>
                  </a14:m>
                  <a:r>
                    <a:rPr lang="ko-KR" altLang="en-US" sz="9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 </a:t>
                  </a:r>
                  <a:r>
                    <a:rPr lang="en-US" altLang="ko-KR" sz="9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target drag</a:t>
                  </a:r>
                  <a:endParaRPr lang="ko-KR" alt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94839B9-CBC1-342E-0815-DE592C8F7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1342" y="4244418"/>
                  <a:ext cx="1698396" cy="230832"/>
                </a:xfrm>
                <a:prstGeom prst="rect">
                  <a:avLst/>
                </a:prstGeom>
                <a:blipFill>
                  <a:blip r:embed="rId3"/>
                  <a:stretch>
                    <a:fillRect b="-789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4" name="차트 3">
                  <a:extLst>
                    <a:ext uri="{FF2B5EF4-FFF2-40B4-BE49-F238E27FC236}">
                      <a16:creationId xmlns:a16="http://schemas.microsoft.com/office/drawing/2014/main" id="{610F4644-2CA0-4108-923C-D9A1ED8B5E3F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238388600"/>
                    </p:ext>
                  </p:extLst>
                </p:nvPr>
              </p:nvGraphicFramePr>
              <p:xfrm>
                <a:off x="454058" y="1501218"/>
                <a:ext cx="4572000" cy="274320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Choice>
          <mc:Fallback>
            <p:graphicFrame>
              <p:nvGraphicFramePr>
                <p:cNvPr id="4" name="차트 3">
                  <a:extLst>
                    <a:ext uri="{FF2B5EF4-FFF2-40B4-BE49-F238E27FC236}">
                      <a16:creationId xmlns:a16="http://schemas.microsoft.com/office/drawing/2014/main" id="{610F4644-2CA0-4108-923C-D9A1ED8B5E3F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238388600"/>
                    </p:ext>
                  </p:extLst>
                </p:nvPr>
              </p:nvGraphicFramePr>
              <p:xfrm>
                <a:off x="454058" y="1501218"/>
                <a:ext cx="4572000" cy="274320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Fallback>
        </mc:AlternateContent>
      </p:grp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5C82E209-667A-D288-DFC2-45A1797FD6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485" y="628830"/>
            <a:ext cx="7835289" cy="206723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결과</a:t>
            </a:r>
            <a:endParaRPr lang="en-US" altLang="ko-K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 target</a:t>
            </a:r>
            <a:r>
              <a:rPr lang="ko-KR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을 적용하자 상부 압력 분포가 전반적으로 조금 더 낮아진 형태를 보였고</a:t>
            </a:r>
            <a:r>
              <a:rPr lang="en-US" altLang="ko-KR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suction peak</a:t>
            </a:r>
            <a:r>
              <a:rPr lang="ko-KR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 약해지는 경향을 확인할 수 있었음</a:t>
            </a:r>
            <a:r>
              <a:rPr lang="en-US" altLang="ko-KR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ko-KR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다만 </a:t>
            </a:r>
            <a:r>
              <a:rPr lang="en-US" altLang="ko-KR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shock </a:t>
            </a:r>
            <a:r>
              <a:rPr lang="ko-KR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구조는 큰 변화 없이 유지됨</a:t>
            </a:r>
            <a:r>
              <a:rPr lang="en-US" altLang="ko-KR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ko-KR" sz="11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ko-KR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목표 </a:t>
            </a:r>
            <a:r>
              <a:rPr lang="en-US" altLang="ko-KR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</a:t>
            </a:r>
            <a:r>
              <a:rPr lang="ko-KR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을 맞추려는 제약 때문에 형상 변화가 제한적이었고</a:t>
            </a:r>
            <a:r>
              <a:rPr lang="en-US" altLang="ko-KR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lang="ko-KR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주로 미세한 두께</a:t>
            </a:r>
            <a:r>
              <a:rPr lang="en-US" altLang="ko-KR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ko-KR" altLang="en-US" sz="1100" b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캠버</a:t>
            </a:r>
            <a:r>
              <a:rPr lang="ko-KR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조정만 이루어짐</a:t>
            </a:r>
            <a:r>
              <a:rPr lang="en-US" altLang="ko-KR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ko-KR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 때문에 상부 </a:t>
            </a:r>
            <a:r>
              <a:rPr lang="en-US" altLang="ko-KR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Cp</a:t>
            </a:r>
            <a:r>
              <a:rPr lang="ko-KR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만 살짝 조정되고</a:t>
            </a:r>
            <a:r>
              <a:rPr lang="en-US" altLang="ko-KR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shock </a:t>
            </a:r>
            <a:r>
              <a:rPr lang="ko-KR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위치나 전체적인 개형 변화는 거의 없음</a:t>
            </a:r>
            <a:r>
              <a:rPr lang="en-US" altLang="ko-KR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ko-KR" altLang="en-US" sz="11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681BBDF-B0A6-0E9F-C03D-2FCBD5299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447607"/>
              </p:ext>
            </p:extLst>
          </p:nvPr>
        </p:nvGraphicFramePr>
        <p:xfrm>
          <a:off x="1139858" y="2919952"/>
          <a:ext cx="4612640" cy="1718160"/>
        </p:xfrm>
        <a:graphic>
          <a:graphicData uri="http://schemas.openxmlformats.org/drawingml/2006/table">
            <a:tbl>
              <a:tblPr/>
              <a:tblGrid>
                <a:gridCol w="1259205">
                  <a:extLst>
                    <a:ext uri="{9D8B030D-6E8A-4147-A177-3AD203B41FA5}">
                      <a16:colId xmlns:a16="http://schemas.microsoft.com/office/drawing/2014/main" val="190196761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617499164"/>
                    </a:ext>
                  </a:extLst>
                </a:gridCol>
                <a:gridCol w="2446655">
                  <a:extLst>
                    <a:ext uri="{9D8B030D-6E8A-4147-A177-3AD203B41FA5}">
                      <a16:colId xmlns:a16="http://schemas.microsoft.com/office/drawing/2014/main" val="4160973283"/>
                    </a:ext>
                  </a:extLst>
                </a:gridCol>
              </a:tblGrid>
              <a:tr h="477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항목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변화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해석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220005"/>
                  </a:ext>
                </a:extLst>
              </a:tr>
              <a:tr h="413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상부 </a:t>
                      </a:r>
                      <a:r>
                        <a:rPr lang="en-US" sz="1000" dirty="0"/>
                        <a:t>suction peak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약하게 감소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CL </a:t>
                      </a:r>
                      <a:r>
                        <a:rPr lang="ko-KR" altLang="en-US" sz="1000"/>
                        <a:t>제약으로 형상 변화 제한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53490"/>
                  </a:ext>
                </a:extLst>
              </a:tr>
              <a:tr h="413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shock </a:t>
                      </a:r>
                      <a:r>
                        <a:rPr lang="ko-KR" altLang="en-US" sz="1000" dirty="0"/>
                        <a:t>위치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거의 동일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압력장 큰 구조는 유지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279621"/>
                  </a:ext>
                </a:extLst>
              </a:tr>
              <a:tr h="413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전체 </a:t>
                      </a:r>
                      <a:r>
                        <a:rPr lang="en-US" sz="1000"/>
                        <a:t>Cp </a:t>
                      </a:r>
                      <a:r>
                        <a:rPr lang="ko-KR" altLang="en-US" sz="1000"/>
                        <a:t>개형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기본과 유사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drag </a:t>
                      </a:r>
                      <a:r>
                        <a:rPr lang="ko-KR" altLang="en-US" sz="1000" dirty="0"/>
                        <a:t>중심 최적화 영향 </a:t>
                      </a:r>
                      <a:r>
                        <a:rPr lang="en-US" altLang="ko-KR" sz="1000" dirty="0"/>
                        <a:t>+ </a:t>
                      </a:r>
                      <a:r>
                        <a:rPr lang="en-US" sz="1000" dirty="0"/>
                        <a:t>CL constraint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191067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31FEF199-D5C0-A95A-E2B1-8754023F565B}"/>
              </a:ext>
            </a:extLst>
          </p:cNvPr>
          <p:cNvGrpSpPr/>
          <p:nvPr/>
        </p:nvGrpSpPr>
        <p:grpSpPr>
          <a:xfrm>
            <a:off x="7626285" y="3248199"/>
            <a:ext cx="4366182" cy="861883"/>
            <a:chOff x="2066925" y="2571260"/>
            <a:chExt cx="8058150" cy="1590675"/>
          </a:xfrm>
        </p:grpSpPr>
        <p:pic>
          <p:nvPicPr>
            <p:cNvPr id="18" name="그림 17" descr="블랙, 스크린샷, 원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B580B17-4CFD-8E96-4E88-96FA6AC81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2650" y="2790825"/>
              <a:ext cx="7886700" cy="1276350"/>
            </a:xfrm>
            <a:prstGeom prst="rect">
              <a:avLst/>
            </a:prstGeom>
          </p:spPr>
        </p:pic>
        <p:pic>
          <p:nvPicPr>
            <p:cNvPr id="20" name="그림 19" descr="블랙, 원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C8909CA-450C-280A-A43A-A82C1B7A7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6925" y="2571260"/>
              <a:ext cx="8058150" cy="1590675"/>
            </a:xfrm>
            <a:prstGeom prst="rect">
              <a:avLst/>
            </a:prstGeom>
          </p:spPr>
        </p:pic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4D38042-FDAB-CCD0-581C-5887258D967D}"/>
              </a:ext>
            </a:extLst>
          </p:cNvPr>
          <p:cNvGrpSpPr/>
          <p:nvPr/>
        </p:nvGrpSpPr>
        <p:grpSpPr>
          <a:xfrm>
            <a:off x="10908025" y="4178987"/>
            <a:ext cx="1283975" cy="483228"/>
            <a:chOff x="10908025" y="4565293"/>
            <a:chExt cx="1283975" cy="483228"/>
          </a:xfrm>
        </p:grpSpPr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819B3AFD-F12E-5330-8417-FC2A1211655A}"/>
                </a:ext>
              </a:extLst>
            </p:cNvPr>
            <p:cNvCxnSpPr>
              <a:cxnSpLocks/>
            </p:cNvCxnSpPr>
            <p:nvPr/>
          </p:nvCxnSpPr>
          <p:spPr>
            <a:xfrm>
              <a:off x="10908025" y="4682150"/>
              <a:ext cx="39153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B033CA7-5ED7-ABA4-2C76-4FEAFF2F30D3}"/>
                </a:ext>
              </a:extLst>
            </p:cNvPr>
            <p:cNvSpPr txBox="1"/>
            <p:nvPr/>
          </p:nvSpPr>
          <p:spPr>
            <a:xfrm>
              <a:off x="11402596" y="4565293"/>
              <a:ext cx="7894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Basic</a:t>
              </a:r>
              <a:endParaRPr lang="ko-KR" altLang="en-US" sz="900" dirty="0"/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BBBFE4CF-E0CD-7184-5C23-63B6F122AE2C}"/>
                </a:ext>
              </a:extLst>
            </p:cNvPr>
            <p:cNvCxnSpPr>
              <a:cxnSpLocks/>
            </p:cNvCxnSpPr>
            <p:nvPr/>
          </p:nvCxnSpPr>
          <p:spPr>
            <a:xfrm>
              <a:off x="10908025" y="4922567"/>
              <a:ext cx="39153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15B15B5-7535-F800-F362-AD24539B90C0}"/>
                </a:ext>
              </a:extLst>
            </p:cNvPr>
            <p:cNvSpPr txBox="1"/>
            <p:nvPr/>
          </p:nvSpPr>
          <p:spPr>
            <a:xfrm>
              <a:off x="11402596" y="4817689"/>
              <a:ext cx="7894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Cl target</a:t>
              </a:r>
              <a:endParaRPr lang="ko-KR" alt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90868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/>
              <a:t>감사합니다</a:t>
            </a:r>
            <a:endParaRPr lang="en-US" altLang="ko-KR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C6FA57-FB52-0B8C-07EF-C79FFADB71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srgbClr val="4F81BD"/>
                </a:solidFill>
              </a:rPr>
              <a:pPr>
                <a:defRPr/>
              </a:pPr>
              <a:t>7</a:t>
            </a:fld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46CF1-6F82-5B02-CD30-C6651012E5E2}"/>
              </a:ext>
            </a:extLst>
          </p:cNvPr>
          <p:cNvSpPr txBox="1"/>
          <p:nvPr/>
        </p:nvSpPr>
        <p:spPr>
          <a:xfrm>
            <a:off x="8050779" y="5990541"/>
            <a:ext cx="4141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자세한 사항은 </a:t>
            </a:r>
            <a:r>
              <a:rPr lang="en-US" altLang="ko-KR" sz="1200" dirty="0"/>
              <a:t>Git hub</a:t>
            </a:r>
            <a:r>
              <a:rPr lang="ko-KR" altLang="en-US" sz="1200" dirty="0"/>
              <a:t>를 참조해 주시면 감사하겠습니다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ko-KR" altLang="en-US" sz="1200" dirty="0"/>
              <a:t>링크</a:t>
            </a:r>
            <a:r>
              <a:rPr lang="en-US" altLang="ko-KR" sz="1200" dirty="0"/>
              <a:t>:</a:t>
            </a:r>
            <a:r>
              <a:rPr lang="en-US" altLang="ko-KR" sz="1200" dirty="0">
                <a:hlinkClick r:id="rId3"/>
              </a:rPr>
              <a:t>https://github.com/</a:t>
            </a:r>
            <a:r>
              <a:rPr lang="en-US" altLang="ko-KR" sz="1200" dirty="0" err="1">
                <a:hlinkClick r:id="rId3"/>
              </a:rPr>
              <a:t>Bogeuns</a:t>
            </a:r>
            <a:r>
              <a:rPr lang="en-US" altLang="ko-KR" sz="1200" dirty="0">
                <a:hlinkClick r:id="rId3"/>
              </a:rPr>
              <a:t>/</a:t>
            </a:r>
            <a:r>
              <a:rPr lang="en-US" altLang="ko-KR" sz="1200" dirty="0" err="1">
                <a:hlinkClick r:id="rId3"/>
              </a:rPr>
              <a:t>CFD_Class_Lecture.git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1682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75973</TotalTime>
  <Words>827</Words>
  <Application>Microsoft Office PowerPoint</Application>
  <PresentationFormat>와이드스크린</PresentationFormat>
  <Paragraphs>149</Paragraphs>
  <Slides>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HY견고딕</vt:lpstr>
      <vt:lpstr>맑은 고딕</vt:lpstr>
      <vt:lpstr>Arial</vt:lpstr>
      <vt:lpstr>Calibri</vt:lpstr>
      <vt:lpstr>Cambria Math</vt:lpstr>
      <vt:lpstr>Wingdings</vt:lpstr>
      <vt:lpstr>1_Office 테마</vt:lpstr>
      <vt:lpstr>SU2 보고서 (10주차) Unconstrained shape design of a transonic inviscid airfoil</vt:lpstr>
      <vt:lpstr>Unconstrained shape design of a transonic inviscid airfoil</vt:lpstr>
      <vt:lpstr>해석 결과 (Pressure coefficient 해석)</vt:lpstr>
      <vt:lpstr>해석 결과 (Drag 해석)</vt:lpstr>
      <vt:lpstr>해석 결과 (C_L DRIVER DEFINITION)</vt:lpstr>
      <vt:lpstr>해석 결과 (C_L DRIVER DEFINITION)</vt:lpstr>
      <vt:lpstr>감사합니다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자율비행제어연구실(문정호)</dc:title>
  <dc:creator>CJU</dc:creator>
  <cp:lastModifiedBy>윤현덕</cp:lastModifiedBy>
  <cp:revision>2042</cp:revision>
  <cp:lastPrinted>2025-11-27T08:15:48Z</cp:lastPrinted>
  <dcterms:created xsi:type="dcterms:W3CDTF">2022-05-24T00:47:27Z</dcterms:created>
  <dcterms:modified xsi:type="dcterms:W3CDTF">2025-11-27T08:16:27Z</dcterms:modified>
  <cp:version/>
</cp:coreProperties>
</file>