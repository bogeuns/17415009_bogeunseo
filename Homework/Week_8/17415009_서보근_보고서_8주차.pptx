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725" r:id="rId2"/>
    <p:sldId id="1578" r:id="rId3"/>
    <p:sldId id="1579" r:id="rId4"/>
    <p:sldId id="1597" r:id="rId5"/>
    <p:sldId id="1599" r:id="rId6"/>
    <p:sldId id="1598" r:id="rId7"/>
    <p:sldId id="155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39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B9CDE5"/>
    <a:srgbClr val="0066FF"/>
    <a:srgbClr val="A9A9A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EC20E35-A176-4012-BC5E-935CFFF8708E}" styleName="보통 스타일 3">
    <a:wholeTbl>
      <a:tcTxStyle>
        <a:fontRef idx="minor">
          <a:schemeClr val="tx1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241DA88-1426-460D-A704-38602BF70CBC}" styleName="Dark Style 2 - Body/Background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75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8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  <a:prstDash val="sysDash"/>
            </a:ln>
          </a:top>
        </a:tcBdr>
        <a:fill>
          <a:solidFill>
            <a:schemeClr val="dk1">
              <a:tint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22" autoAdjust="0"/>
    <p:restoredTop sz="94718" autoAdjust="0"/>
  </p:normalViewPr>
  <p:slideViewPr>
    <p:cSldViewPr snapToGrid="0">
      <p:cViewPr varScale="1">
        <p:scale>
          <a:sx n="102" d="100"/>
          <a:sy n="102" d="100"/>
        </p:scale>
        <p:origin x="648" y="10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-1038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8\Onera%20M6\HW\Excel\Week_7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8\Onera%20M6\HW\Excel\Week_7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8\Onera%20M6\HW\Excel\Week_7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8\Onera%20M6\HW\Excel\Week_7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8\Onera%20M6\HW\Excel\Week_7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8\Onera%20M6\HW\Excel\Week_7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8\Onera%20M6\HW\Excel\Week_7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Section (20%)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425379496631376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1721003949382707E-2"/>
          <c:y val="0.12683146034268036"/>
          <c:w val="0.9057434645447604"/>
          <c:h val="0.73935814841326652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317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'0.2'!$A$2:$A$89</c:f>
              <c:numCache>
                <c:formatCode>General</c:formatCode>
                <c:ptCount val="88"/>
                <c:pt idx="0">
                  <c:v>0</c:v>
                </c:pt>
                <c:pt idx="1">
                  <c:v>8.1596351011181353E-4</c:v>
                </c:pt>
                <c:pt idx="2">
                  <c:v>3.2284956216757821E-3</c:v>
                </c:pt>
                <c:pt idx="3">
                  <c:v>7.264795118362288E-3</c:v>
                </c:pt>
                <c:pt idx="4">
                  <c:v>1.3085334823826671E-2</c:v>
                </c:pt>
                <c:pt idx="5">
                  <c:v>2.0875066467027598E-2</c:v>
                </c:pt>
                <c:pt idx="6">
                  <c:v>3.068022798020472E-2</c:v>
                </c:pt>
                <c:pt idx="7">
                  <c:v>4.244098203928319E-2</c:v>
                </c:pt>
                <c:pt idx="8">
                  <c:v>5.6116530468757433E-2</c:v>
                </c:pt>
                <c:pt idx="9">
                  <c:v>7.1742231687398933E-2</c:v>
                </c:pt>
                <c:pt idx="10">
                  <c:v>8.9367043505814425E-2</c:v>
                </c:pt>
                <c:pt idx="11">
                  <c:v>0.108999125559105</c:v>
                </c:pt>
                <c:pt idx="12">
                  <c:v>0.13061807875951789</c:v>
                </c:pt>
                <c:pt idx="13">
                  <c:v>0.1541681456005288</c:v>
                </c:pt>
                <c:pt idx="14">
                  <c:v>0.1795663697919429</c:v>
                </c:pt>
                <c:pt idx="15">
                  <c:v>0.2067039561990788</c:v>
                </c:pt>
                <c:pt idx="16">
                  <c:v>0.2354544304778691</c:v>
                </c:pt>
                <c:pt idx="17">
                  <c:v>0.26566547943975949</c:v>
                </c:pt>
                <c:pt idx="18">
                  <c:v>0.29717527032191132</c:v>
                </c:pt>
                <c:pt idx="19">
                  <c:v>0.32980157127373272</c:v>
                </c:pt>
                <c:pt idx="20">
                  <c:v>0.36335399080953101</c:v>
                </c:pt>
                <c:pt idx="21">
                  <c:v>0.39762853805177828</c:v>
                </c:pt>
                <c:pt idx="22">
                  <c:v>0.43241578236621259</c:v>
                </c:pt>
                <c:pt idx="23">
                  <c:v>0.46750221330102121</c:v>
                </c:pt>
                <c:pt idx="24">
                  <c:v>0.50267296046520804</c:v>
                </c:pt>
                <c:pt idx="25">
                  <c:v>0.53771315346777704</c:v>
                </c:pt>
                <c:pt idx="26">
                  <c:v>0.57241608155283297</c:v>
                </c:pt>
                <c:pt idx="27">
                  <c:v>0.60658591347794921</c:v>
                </c:pt>
                <c:pt idx="28">
                  <c:v>0.64003225775743311</c:v>
                </c:pt>
                <c:pt idx="29">
                  <c:v>0.67258512199334441</c:v>
                </c:pt>
                <c:pt idx="30">
                  <c:v>0.7040813134836611</c:v>
                </c:pt>
                <c:pt idx="31">
                  <c:v>0.73437803861411333</c:v>
                </c:pt>
                <c:pt idx="32">
                  <c:v>0.76334882304063367</c:v>
                </c:pt>
                <c:pt idx="33">
                  <c:v>0.79089303126364197</c:v>
                </c:pt>
                <c:pt idx="34">
                  <c:v>0.81692770699294337</c:v>
                </c:pt>
                <c:pt idx="35">
                  <c:v>0.84140253247874752</c:v>
                </c:pt>
                <c:pt idx="36">
                  <c:v>0.8642957486941184</c:v>
                </c:pt>
                <c:pt idx="37">
                  <c:v>0.88561959509170762</c:v>
                </c:pt>
                <c:pt idx="38">
                  <c:v>0.90541894966457104</c:v>
                </c:pt>
                <c:pt idx="39">
                  <c:v>0.92378084852045428</c:v>
                </c:pt>
                <c:pt idx="40">
                  <c:v>0.94083312594260793</c:v>
                </c:pt>
                <c:pt idx="41">
                  <c:v>0.95674441438978863</c:v>
                </c:pt>
                <c:pt idx="42">
                  <c:v>0.97172822431380879</c:v>
                </c:pt>
                <c:pt idx="43">
                  <c:v>0.9860429441595373</c:v>
                </c:pt>
                <c:pt idx="44">
                  <c:v>1</c:v>
                </c:pt>
                <c:pt idx="45">
                  <c:v>0.9860429441595373</c:v>
                </c:pt>
                <c:pt idx="46">
                  <c:v>0.97172822431380879</c:v>
                </c:pt>
                <c:pt idx="47">
                  <c:v>0.95674441438978863</c:v>
                </c:pt>
                <c:pt idx="48">
                  <c:v>0.94083312594260793</c:v>
                </c:pt>
                <c:pt idx="49">
                  <c:v>0.92378084852045428</c:v>
                </c:pt>
                <c:pt idx="50">
                  <c:v>0.90541894966457104</c:v>
                </c:pt>
                <c:pt idx="51">
                  <c:v>0.88561959509170762</c:v>
                </c:pt>
                <c:pt idx="52">
                  <c:v>0.8642957486941184</c:v>
                </c:pt>
                <c:pt idx="53">
                  <c:v>0.84140253247874752</c:v>
                </c:pt>
                <c:pt idx="54">
                  <c:v>0.81692770699294337</c:v>
                </c:pt>
                <c:pt idx="55">
                  <c:v>0.79089303126364197</c:v>
                </c:pt>
                <c:pt idx="56">
                  <c:v>0.76334882304063367</c:v>
                </c:pt>
                <c:pt idx="57">
                  <c:v>0.73437803861411333</c:v>
                </c:pt>
                <c:pt idx="58">
                  <c:v>0.7040813134836611</c:v>
                </c:pt>
                <c:pt idx="59">
                  <c:v>0.67258512199334441</c:v>
                </c:pt>
                <c:pt idx="60">
                  <c:v>0.64003225775743311</c:v>
                </c:pt>
                <c:pt idx="61">
                  <c:v>0.60658591347794921</c:v>
                </c:pt>
                <c:pt idx="62">
                  <c:v>0.57241608155283297</c:v>
                </c:pt>
                <c:pt idx="63">
                  <c:v>0.53771315346777704</c:v>
                </c:pt>
                <c:pt idx="64">
                  <c:v>0.50267296046520804</c:v>
                </c:pt>
                <c:pt idx="65">
                  <c:v>0.46750221330102121</c:v>
                </c:pt>
                <c:pt idx="66">
                  <c:v>0.43241578236621259</c:v>
                </c:pt>
                <c:pt idx="67">
                  <c:v>0.39762853805177828</c:v>
                </c:pt>
                <c:pt idx="68">
                  <c:v>0.36335399080953101</c:v>
                </c:pt>
                <c:pt idx="69">
                  <c:v>0.32980157127373272</c:v>
                </c:pt>
                <c:pt idx="70">
                  <c:v>0.29717527032191132</c:v>
                </c:pt>
                <c:pt idx="71">
                  <c:v>0.26566547943975949</c:v>
                </c:pt>
                <c:pt idx="72">
                  <c:v>0.2354544304778691</c:v>
                </c:pt>
                <c:pt idx="73">
                  <c:v>0.2067039561990788</c:v>
                </c:pt>
                <c:pt idx="74">
                  <c:v>0.1795663697919429</c:v>
                </c:pt>
                <c:pt idx="75">
                  <c:v>0.1541681456005288</c:v>
                </c:pt>
                <c:pt idx="76">
                  <c:v>0.13061807875951789</c:v>
                </c:pt>
                <c:pt idx="77">
                  <c:v>0.108999125559105</c:v>
                </c:pt>
                <c:pt idx="78">
                  <c:v>8.9367043505814425E-2</c:v>
                </c:pt>
                <c:pt idx="79">
                  <c:v>7.1742231687398933E-2</c:v>
                </c:pt>
                <c:pt idx="80">
                  <c:v>5.6116530468757433E-2</c:v>
                </c:pt>
                <c:pt idx="81">
                  <c:v>4.244098203928319E-2</c:v>
                </c:pt>
                <c:pt idx="82">
                  <c:v>3.068022798020472E-2</c:v>
                </c:pt>
                <c:pt idx="83">
                  <c:v>2.0875066467027598E-2</c:v>
                </c:pt>
                <c:pt idx="84">
                  <c:v>1.3085334823826671E-2</c:v>
                </c:pt>
                <c:pt idx="85">
                  <c:v>7.264795118362288E-3</c:v>
                </c:pt>
                <c:pt idx="86">
                  <c:v>3.2284956216757821E-3</c:v>
                </c:pt>
                <c:pt idx="87">
                  <c:v>8.1596351011181353E-4</c:v>
                </c:pt>
              </c:numCache>
            </c:numRef>
          </c:xVal>
          <c:yVal>
            <c:numRef>
              <c:f>'0.2'!$B$2:$B$89</c:f>
              <c:numCache>
                <c:formatCode>General</c:formatCode>
                <c:ptCount val="88"/>
                <c:pt idx="0">
                  <c:v>0.71378399999999997</c:v>
                </c:pt>
                <c:pt idx="1">
                  <c:v>0.397839</c:v>
                </c:pt>
                <c:pt idx="2">
                  <c:v>1.6441399999999998E-2</c:v>
                </c:pt>
                <c:pt idx="3">
                  <c:v>-0.36763800000000002</c:v>
                </c:pt>
                <c:pt idx="4">
                  <c:v>-0.72742099999999998</c:v>
                </c:pt>
                <c:pt idx="5">
                  <c:v>-1.01227</c:v>
                </c:pt>
                <c:pt idx="6">
                  <c:v>-1.1734599999999999</c:v>
                </c:pt>
                <c:pt idx="7">
                  <c:v>-1.2068399999999999</c:v>
                </c:pt>
                <c:pt idx="8">
                  <c:v>-1.15154</c:v>
                </c:pt>
                <c:pt idx="9">
                  <c:v>-1.0598099999999999</c:v>
                </c:pt>
                <c:pt idx="10">
                  <c:v>-0.96689899999999995</c:v>
                </c:pt>
                <c:pt idx="11">
                  <c:v>-0.88111600000000001</c:v>
                </c:pt>
                <c:pt idx="12">
                  <c:v>-0.79561400000000004</c:v>
                </c:pt>
                <c:pt idx="13">
                  <c:v>-0.72437300000000004</c:v>
                </c:pt>
                <c:pt idx="14">
                  <c:v>-0.68384500000000004</c:v>
                </c:pt>
                <c:pt idx="15">
                  <c:v>-0.66658300000000004</c:v>
                </c:pt>
                <c:pt idx="16">
                  <c:v>-0.66469900000000004</c:v>
                </c:pt>
                <c:pt idx="17">
                  <c:v>-0.672176</c:v>
                </c:pt>
                <c:pt idx="18">
                  <c:v>-0.68570200000000003</c:v>
                </c:pt>
                <c:pt idx="19">
                  <c:v>-0.70372400000000002</c:v>
                </c:pt>
                <c:pt idx="20">
                  <c:v>-0.72448800000000002</c:v>
                </c:pt>
                <c:pt idx="21">
                  <c:v>-0.746587</c:v>
                </c:pt>
                <c:pt idx="22">
                  <c:v>-0.76869399999999999</c:v>
                </c:pt>
                <c:pt idx="23">
                  <c:v>-0.79051800000000005</c:v>
                </c:pt>
                <c:pt idx="24">
                  <c:v>-0.80977600000000005</c:v>
                </c:pt>
                <c:pt idx="25">
                  <c:v>-0.81325400000000003</c:v>
                </c:pt>
                <c:pt idx="26">
                  <c:v>-0.76427100000000003</c:v>
                </c:pt>
                <c:pt idx="27">
                  <c:v>-0.63486500000000001</c:v>
                </c:pt>
                <c:pt idx="28">
                  <c:v>-0.46118999999999999</c:v>
                </c:pt>
                <c:pt idx="29">
                  <c:v>-0.31828699999999999</c:v>
                </c:pt>
                <c:pt idx="30">
                  <c:v>-0.22551399999999999</c:v>
                </c:pt>
                <c:pt idx="31">
                  <c:v>-0.165519</c:v>
                </c:pt>
                <c:pt idx="32">
                  <c:v>-0.122361</c:v>
                </c:pt>
                <c:pt idx="33">
                  <c:v>-8.6679500000000007E-2</c:v>
                </c:pt>
                <c:pt idx="34">
                  <c:v>-5.4669099999999998E-2</c:v>
                </c:pt>
                <c:pt idx="35">
                  <c:v>-2.6269199999999999E-2</c:v>
                </c:pt>
                <c:pt idx="36">
                  <c:v>-1.1439600000000001E-3</c:v>
                </c:pt>
                <c:pt idx="37">
                  <c:v>2.0826799999999999E-2</c:v>
                </c:pt>
                <c:pt idx="38">
                  <c:v>4.0230299999999997E-2</c:v>
                </c:pt>
                <c:pt idx="39">
                  <c:v>5.6908300000000002E-2</c:v>
                </c:pt>
                <c:pt idx="40">
                  <c:v>7.1578500000000003E-2</c:v>
                </c:pt>
                <c:pt idx="41">
                  <c:v>8.4193699999999996E-2</c:v>
                </c:pt>
                <c:pt idx="42">
                  <c:v>9.4894699999999998E-2</c:v>
                </c:pt>
                <c:pt idx="43">
                  <c:v>0.106377</c:v>
                </c:pt>
                <c:pt idx="44">
                  <c:v>0.13656199999999999</c:v>
                </c:pt>
                <c:pt idx="45">
                  <c:v>0.124066</c:v>
                </c:pt>
                <c:pt idx="46">
                  <c:v>0.103121</c:v>
                </c:pt>
                <c:pt idx="47">
                  <c:v>8.0339599999999997E-2</c:v>
                </c:pt>
                <c:pt idx="48">
                  <c:v>5.7827799999999999E-2</c:v>
                </c:pt>
                <c:pt idx="49">
                  <c:v>3.5208200000000002E-2</c:v>
                </c:pt>
                <c:pt idx="50">
                  <c:v>1.3328100000000001E-2</c:v>
                </c:pt>
                <c:pt idx="51">
                  <c:v>-7.4850400000000001E-3</c:v>
                </c:pt>
                <c:pt idx="52">
                  <c:v>-2.6223900000000001E-2</c:v>
                </c:pt>
                <c:pt idx="53">
                  <c:v>-4.3005000000000002E-2</c:v>
                </c:pt>
                <c:pt idx="54">
                  <c:v>-5.7478799999999997E-2</c:v>
                </c:pt>
                <c:pt idx="55">
                  <c:v>-7.0437700000000006E-2</c:v>
                </c:pt>
                <c:pt idx="56">
                  <c:v>-8.2333400000000001E-2</c:v>
                </c:pt>
                <c:pt idx="57">
                  <c:v>-9.4195500000000001E-2</c:v>
                </c:pt>
                <c:pt idx="58">
                  <c:v>-0.106464</c:v>
                </c:pt>
                <c:pt idx="59">
                  <c:v>-0.119468</c:v>
                </c:pt>
                <c:pt idx="60">
                  <c:v>-0.13266900000000001</c:v>
                </c:pt>
                <c:pt idx="61">
                  <c:v>-0.14507999999999999</c:v>
                </c:pt>
                <c:pt idx="62">
                  <c:v>-0.15498000000000001</c:v>
                </c:pt>
                <c:pt idx="63">
                  <c:v>-0.16050600000000001</c:v>
                </c:pt>
                <c:pt idx="64">
                  <c:v>-0.159965</c:v>
                </c:pt>
                <c:pt idx="65">
                  <c:v>-0.15252099999999999</c:v>
                </c:pt>
                <c:pt idx="66">
                  <c:v>-0.13825399999999999</c:v>
                </c:pt>
                <c:pt idx="67">
                  <c:v>-0.11823699999999999</c:v>
                </c:pt>
                <c:pt idx="68">
                  <c:v>-9.4071600000000005E-2</c:v>
                </c:pt>
                <c:pt idx="69">
                  <c:v>-6.7544099999999996E-2</c:v>
                </c:pt>
                <c:pt idx="70">
                  <c:v>-4.0212900000000003E-2</c:v>
                </c:pt>
                <c:pt idx="71">
                  <c:v>-1.3205700000000001E-2</c:v>
                </c:pt>
                <c:pt idx="72">
                  <c:v>1.29543E-2</c:v>
                </c:pt>
                <c:pt idx="73">
                  <c:v>3.8279599999999997E-2</c:v>
                </c:pt>
                <c:pt idx="74">
                  <c:v>6.3278100000000004E-2</c:v>
                </c:pt>
                <c:pt idx="75">
                  <c:v>8.8709300000000005E-2</c:v>
                </c:pt>
                <c:pt idx="76">
                  <c:v>0.115439</c:v>
                </c:pt>
                <c:pt idx="77">
                  <c:v>0.14402200000000001</c:v>
                </c:pt>
                <c:pt idx="78">
                  <c:v>0.17438100000000001</c:v>
                </c:pt>
                <c:pt idx="79">
                  <c:v>0.206623</c:v>
                </c:pt>
                <c:pt idx="80">
                  <c:v>0.23303099999999999</c:v>
                </c:pt>
                <c:pt idx="81">
                  <c:v>0.24034800000000001</c:v>
                </c:pt>
                <c:pt idx="82">
                  <c:v>0.25887100000000002</c:v>
                </c:pt>
                <c:pt idx="83">
                  <c:v>0.35264400000000001</c:v>
                </c:pt>
                <c:pt idx="84">
                  <c:v>0.52658799999999995</c:v>
                </c:pt>
                <c:pt idx="85">
                  <c:v>0.71822600000000003</c:v>
                </c:pt>
                <c:pt idx="86">
                  <c:v>0.85191600000000001</c:v>
                </c:pt>
                <c:pt idx="87">
                  <c:v>0.86792499999999995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86C-4E7E-8F91-60402C9E839F}"/>
            </c:ext>
          </c:extLst>
        </c:ser>
        <c:ser>
          <c:idx val="1"/>
          <c:order val="1"/>
          <c:tx>
            <c:v>Exp.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19050">
                <a:solidFill>
                  <a:srgbClr val="FF0000"/>
                </a:solidFill>
              </a:ln>
              <a:effectLst/>
            </c:spPr>
          </c:marker>
          <c:xVal>
            <c:numRef>
              <c:f>'0.2'!$G$2:$G$35</c:f>
              <c:numCache>
                <c:formatCode>0.00E+00</c:formatCode>
                <c:ptCount val="34"/>
                <c:pt idx="0">
                  <c:v>0.95030000000000003</c:v>
                </c:pt>
                <c:pt idx="1">
                  <c:v>0.81596999999999997</c:v>
                </c:pt>
                <c:pt idx="2">
                  <c:v>0.66593000000000002</c:v>
                </c:pt>
                <c:pt idx="3">
                  <c:v>0.56588000000000005</c:v>
                </c:pt>
                <c:pt idx="4">
                  <c:v>0.46599000000000002</c:v>
                </c:pt>
                <c:pt idx="5">
                  <c:v>0.36580000000000001</c:v>
                </c:pt>
                <c:pt idx="6">
                  <c:v>0.26579000000000003</c:v>
                </c:pt>
                <c:pt idx="7">
                  <c:v>0.16594</c:v>
                </c:pt>
                <c:pt idx="8">
                  <c:v>4.9930000000000002E-2</c:v>
                </c:pt>
                <c:pt idx="9">
                  <c:v>2.002E-2</c:v>
                </c:pt>
                <c:pt idx="10">
                  <c:v>5.9300000000000004E-3</c:v>
                </c:pt>
                <c:pt idx="11">
                  <c:v>3.4000000000000002E-4</c:v>
                </c:pt>
                <c:pt idx="12">
                  <c:v>2.16E-3</c:v>
                </c:pt>
                <c:pt idx="13">
                  <c:v>8.6599999999999993E-3</c:v>
                </c:pt>
                <c:pt idx="14">
                  <c:v>2.0369999999999999E-2</c:v>
                </c:pt>
                <c:pt idx="15">
                  <c:v>3.5249999999999997E-2</c:v>
                </c:pt>
                <c:pt idx="16">
                  <c:v>6.0359999999999997E-2</c:v>
                </c:pt>
                <c:pt idx="17">
                  <c:v>9.9589999999999998E-2</c:v>
                </c:pt>
                <c:pt idx="18">
                  <c:v>0.15037</c:v>
                </c:pt>
                <c:pt idx="19">
                  <c:v>0.20044000000000001</c:v>
                </c:pt>
                <c:pt idx="20">
                  <c:v>0.25039</c:v>
                </c:pt>
                <c:pt idx="21">
                  <c:v>0.30049999999999999</c:v>
                </c:pt>
                <c:pt idx="22">
                  <c:v>0.35049999999999998</c:v>
                </c:pt>
                <c:pt idx="23">
                  <c:v>0.40046999999999999</c:v>
                </c:pt>
                <c:pt idx="24">
                  <c:v>0.45029999999999998</c:v>
                </c:pt>
                <c:pt idx="25">
                  <c:v>0.50039</c:v>
                </c:pt>
                <c:pt idx="26">
                  <c:v>0.55025000000000002</c:v>
                </c:pt>
                <c:pt idx="27">
                  <c:v>0.60028999999999999</c:v>
                </c:pt>
                <c:pt idx="28">
                  <c:v>0.65032000000000001</c:v>
                </c:pt>
                <c:pt idx="29">
                  <c:v>0.71026</c:v>
                </c:pt>
                <c:pt idx="30">
                  <c:v>0.78025999999999995</c:v>
                </c:pt>
                <c:pt idx="31">
                  <c:v>0.85021000000000002</c:v>
                </c:pt>
                <c:pt idx="32">
                  <c:v>0.92027000000000003</c:v>
                </c:pt>
                <c:pt idx="33">
                  <c:v>0.98517999999999994</c:v>
                </c:pt>
              </c:numCache>
            </c:numRef>
          </c:xVal>
          <c:yVal>
            <c:numRef>
              <c:f>'0.2'!$H$2:$H$35</c:f>
              <c:numCache>
                <c:formatCode>0.00E+00</c:formatCode>
                <c:ptCount val="34"/>
                <c:pt idx="0">
                  <c:v>9.6395999999999996E-2</c:v>
                </c:pt>
                <c:pt idx="1">
                  <c:v>-4.9867000000000002E-2</c:v>
                </c:pt>
                <c:pt idx="2">
                  <c:v>-9.9191000000000001E-2</c:v>
                </c:pt>
                <c:pt idx="3">
                  <c:v>-0.12903000000000001</c:v>
                </c:pt>
                <c:pt idx="4">
                  <c:v>-0.13780999999999999</c:v>
                </c:pt>
                <c:pt idx="5">
                  <c:v>-8.4223000000000006E-2</c:v>
                </c:pt>
                <c:pt idx="6">
                  <c:v>-2.1641000000000001E-2</c:v>
                </c:pt>
                <c:pt idx="7">
                  <c:v>6.5523999999999999E-2</c:v>
                </c:pt>
                <c:pt idx="8">
                  <c:v>0.20569000000000001</c:v>
                </c:pt>
                <c:pt idx="9">
                  <c:v>0.29588999999999999</c:v>
                </c:pt>
                <c:pt idx="10">
                  <c:v>0.73319000000000001</c:v>
                </c:pt>
                <c:pt idx="11">
                  <c:v>0.70206000000000002</c:v>
                </c:pt>
                <c:pt idx="12">
                  <c:v>0.21920999999999999</c:v>
                </c:pt>
                <c:pt idx="13">
                  <c:v>-0.42756</c:v>
                </c:pt>
                <c:pt idx="14">
                  <c:v>-0.97109000000000001</c:v>
                </c:pt>
                <c:pt idx="15">
                  <c:v>-1.2921</c:v>
                </c:pt>
                <c:pt idx="16">
                  <c:v>-1.2741</c:v>
                </c:pt>
                <c:pt idx="17">
                  <c:v>-1.0923</c:v>
                </c:pt>
                <c:pt idx="18">
                  <c:v>-0.70628000000000002</c:v>
                </c:pt>
                <c:pt idx="19">
                  <c:v>-0.73121000000000003</c:v>
                </c:pt>
                <c:pt idx="20">
                  <c:v>-0.62736999999999998</c:v>
                </c:pt>
                <c:pt idx="21">
                  <c:v>-0.61856</c:v>
                </c:pt>
                <c:pt idx="22">
                  <c:v>-0.61378999999999995</c:v>
                </c:pt>
                <c:pt idx="23">
                  <c:v>-0.61978999999999995</c:v>
                </c:pt>
                <c:pt idx="24">
                  <c:v>-0.64905000000000002</c:v>
                </c:pt>
                <c:pt idx="25">
                  <c:v>-0.64442999999999995</c:v>
                </c:pt>
                <c:pt idx="26">
                  <c:v>-0.66476000000000002</c:v>
                </c:pt>
                <c:pt idx="27">
                  <c:v>-0.52666000000000002</c:v>
                </c:pt>
                <c:pt idx="28">
                  <c:v>-0.30232999999999999</c:v>
                </c:pt>
                <c:pt idx="29">
                  <c:v>-0.22316</c:v>
                </c:pt>
                <c:pt idx="30">
                  <c:v>-0.14416000000000001</c:v>
                </c:pt>
                <c:pt idx="31">
                  <c:v>-5.1028999999999998E-2</c:v>
                </c:pt>
                <c:pt idx="32">
                  <c:v>5.8973999999999999E-2</c:v>
                </c:pt>
                <c:pt idx="33">
                  <c:v>0.16897999999999999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86C-4E7E-8F91-60402C9E83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94294640"/>
        <c:axId val="1594297040"/>
      </c:scatterChart>
      <c:valAx>
        <c:axId val="1594294640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94297040"/>
        <c:crosses val="autoZero"/>
        <c:crossBetween val="midCat"/>
      </c:valAx>
      <c:valAx>
        <c:axId val="1594297040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942946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011788696545261"/>
          <c:y val="0.1674019156696322"/>
          <c:w val="0.16750289011605121"/>
          <c:h val="0.146104918703343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Section (44%)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7447698362453252"/>
          <c:y val="1.6067752179419162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7265773380238484E-2"/>
          <c:y val="0.14234974807871828"/>
          <c:w val="0.89691581648829022"/>
          <c:h val="0.72384011901726464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317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'0.44'!$A$2:$A$89</c:f>
              <c:numCache>
                <c:formatCode>General</c:formatCode>
                <c:ptCount val="88"/>
                <c:pt idx="0">
                  <c:v>0</c:v>
                </c:pt>
                <c:pt idx="1">
                  <c:v>8.1599535297562271E-4</c:v>
                </c:pt>
                <c:pt idx="2">
                  <c:v>3.228636980417678E-3</c:v>
                </c:pt>
                <c:pt idx="3">
                  <c:v>7.2655857417490118E-3</c:v>
                </c:pt>
                <c:pt idx="4">
                  <c:v>1.3085123221445149E-2</c:v>
                </c:pt>
                <c:pt idx="5">
                  <c:v>2.087472857781689E-2</c:v>
                </c:pt>
                <c:pt idx="6">
                  <c:v>3.068050324323579E-2</c:v>
                </c:pt>
                <c:pt idx="7">
                  <c:v>4.2440978641206432E-2</c:v>
                </c:pt>
                <c:pt idx="8">
                  <c:v>5.6116200197006832E-2</c:v>
                </c:pt>
                <c:pt idx="9">
                  <c:v>7.1743049056534197E-2</c:v>
                </c:pt>
                <c:pt idx="10">
                  <c:v>8.9366089937747764E-2</c:v>
                </c:pt>
                <c:pt idx="11">
                  <c:v>0.10899915327035881</c:v>
                </c:pt>
                <c:pt idx="12">
                  <c:v>0.1306191883381817</c:v>
                </c:pt>
                <c:pt idx="13">
                  <c:v>0.1541677999935458</c:v>
                </c:pt>
                <c:pt idx="14">
                  <c:v>0.17956661580141969</c:v>
                </c:pt>
                <c:pt idx="15">
                  <c:v>0.20670499232411149</c:v>
                </c:pt>
                <c:pt idx="16">
                  <c:v>0.23545384555098131</c:v>
                </c:pt>
                <c:pt idx="17">
                  <c:v>0.26566565089844008</c:v>
                </c:pt>
                <c:pt idx="18">
                  <c:v>0.29717444320995062</c:v>
                </c:pt>
                <c:pt idx="19">
                  <c:v>0.32980196361367631</c:v>
                </c:pt>
                <c:pt idx="20">
                  <c:v>0.36335304937924429</c:v>
                </c:pt>
                <c:pt idx="21">
                  <c:v>0.397627927633045</c:v>
                </c:pt>
                <c:pt idx="22">
                  <c:v>0.43241606850058162</c:v>
                </c:pt>
                <c:pt idx="23">
                  <c:v>0.46750233196412089</c:v>
                </c:pt>
                <c:pt idx="24">
                  <c:v>0.50267157800592865</c:v>
                </c:pt>
                <c:pt idx="25">
                  <c:v>0.53771174003709632</c:v>
                </c:pt>
                <c:pt idx="26">
                  <c:v>0.57241536161195206</c:v>
                </c:pt>
                <c:pt idx="27">
                  <c:v>0.6065842065712983</c:v>
                </c:pt>
                <c:pt idx="28">
                  <c:v>0.64003233247123659</c:v>
                </c:pt>
                <c:pt idx="29">
                  <c:v>0.67258455386875549</c:v>
                </c:pt>
                <c:pt idx="30">
                  <c:v>0.70407951575055439</c:v>
                </c:pt>
                <c:pt idx="31">
                  <c:v>0.73437737710510675</c:v>
                </c:pt>
                <c:pt idx="32">
                  <c:v>0.7633490539217721</c:v>
                </c:pt>
                <c:pt idx="33">
                  <c:v>0.79089158633492085</c:v>
                </c:pt>
                <c:pt idx="34">
                  <c:v>0.81692813862393365</c:v>
                </c:pt>
                <c:pt idx="35">
                  <c:v>0.84140338906996504</c:v>
                </c:pt>
                <c:pt idx="36">
                  <c:v>0.86429582367124136</c:v>
                </c:pt>
                <c:pt idx="37">
                  <c:v>0.88561927285747422</c:v>
                </c:pt>
                <c:pt idx="38">
                  <c:v>0.90541830134662293</c:v>
                </c:pt>
                <c:pt idx="39">
                  <c:v>0.92378203857460517</c:v>
                </c:pt>
                <c:pt idx="40">
                  <c:v>0.94083342169441198</c:v>
                </c:pt>
                <c:pt idx="41">
                  <c:v>0.95674456272023067</c:v>
                </c:pt>
                <c:pt idx="42">
                  <c:v>0.97172906495538147</c:v>
                </c:pt>
                <c:pt idx="43">
                  <c:v>0.98604355970673341</c:v>
                </c:pt>
                <c:pt idx="44">
                  <c:v>1</c:v>
                </c:pt>
                <c:pt idx="45">
                  <c:v>0.98604355970673341</c:v>
                </c:pt>
                <c:pt idx="46">
                  <c:v>0.97172906495538147</c:v>
                </c:pt>
                <c:pt idx="47">
                  <c:v>0.95674456272023067</c:v>
                </c:pt>
                <c:pt idx="48">
                  <c:v>0.94083342169441198</c:v>
                </c:pt>
                <c:pt idx="49">
                  <c:v>0.92378203857460517</c:v>
                </c:pt>
                <c:pt idx="50">
                  <c:v>0.90541830134662293</c:v>
                </c:pt>
                <c:pt idx="51">
                  <c:v>0.88561927285747422</c:v>
                </c:pt>
                <c:pt idx="52">
                  <c:v>0.86429582367124136</c:v>
                </c:pt>
                <c:pt idx="53">
                  <c:v>0.84140338906996504</c:v>
                </c:pt>
                <c:pt idx="54">
                  <c:v>0.81692813862393365</c:v>
                </c:pt>
                <c:pt idx="55">
                  <c:v>0.79089158633492085</c:v>
                </c:pt>
                <c:pt idx="56">
                  <c:v>0.7633490539217721</c:v>
                </c:pt>
                <c:pt idx="57">
                  <c:v>0.73437737710510675</c:v>
                </c:pt>
                <c:pt idx="58">
                  <c:v>0.70407951575055439</c:v>
                </c:pt>
                <c:pt idx="59">
                  <c:v>0.67258455386875549</c:v>
                </c:pt>
                <c:pt idx="60">
                  <c:v>0.64003233247123659</c:v>
                </c:pt>
                <c:pt idx="61">
                  <c:v>0.6065842065712983</c:v>
                </c:pt>
                <c:pt idx="62">
                  <c:v>0.57241536161195206</c:v>
                </c:pt>
                <c:pt idx="63">
                  <c:v>0.53771174003709632</c:v>
                </c:pt>
                <c:pt idx="64">
                  <c:v>0.50267157800592865</c:v>
                </c:pt>
                <c:pt idx="65">
                  <c:v>0.46750233196412089</c:v>
                </c:pt>
                <c:pt idx="66">
                  <c:v>0.43241606850058162</c:v>
                </c:pt>
                <c:pt idx="67">
                  <c:v>0.397627927633045</c:v>
                </c:pt>
                <c:pt idx="68">
                  <c:v>0.36335304937924429</c:v>
                </c:pt>
                <c:pt idx="69">
                  <c:v>0.32980196361367631</c:v>
                </c:pt>
                <c:pt idx="70">
                  <c:v>0.29717444320995062</c:v>
                </c:pt>
                <c:pt idx="71">
                  <c:v>0.26566565089844008</c:v>
                </c:pt>
                <c:pt idx="72">
                  <c:v>0.23545384555098131</c:v>
                </c:pt>
                <c:pt idx="73">
                  <c:v>0.20670499232411149</c:v>
                </c:pt>
                <c:pt idx="74">
                  <c:v>0.17956661580141969</c:v>
                </c:pt>
                <c:pt idx="75">
                  <c:v>0.1541677999935458</c:v>
                </c:pt>
                <c:pt idx="76">
                  <c:v>0.1306191883381817</c:v>
                </c:pt>
                <c:pt idx="77">
                  <c:v>0.10899915327035881</c:v>
                </c:pt>
                <c:pt idx="78">
                  <c:v>8.9366089937747764E-2</c:v>
                </c:pt>
                <c:pt idx="79">
                  <c:v>7.1743049056534197E-2</c:v>
                </c:pt>
                <c:pt idx="80">
                  <c:v>5.6116200197006832E-2</c:v>
                </c:pt>
                <c:pt idx="81">
                  <c:v>4.2440978641206432E-2</c:v>
                </c:pt>
                <c:pt idx="82">
                  <c:v>3.068050324323579E-2</c:v>
                </c:pt>
                <c:pt idx="83">
                  <c:v>2.087472857781689E-2</c:v>
                </c:pt>
                <c:pt idx="84">
                  <c:v>1.3085123221445149E-2</c:v>
                </c:pt>
                <c:pt idx="85">
                  <c:v>7.2655857417490118E-3</c:v>
                </c:pt>
                <c:pt idx="86">
                  <c:v>3.228636980417678E-3</c:v>
                </c:pt>
                <c:pt idx="87">
                  <c:v>8.1599535297562271E-4</c:v>
                </c:pt>
              </c:numCache>
            </c:numRef>
          </c:xVal>
          <c:yVal>
            <c:numRef>
              <c:f>'0.44'!$B$2:$B$89</c:f>
              <c:numCache>
                <c:formatCode>General</c:formatCode>
                <c:ptCount val="88"/>
                <c:pt idx="0">
                  <c:v>0.65043300000000004</c:v>
                </c:pt>
                <c:pt idx="1">
                  <c:v>0.31351099999999998</c:v>
                </c:pt>
                <c:pt idx="2">
                  <c:v>-8.1983299999999995E-2</c:v>
                </c:pt>
                <c:pt idx="3">
                  <c:v>-0.47211399999999998</c:v>
                </c:pt>
                <c:pt idx="4">
                  <c:v>-0.831951</c:v>
                </c:pt>
                <c:pt idx="5">
                  <c:v>-1.11747</c:v>
                </c:pt>
                <c:pt idx="6">
                  <c:v>-1.2861100000000001</c:v>
                </c:pt>
                <c:pt idx="7">
                  <c:v>-1.3387899999999999</c:v>
                </c:pt>
                <c:pt idx="8">
                  <c:v>-1.31999</c:v>
                </c:pt>
                <c:pt idx="9">
                  <c:v>-1.28196</c:v>
                </c:pt>
                <c:pt idx="10">
                  <c:v>-1.2472000000000001</c:v>
                </c:pt>
                <c:pt idx="11">
                  <c:v>-1.21668</c:v>
                </c:pt>
                <c:pt idx="12">
                  <c:v>-1.1871700000000001</c:v>
                </c:pt>
                <c:pt idx="13">
                  <c:v>-1.15459</c:v>
                </c:pt>
                <c:pt idx="14">
                  <c:v>-1.1155200000000001</c:v>
                </c:pt>
                <c:pt idx="15">
                  <c:v>-1.0658300000000001</c:v>
                </c:pt>
                <c:pt idx="16">
                  <c:v>-1.0058199999999999</c:v>
                </c:pt>
                <c:pt idx="17">
                  <c:v>-0.93670699999999996</c:v>
                </c:pt>
                <c:pt idx="18">
                  <c:v>-0.87046999999999997</c:v>
                </c:pt>
                <c:pt idx="19">
                  <c:v>-0.82664300000000002</c:v>
                </c:pt>
                <c:pt idx="20">
                  <c:v>-0.80951600000000001</c:v>
                </c:pt>
                <c:pt idx="21">
                  <c:v>-0.81596800000000003</c:v>
                </c:pt>
                <c:pt idx="22">
                  <c:v>-0.82874800000000004</c:v>
                </c:pt>
                <c:pt idx="23">
                  <c:v>-0.822685</c:v>
                </c:pt>
                <c:pt idx="24">
                  <c:v>-0.74640099999999998</c:v>
                </c:pt>
                <c:pt idx="25">
                  <c:v>-0.57336100000000001</c:v>
                </c:pt>
                <c:pt idx="26">
                  <c:v>-0.37875399999999998</c:v>
                </c:pt>
                <c:pt idx="27">
                  <c:v>-0.26346999999999998</c:v>
                </c:pt>
                <c:pt idx="28">
                  <c:v>-0.202485</c:v>
                </c:pt>
                <c:pt idx="29">
                  <c:v>-0.15792400000000001</c:v>
                </c:pt>
                <c:pt idx="30">
                  <c:v>-0.119406</c:v>
                </c:pt>
                <c:pt idx="31">
                  <c:v>-8.5669099999999998E-2</c:v>
                </c:pt>
                <c:pt idx="32">
                  <c:v>-5.6306299999999997E-2</c:v>
                </c:pt>
                <c:pt idx="33">
                  <c:v>-3.0414799999999999E-2</c:v>
                </c:pt>
                <c:pt idx="34">
                  <c:v>-7.1284699999999996E-3</c:v>
                </c:pt>
                <c:pt idx="35">
                  <c:v>1.3880399999999999E-2</c:v>
                </c:pt>
                <c:pt idx="36">
                  <c:v>3.3056200000000001E-2</c:v>
                </c:pt>
                <c:pt idx="37">
                  <c:v>5.02313E-2</c:v>
                </c:pt>
                <c:pt idx="38">
                  <c:v>6.5779799999999999E-2</c:v>
                </c:pt>
                <c:pt idx="39">
                  <c:v>7.9416600000000004E-2</c:v>
                </c:pt>
                <c:pt idx="40">
                  <c:v>9.1618500000000005E-2</c:v>
                </c:pt>
                <c:pt idx="41">
                  <c:v>0.102356</c:v>
                </c:pt>
                <c:pt idx="42">
                  <c:v>0.11135</c:v>
                </c:pt>
                <c:pt idx="43">
                  <c:v>0.120904</c:v>
                </c:pt>
                <c:pt idx="44">
                  <c:v>0.14671699999999999</c:v>
                </c:pt>
                <c:pt idx="45">
                  <c:v>0.13140199999999999</c:v>
                </c:pt>
                <c:pt idx="46">
                  <c:v>0.10971499999999999</c:v>
                </c:pt>
                <c:pt idx="47">
                  <c:v>8.6735599999999996E-2</c:v>
                </c:pt>
                <c:pt idx="48">
                  <c:v>6.4067200000000005E-2</c:v>
                </c:pt>
                <c:pt idx="49">
                  <c:v>4.1547500000000001E-2</c:v>
                </c:pt>
                <c:pt idx="50">
                  <c:v>1.97412E-2</c:v>
                </c:pt>
                <c:pt idx="51">
                  <c:v>-8.9693399999999995E-4</c:v>
                </c:pt>
                <c:pt idx="52">
                  <c:v>-1.9542199999999999E-2</c:v>
                </c:pt>
                <c:pt idx="53">
                  <c:v>-3.62875E-2</c:v>
                </c:pt>
                <c:pt idx="54">
                  <c:v>-5.0914099999999997E-2</c:v>
                </c:pt>
                <c:pt idx="55">
                  <c:v>-6.4207399999999998E-2</c:v>
                </c:pt>
                <c:pt idx="56">
                  <c:v>-7.6677999999999996E-2</c:v>
                </c:pt>
                <c:pt idx="57">
                  <c:v>-8.9351200000000006E-2</c:v>
                </c:pt>
                <c:pt idx="58">
                  <c:v>-0.102702</c:v>
                </c:pt>
                <c:pt idx="59">
                  <c:v>-0.11711299999999999</c:v>
                </c:pt>
                <c:pt idx="60">
                  <c:v>-0.132162</c:v>
                </c:pt>
                <c:pt idx="61">
                  <c:v>-0.14700299999999999</c:v>
                </c:pt>
                <c:pt idx="62">
                  <c:v>-0.160026</c:v>
                </c:pt>
                <c:pt idx="63">
                  <c:v>-0.16930799999999999</c:v>
                </c:pt>
                <c:pt idx="64">
                  <c:v>-0.172905</c:v>
                </c:pt>
                <c:pt idx="65">
                  <c:v>-0.16961499999999999</c:v>
                </c:pt>
                <c:pt idx="66">
                  <c:v>-0.15917999999999999</c:v>
                </c:pt>
                <c:pt idx="67">
                  <c:v>-0.14243700000000001</c:v>
                </c:pt>
                <c:pt idx="68">
                  <c:v>-0.12085899999999999</c:v>
                </c:pt>
                <c:pt idx="69">
                  <c:v>-9.6195500000000003E-2</c:v>
                </c:pt>
                <c:pt idx="70">
                  <c:v>-7.0047600000000002E-2</c:v>
                </c:pt>
                <c:pt idx="71">
                  <c:v>-4.3642899999999998E-2</c:v>
                </c:pt>
                <c:pt idx="72">
                  <c:v>-1.7593899999999999E-2</c:v>
                </c:pt>
                <c:pt idx="73">
                  <c:v>8.0503999999999992E-3</c:v>
                </c:pt>
                <c:pt idx="74">
                  <c:v>3.3770500000000002E-2</c:v>
                </c:pt>
                <c:pt idx="75">
                  <c:v>6.0351299999999997E-2</c:v>
                </c:pt>
                <c:pt idx="76">
                  <c:v>8.8666999999999996E-2</c:v>
                </c:pt>
                <c:pt idx="77">
                  <c:v>0.119299</c:v>
                </c:pt>
                <c:pt idx="78">
                  <c:v>0.15209500000000001</c:v>
                </c:pt>
                <c:pt idx="79">
                  <c:v>0.186919</c:v>
                </c:pt>
                <c:pt idx="80">
                  <c:v>0.21674399999999999</c:v>
                </c:pt>
                <c:pt idx="81">
                  <c:v>0.229515</c:v>
                </c:pt>
                <c:pt idx="82">
                  <c:v>0.253278</c:v>
                </c:pt>
                <c:pt idx="83">
                  <c:v>0.34833599999999998</c:v>
                </c:pt>
                <c:pt idx="84">
                  <c:v>0.51856500000000005</c:v>
                </c:pt>
                <c:pt idx="85">
                  <c:v>0.70186999999999999</c:v>
                </c:pt>
                <c:pt idx="86">
                  <c:v>0.82441299999999995</c:v>
                </c:pt>
                <c:pt idx="87">
                  <c:v>0.82523500000000005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CA4-429C-AD79-359E097E25D3}"/>
            </c:ext>
          </c:extLst>
        </c:ser>
        <c:ser>
          <c:idx val="1"/>
          <c:order val="1"/>
          <c:tx>
            <c:v>Exp.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19050">
                <a:solidFill>
                  <a:srgbClr val="FF0000"/>
                </a:solidFill>
              </a:ln>
              <a:effectLst/>
            </c:spPr>
          </c:marker>
          <c:xVal>
            <c:numRef>
              <c:f>'0.44'!$G$2:$G$35</c:f>
              <c:numCache>
                <c:formatCode>0.00E+00</c:formatCode>
                <c:ptCount val="34"/>
                <c:pt idx="0">
                  <c:v>0.94937000000000005</c:v>
                </c:pt>
                <c:pt idx="1">
                  <c:v>0.81705000000000005</c:v>
                </c:pt>
                <c:pt idx="2">
                  <c:v>0.66698000000000002</c:v>
                </c:pt>
                <c:pt idx="3">
                  <c:v>0.56705000000000005</c:v>
                </c:pt>
                <c:pt idx="4">
                  <c:v>0.46705999999999998</c:v>
                </c:pt>
                <c:pt idx="5">
                  <c:v>0.36704999999999999</c:v>
                </c:pt>
                <c:pt idx="6">
                  <c:v>0.26705000000000001</c:v>
                </c:pt>
                <c:pt idx="7">
                  <c:v>0.16699</c:v>
                </c:pt>
                <c:pt idx="8">
                  <c:v>4.9090000000000002E-2</c:v>
                </c:pt>
                <c:pt idx="9">
                  <c:v>1.9220000000000001E-2</c:v>
                </c:pt>
                <c:pt idx="10">
                  <c:v>5.1999999999999998E-3</c:v>
                </c:pt>
                <c:pt idx="11">
                  <c:v>3.1E-4</c:v>
                </c:pt>
                <c:pt idx="12">
                  <c:v>1.08E-3</c:v>
                </c:pt>
                <c:pt idx="13">
                  <c:v>7.8899999999999994E-3</c:v>
                </c:pt>
                <c:pt idx="14">
                  <c:v>1.9060000000000001E-2</c:v>
                </c:pt>
                <c:pt idx="15">
                  <c:v>3.4020000000000002E-2</c:v>
                </c:pt>
                <c:pt idx="16">
                  <c:v>5.9110000000000003E-2</c:v>
                </c:pt>
                <c:pt idx="17">
                  <c:v>9.9129999999999996E-2</c:v>
                </c:pt>
                <c:pt idx="18">
                  <c:v>0.14927000000000001</c:v>
                </c:pt>
                <c:pt idx="19">
                  <c:v>0.19908999999999999</c:v>
                </c:pt>
                <c:pt idx="20">
                  <c:v>0.25080000000000002</c:v>
                </c:pt>
                <c:pt idx="21">
                  <c:v>0.29925000000000002</c:v>
                </c:pt>
                <c:pt idx="22">
                  <c:v>0.34927000000000002</c:v>
                </c:pt>
                <c:pt idx="23">
                  <c:v>0.39931</c:v>
                </c:pt>
                <c:pt idx="24">
                  <c:v>0.44896999999999998</c:v>
                </c:pt>
                <c:pt idx="25">
                  <c:v>0.49926999999999999</c:v>
                </c:pt>
                <c:pt idx="26">
                  <c:v>0.54927000000000004</c:v>
                </c:pt>
                <c:pt idx="27">
                  <c:v>0.59931000000000001</c:v>
                </c:pt>
                <c:pt idx="28">
                  <c:v>0.64917000000000002</c:v>
                </c:pt>
                <c:pt idx="29">
                  <c:v>0.70896999999999999</c:v>
                </c:pt>
                <c:pt idx="30">
                  <c:v>0.77912000000000003</c:v>
                </c:pt>
                <c:pt idx="31">
                  <c:v>0.84902999999999995</c:v>
                </c:pt>
                <c:pt idx="32">
                  <c:v>0.91929000000000005</c:v>
                </c:pt>
                <c:pt idx="33">
                  <c:v>0.98387000000000002</c:v>
                </c:pt>
              </c:numCache>
            </c:numRef>
          </c:xVal>
          <c:yVal>
            <c:numRef>
              <c:f>'0.44'!$H$2:$H$35</c:f>
              <c:numCache>
                <c:formatCode>0.00E+00</c:formatCode>
                <c:ptCount val="34"/>
                <c:pt idx="0">
                  <c:v>0.13949</c:v>
                </c:pt>
                <c:pt idx="1">
                  <c:v>-9.9304000000000007E-3</c:v>
                </c:pt>
                <c:pt idx="2">
                  <c:v>-9.4740000000000005E-2</c:v>
                </c:pt>
                <c:pt idx="3">
                  <c:v>-0.13203000000000001</c:v>
                </c:pt>
                <c:pt idx="4">
                  <c:v>-0.14702999999999999</c:v>
                </c:pt>
                <c:pt idx="5">
                  <c:v>-9.4127000000000002E-2</c:v>
                </c:pt>
                <c:pt idx="6">
                  <c:v>-2.5801999999999999E-2</c:v>
                </c:pt>
                <c:pt idx="7">
                  <c:v>4.5813E-2</c:v>
                </c:pt>
                <c:pt idx="8">
                  <c:v>0.21127000000000001</c:v>
                </c:pt>
                <c:pt idx="9">
                  <c:v>0.32952999999999999</c:v>
                </c:pt>
                <c:pt idx="10">
                  <c:v>0.75144999999999995</c:v>
                </c:pt>
                <c:pt idx="11">
                  <c:v>0.66454000000000002</c:v>
                </c:pt>
                <c:pt idx="12">
                  <c:v>0.15243000000000001</c:v>
                </c:pt>
                <c:pt idx="13">
                  <c:v>-0.52568999999999999</c:v>
                </c:pt>
                <c:pt idx="14">
                  <c:v>-1.0959000000000001</c:v>
                </c:pt>
                <c:pt idx="15">
                  <c:v>-1.3334999999999999</c:v>
                </c:pt>
                <c:pt idx="16">
                  <c:v>-1.3245</c:v>
                </c:pt>
                <c:pt idx="17">
                  <c:v>-1.2517</c:v>
                </c:pt>
                <c:pt idx="18">
                  <c:v>-1.1825000000000001</c:v>
                </c:pt>
                <c:pt idx="19">
                  <c:v>-1.1513</c:v>
                </c:pt>
                <c:pt idx="20">
                  <c:v>-1.1085</c:v>
                </c:pt>
                <c:pt idx="21">
                  <c:v>-0.77698999999999996</c:v>
                </c:pt>
                <c:pt idx="22">
                  <c:v>-0.68491999999999997</c:v>
                </c:pt>
                <c:pt idx="23">
                  <c:v>-0.71804999999999997</c:v>
                </c:pt>
                <c:pt idx="24">
                  <c:v>-0.74411000000000005</c:v>
                </c:pt>
                <c:pt idx="25">
                  <c:v>-0.78702000000000005</c:v>
                </c:pt>
                <c:pt idx="26">
                  <c:v>-0.38235999999999998</c:v>
                </c:pt>
                <c:pt idx="27">
                  <c:v>-0.21235999999999999</c:v>
                </c:pt>
                <c:pt idx="28">
                  <c:v>-0.16406000000000001</c:v>
                </c:pt>
                <c:pt idx="29">
                  <c:v>-0.1159</c:v>
                </c:pt>
                <c:pt idx="30">
                  <c:v>-5.7092999999999998E-2</c:v>
                </c:pt>
                <c:pt idx="31">
                  <c:v>2.2134999999999998E-2</c:v>
                </c:pt>
                <c:pt idx="32">
                  <c:v>0.11504</c:v>
                </c:pt>
                <c:pt idx="33">
                  <c:v>0.20859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CA4-429C-AD79-359E097E25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52551056"/>
        <c:axId val="1652553936"/>
      </c:scatterChart>
      <c:valAx>
        <c:axId val="1652551056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alpha val="99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52553936"/>
        <c:crosses val="autoZero"/>
        <c:crossBetween val="midCat"/>
      </c:valAx>
      <c:valAx>
        <c:axId val="1652553936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525510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752838537048987"/>
          <c:y val="0.18300618804820337"/>
          <c:w val="0.16148307509351045"/>
          <c:h val="0.1661942923129766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Section (65%)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502508173778617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9979910109987498E-2"/>
          <c:y val="0.16242126801432086"/>
          <c:w val="0.89691581648829022"/>
          <c:h val="0.70376859908166212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317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'0.65'!$A$2:$A$89</c:f>
              <c:numCache>
                <c:formatCode>General</c:formatCode>
                <c:ptCount val="88"/>
                <c:pt idx="0">
                  <c:v>0</c:v>
                </c:pt>
                <c:pt idx="1">
                  <c:v>8.1676819910415487E-4</c:v>
                </c:pt>
                <c:pt idx="2">
                  <c:v>3.228922264823702E-3</c:v>
                </c:pt>
                <c:pt idx="3">
                  <c:v>7.2659421533894627E-3</c:v>
                </c:pt>
                <c:pt idx="4">
                  <c:v>1.308563233639057E-2</c:v>
                </c:pt>
                <c:pt idx="5">
                  <c:v>2.0875277241647189E-2</c:v>
                </c:pt>
                <c:pt idx="6">
                  <c:v>3.0681697976114329E-2</c:v>
                </c:pt>
                <c:pt idx="7">
                  <c:v>4.2440732282112772E-2</c:v>
                </c:pt>
                <c:pt idx="8">
                  <c:v>5.6115963743122083E-2</c:v>
                </c:pt>
                <c:pt idx="9">
                  <c:v>7.1742074660590321E-2</c:v>
                </c:pt>
                <c:pt idx="10">
                  <c:v>8.9365886141472631E-2</c:v>
                </c:pt>
                <c:pt idx="11">
                  <c:v>0.10899953699127569</c:v>
                </c:pt>
                <c:pt idx="12">
                  <c:v>0.1306170154839135</c:v>
                </c:pt>
                <c:pt idx="13">
                  <c:v>0.15416803228228629</c:v>
                </c:pt>
                <c:pt idx="14">
                  <c:v>0.1795658816327734</c:v>
                </c:pt>
                <c:pt idx="15">
                  <c:v>0.20670304840088591</c:v>
                </c:pt>
                <c:pt idx="16">
                  <c:v>0.23545294218633769</c:v>
                </c:pt>
                <c:pt idx="17">
                  <c:v>0.26566469497782941</c:v>
                </c:pt>
                <c:pt idx="18">
                  <c:v>0.29717356584348231</c:v>
                </c:pt>
                <c:pt idx="19">
                  <c:v>0.32979920681576591</c:v>
                </c:pt>
                <c:pt idx="20">
                  <c:v>0.36335086523671539</c:v>
                </c:pt>
                <c:pt idx="21">
                  <c:v>0.39762564964285912</c:v>
                </c:pt>
                <c:pt idx="22">
                  <c:v>0.43241199799536312</c:v>
                </c:pt>
                <c:pt idx="23">
                  <c:v>0.46749834825539349</c:v>
                </c:pt>
                <c:pt idx="24">
                  <c:v>0.5026679360388997</c:v>
                </c:pt>
                <c:pt idx="25">
                  <c:v>0.53770746519197532</c:v>
                </c:pt>
                <c:pt idx="26">
                  <c:v>0.57241057602100376</c:v>
                </c:pt>
                <c:pt idx="27">
                  <c:v>0.60657957940773044</c:v>
                </c:pt>
                <c:pt idx="28">
                  <c:v>0.64002719092433535</c:v>
                </c:pt>
                <c:pt idx="29">
                  <c:v>0.67257826494850559</c:v>
                </c:pt>
                <c:pt idx="30">
                  <c:v>0.70407499700865162</c:v>
                </c:pt>
                <c:pt idx="31">
                  <c:v>0.73437172143869134</c:v>
                </c:pt>
                <c:pt idx="32">
                  <c:v>0.76334358195341145</c:v>
                </c:pt>
                <c:pt idx="33">
                  <c:v>0.79088653164846723</c:v>
                </c:pt>
                <c:pt idx="34">
                  <c:v>0.81692080123052824</c:v>
                </c:pt>
                <c:pt idx="35">
                  <c:v>0.84139610136249432</c:v>
                </c:pt>
                <c:pt idx="36">
                  <c:v>0.86428988854842437</c:v>
                </c:pt>
                <c:pt idx="37">
                  <c:v>0.88561256747875294</c:v>
                </c:pt>
                <c:pt idx="38">
                  <c:v>0.9054109592604348</c:v>
                </c:pt>
                <c:pt idx="39">
                  <c:v>0.92377350376216283</c:v>
                </c:pt>
                <c:pt idx="40">
                  <c:v>0.94082679138422287</c:v>
                </c:pt>
                <c:pt idx="41">
                  <c:v>0.95673729717356604</c:v>
                </c:pt>
                <c:pt idx="42">
                  <c:v>0.9717165831690262</c:v>
                </c:pt>
                <c:pt idx="43">
                  <c:v>0.98604037366711594</c:v>
                </c:pt>
                <c:pt idx="44">
                  <c:v>1</c:v>
                </c:pt>
                <c:pt idx="45">
                  <c:v>0.98604037366711594</c:v>
                </c:pt>
                <c:pt idx="46">
                  <c:v>0.9717165831690262</c:v>
                </c:pt>
                <c:pt idx="47">
                  <c:v>0.95673729717356604</c:v>
                </c:pt>
                <c:pt idx="48">
                  <c:v>0.94082679138422287</c:v>
                </c:pt>
                <c:pt idx="49">
                  <c:v>0.92377350376216283</c:v>
                </c:pt>
                <c:pt idx="50">
                  <c:v>0.9054109592604348</c:v>
                </c:pt>
                <c:pt idx="51">
                  <c:v>0.88561256747875294</c:v>
                </c:pt>
                <c:pt idx="52">
                  <c:v>0.86428988854842437</c:v>
                </c:pt>
                <c:pt idx="53">
                  <c:v>0.84139610136249432</c:v>
                </c:pt>
                <c:pt idx="54">
                  <c:v>0.81692080123052824</c:v>
                </c:pt>
                <c:pt idx="55">
                  <c:v>0.79088653164846723</c:v>
                </c:pt>
                <c:pt idx="56">
                  <c:v>0.76334358195341145</c:v>
                </c:pt>
                <c:pt idx="57">
                  <c:v>0.73437172143869134</c:v>
                </c:pt>
                <c:pt idx="58">
                  <c:v>0.70407499700865162</c:v>
                </c:pt>
                <c:pt idx="59">
                  <c:v>0.67257826494850559</c:v>
                </c:pt>
                <c:pt idx="60">
                  <c:v>0.64002719092433535</c:v>
                </c:pt>
                <c:pt idx="61">
                  <c:v>0.60657957940773044</c:v>
                </c:pt>
                <c:pt idx="62">
                  <c:v>0.57241057602100376</c:v>
                </c:pt>
                <c:pt idx="63">
                  <c:v>0.53770746519197532</c:v>
                </c:pt>
                <c:pt idx="64">
                  <c:v>0.5026679360388997</c:v>
                </c:pt>
                <c:pt idx="65">
                  <c:v>0.46749834825539349</c:v>
                </c:pt>
                <c:pt idx="66">
                  <c:v>0.43241199799536312</c:v>
                </c:pt>
                <c:pt idx="67">
                  <c:v>0.39762564964285912</c:v>
                </c:pt>
                <c:pt idx="68">
                  <c:v>0.36335086523671539</c:v>
                </c:pt>
                <c:pt idx="69">
                  <c:v>0.32979920681576591</c:v>
                </c:pt>
                <c:pt idx="70">
                  <c:v>0.29717356584348231</c:v>
                </c:pt>
                <c:pt idx="71">
                  <c:v>0.26566469497782941</c:v>
                </c:pt>
                <c:pt idx="72">
                  <c:v>0.23545294218633769</c:v>
                </c:pt>
                <c:pt idx="73">
                  <c:v>0.20670304840088591</c:v>
                </c:pt>
                <c:pt idx="74">
                  <c:v>0.1795658816327734</c:v>
                </c:pt>
                <c:pt idx="75">
                  <c:v>0.15416803228228629</c:v>
                </c:pt>
                <c:pt idx="76">
                  <c:v>0.1306170154839135</c:v>
                </c:pt>
                <c:pt idx="77">
                  <c:v>0.10899953699127569</c:v>
                </c:pt>
                <c:pt idx="78">
                  <c:v>8.9365886141472631E-2</c:v>
                </c:pt>
                <c:pt idx="79">
                  <c:v>7.1742074660590321E-2</c:v>
                </c:pt>
                <c:pt idx="80">
                  <c:v>5.6115963743122083E-2</c:v>
                </c:pt>
                <c:pt idx="81">
                  <c:v>4.2440732282112772E-2</c:v>
                </c:pt>
                <c:pt idx="82">
                  <c:v>3.0681697976114329E-2</c:v>
                </c:pt>
                <c:pt idx="83">
                  <c:v>2.0875277241647189E-2</c:v>
                </c:pt>
                <c:pt idx="84">
                  <c:v>1.308563233639057E-2</c:v>
                </c:pt>
                <c:pt idx="85">
                  <c:v>7.2659421533894627E-3</c:v>
                </c:pt>
                <c:pt idx="86">
                  <c:v>3.228922264823702E-3</c:v>
                </c:pt>
                <c:pt idx="87">
                  <c:v>8.1676819910415487E-4</c:v>
                </c:pt>
              </c:numCache>
            </c:numRef>
          </c:xVal>
          <c:yVal>
            <c:numRef>
              <c:f>'0.65'!$B$2:$B$89</c:f>
              <c:numCache>
                <c:formatCode>General</c:formatCode>
                <c:ptCount val="88"/>
                <c:pt idx="0">
                  <c:v>0.61619299999999999</c:v>
                </c:pt>
                <c:pt idx="1">
                  <c:v>0.27634599999999998</c:v>
                </c:pt>
                <c:pt idx="2">
                  <c:v>-0.12228</c:v>
                </c:pt>
                <c:pt idx="3">
                  <c:v>-0.51292899999999997</c:v>
                </c:pt>
                <c:pt idx="4">
                  <c:v>-0.86953899999999995</c:v>
                </c:pt>
                <c:pt idx="5">
                  <c:v>-1.1511199999999999</c:v>
                </c:pt>
                <c:pt idx="6">
                  <c:v>-1.3178799999999999</c:v>
                </c:pt>
                <c:pt idx="7">
                  <c:v>-1.37182</c:v>
                </c:pt>
                <c:pt idx="8">
                  <c:v>-1.35653</c:v>
                </c:pt>
                <c:pt idx="9">
                  <c:v>-1.3230999999999999</c:v>
                </c:pt>
                <c:pt idx="10">
                  <c:v>-1.2934399999999999</c:v>
                </c:pt>
                <c:pt idx="11">
                  <c:v>-1.2687600000000001</c:v>
                </c:pt>
                <c:pt idx="12">
                  <c:v>-1.2486600000000001</c:v>
                </c:pt>
                <c:pt idx="13">
                  <c:v>-1.2300800000000001</c:v>
                </c:pt>
                <c:pt idx="14">
                  <c:v>-1.21271</c:v>
                </c:pt>
                <c:pt idx="15">
                  <c:v>-1.19699</c:v>
                </c:pt>
                <c:pt idx="16">
                  <c:v>-1.1822999999999999</c:v>
                </c:pt>
                <c:pt idx="17">
                  <c:v>-1.1685700000000001</c:v>
                </c:pt>
                <c:pt idx="18">
                  <c:v>-1.15238</c:v>
                </c:pt>
                <c:pt idx="19">
                  <c:v>-1.12323</c:v>
                </c:pt>
                <c:pt idx="20">
                  <c:v>-1.0443499999999999</c:v>
                </c:pt>
                <c:pt idx="21">
                  <c:v>-0.87299300000000002</c:v>
                </c:pt>
                <c:pt idx="22">
                  <c:v>-0.68402200000000002</c:v>
                </c:pt>
                <c:pt idx="23">
                  <c:v>-0.54169199999999995</c:v>
                </c:pt>
                <c:pt idx="24">
                  <c:v>-0.42940499999999998</c:v>
                </c:pt>
                <c:pt idx="25">
                  <c:v>-0.33746700000000002</c:v>
                </c:pt>
                <c:pt idx="26">
                  <c:v>-0.26730500000000001</c:v>
                </c:pt>
                <c:pt idx="27">
                  <c:v>-0.21476999999999999</c:v>
                </c:pt>
                <c:pt idx="28">
                  <c:v>-0.17205500000000001</c:v>
                </c:pt>
                <c:pt idx="29">
                  <c:v>-0.13583300000000001</c:v>
                </c:pt>
                <c:pt idx="30">
                  <c:v>-0.10519000000000001</c:v>
                </c:pt>
                <c:pt idx="31">
                  <c:v>-7.86829E-2</c:v>
                </c:pt>
                <c:pt idx="32">
                  <c:v>-5.4991600000000002E-2</c:v>
                </c:pt>
                <c:pt idx="33">
                  <c:v>-3.3374599999999997E-2</c:v>
                </c:pt>
                <c:pt idx="34">
                  <c:v>-1.33096E-2</c:v>
                </c:pt>
                <c:pt idx="35">
                  <c:v>5.4329199999999999E-3</c:v>
                </c:pt>
                <c:pt idx="36">
                  <c:v>2.3080300000000002E-2</c:v>
                </c:pt>
                <c:pt idx="37">
                  <c:v>3.9570099999999997E-2</c:v>
                </c:pt>
                <c:pt idx="38">
                  <c:v>5.4932799999999997E-2</c:v>
                </c:pt>
                <c:pt idx="39">
                  <c:v>6.9105799999999995E-2</c:v>
                </c:pt>
                <c:pt idx="40">
                  <c:v>8.1985799999999998E-2</c:v>
                </c:pt>
                <c:pt idx="41">
                  <c:v>9.4012899999999996E-2</c:v>
                </c:pt>
                <c:pt idx="42">
                  <c:v>0.104169</c:v>
                </c:pt>
                <c:pt idx="43">
                  <c:v>0.114841</c:v>
                </c:pt>
                <c:pt idx="44">
                  <c:v>0.139872</c:v>
                </c:pt>
                <c:pt idx="45">
                  <c:v>0.123293</c:v>
                </c:pt>
                <c:pt idx="46">
                  <c:v>0.102004</c:v>
                </c:pt>
                <c:pt idx="47">
                  <c:v>7.9341599999999998E-2</c:v>
                </c:pt>
                <c:pt idx="48">
                  <c:v>5.6927699999999998E-2</c:v>
                </c:pt>
                <c:pt idx="49">
                  <c:v>3.4710999999999999E-2</c:v>
                </c:pt>
                <c:pt idx="50">
                  <c:v>1.3058999999999999E-2</c:v>
                </c:pt>
                <c:pt idx="51">
                  <c:v>-7.48141E-3</c:v>
                </c:pt>
                <c:pt idx="52">
                  <c:v>-2.6248899999999999E-2</c:v>
                </c:pt>
                <c:pt idx="53">
                  <c:v>-4.3260100000000003E-2</c:v>
                </c:pt>
                <c:pt idx="54">
                  <c:v>-5.8395000000000002E-2</c:v>
                </c:pt>
                <c:pt idx="55">
                  <c:v>-7.2379100000000002E-2</c:v>
                </c:pt>
                <c:pt idx="56">
                  <c:v>-8.5786299999999996E-2</c:v>
                </c:pt>
                <c:pt idx="57">
                  <c:v>-9.9600099999999997E-2</c:v>
                </c:pt>
                <c:pt idx="58">
                  <c:v>-0.114319</c:v>
                </c:pt>
                <c:pt idx="59">
                  <c:v>-0.130303</c:v>
                </c:pt>
                <c:pt idx="60">
                  <c:v>-0.14712</c:v>
                </c:pt>
                <c:pt idx="61">
                  <c:v>-0.16384099999999999</c:v>
                </c:pt>
                <c:pt idx="62">
                  <c:v>-0.17872099999999999</c:v>
                </c:pt>
                <c:pt idx="63">
                  <c:v>-0.18969</c:v>
                </c:pt>
                <c:pt idx="64">
                  <c:v>-0.19468299999999999</c:v>
                </c:pt>
                <c:pt idx="65">
                  <c:v>-0.192384</c:v>
                </c:pt>
                <c:pt idx="66">
                  <c:v>-0.18249199999999999</c:v>
                </c:pt>
                <c:pt idx="67">
                  <c:v>-0.165824</c:v>
                </c:pt>
                <c:pt idx="68">
                  <c:v>-0.14388000000000001</c:v>
                </c:pt>
                <c:pt idx="69">
                  <c:v>-0.11847299999999999</c:v>
                </c:pt>
                <c:pt idx="70">
                  <c:v>-9.1319800000000007E-2</c:v>
                </c:pt>
                <c:pt idx="71">
                  <c:v>-6.3714099999999996E-2</c:v>
                </c:pt>
                <c:pt idx="72">
                  <c:v>-3.6316099999999997E-2</c:v>
                </c:pt>
                <c:pt idx="73">
                  <c:v>-9.1873200000000006E-3</c:v>
                </c:pt>
                <c:pt idx="74">
                  <c:v>1.8125599999999999E-2</c:v>
                </c:pt>
                <c:pt idx="75">
                  <c:v>4.6386400000000001E-2</c:v>
                </c:pt>
                <c:pt idx="76">
                  <c:v>7.6424599999999995E-2</c:v>
                </c:pt>
                <c:pt idx="77">
                  <c:v>0.108831</c:v>
                </c:pt>
                <c:pt idx="78">
                  <c:v>0.14344799999999999</c:v>
                </c:pt>
                <c:pt idx="79">
                  <c:v>0.18016699999999999</c:v>
                </c:pt>
                <c:pt idx="80">
                  <c:v>0.21227399999999999</c:v>
                </c:pt>
                <c:pt idx="81">
                  <c:v>0.22819300000000001</c:v>
                </c:pt>
                <c:pt idx="82">
                  <c:v>0.25535799999999997</c:v>
                </c:pt>
                <c:pt idx="83">
                  <c:v>0.35182400000000003</c:v>
                </c:pt>
                <c:pt idx="84">
                  <c:v>0.52042500000000003</c:v>
                </c:pt>
                <c:pt idx="85">
                  <c:v>0.69855900000000004</c:v>
                </c:pt>
                <c:pt idx="86">
                  <c:v>0.81416900000000003</c:v>
                </c:pt>
                <c:pt idx="87">
                  <c:v>0.80358399999999996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7E5-4175-9D64-F84296C70979}"/>
            </c:ext>
          </c:extLst>
        </c:ser>
        <c:ser>
          <c:idx val="1"/>
          <c:order val="1"/>
          <c:tx>
            <c:v>Exp.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19050">
                <a:solidFill>
                  <a:srgbClr val="FF0000"/>
                </a:solidFill>
              </a:ln>
              <a:effectLst/>
            </c:spPr>
          </c:marker>
          <c:xVal>
            <c:numRef>
              <c:f>'0.65'!$G$2:$G$35</c:f>
              <c:numCache>
                <c:formatCode>0.00E+00</c:formatCode>
                <c:ptCount val="34"/>
                <c:pt idx="0">
                  <c:v>0.94999</c:v>
                </c:pt>
                <c:pt idx="1">
                  <c:v>0.81986000000000003</c:v>
                </c:pt>
                <c:pt idx="2">
                  <c:v>0.67008000000000001</c:v>
                </c:pt>
                <c:pt idx="3">
                  <c:v>0.57033</c:v>
                </c:pt>
                <c:pt idx="4">
                  <c:v>0.47037000000000001</c:v>
                </c:pt>
                <c:pt idx="5">
                  <c:v>0.37008999999999997</c:v>
                </c:pt>
                <c:pt idx="6">
                  <c:v>0.27010000000000001</c:v>
                </c:pt>
                <c:pt idx="7">
                  <c:v>0.1701</c:v>
                </c:pt>
                <c:pt idx="8">
                  <c:v>5.0160000000000003E-2</c:v>
                </c:pt>
                <c:pt idx="9">
                  <c:v>2.01E-2</c:v>
                </c:pt>
                <c:pt idx="10">
                  <c:v>5.9100000000000003E-3</c:v>
                </c:pt>
                <c:pt idx="11">
                  <c:v>4.2000000000000002E-4</c:v>
                </c:pt>
                <c:pt idx="12">
                  <c:v>2.2200000000000002E-3</c:v>
                </c:pt>
                <c:pt idx="13">
                  <c:v>9.1400000000000006E-3</c:v>
                </c:pt>
                <c:pt idx="14">
                  <c:v>2.036E-2</c:v>
                </c:pt>
                <c:pt idx="15">
                  <c:v>3.508E-2</c:v>
                </c:pt>
                <c:pt idx="16">
                  <c:v>6.0220000000000003E-2</c:v>
                </c:pt>
                <c:pt idx="17">
                  <c:v>0.10029</c:v>
                </c:pt>
                <c:pt idx="18">
                  <c:v>0.15032000000000001</c:v>
                </c:pt>
                <c:pt idx="19">
                  <c:v>0.20029</c:v>
                </c:pt>
                <c:pt idx="20">
                  <c:v>0.25024000000000002</c:v>
                </c:pt>
                <c:pt idx="21">
                  <c:v>0.30008000000000001</c:v>
                </c:pt>
                <c:pt idx="22">
                  <c:v>0.35024</c:v>
                </c:pt>
                <c:pt idx="23">
                  <c:v>0.40037</c:v>
                </c:pt>
                <c:pt idx="24">
                  <c:v>0.4501</c:v>
                </c:pt>
                <c:pt idx="25">
                  <c:v>0.50024000000000002</c:v>
                </c:pt>
                <c:pt idx="26">
                  <c:v>0.55042000000000002</c:v>
                </c:pt>
                <c:pt idx="27">
                  <c:v>0.60070999999999997</c:v>
                </c:pt>
                <c:pt idx="28">
                  <c:v>0.65025999999999995</c:v>
                </c:pt>
                <c:pt idx="29">
                  <c:v>0.71033999999999997</c:v>
                </c:pt>
                <c:pt idx="30">
                  <c:v>0.78008</c:v>
                </c:pt>
                <c:pt idx="31">
                  <c:v>0.85001000000000004</c:v>
                </c:pt>
                <c:pt idx="32">
                  <c:v>0.92012000000000005</c:v>
                </c:pt>
                <c:pt idx="33">
                  <c:v>0.98611000000000004</c:v>
                </c:pt>
              </c:numCache>
            </c:numRef>
          </c:xVal>
          <c:yVal>
            <c:numRef>
              <c:f>'0.65'!$H$2:$H$35</c:f>
              <c:numCache>
                <c:formatCode>0.00E+00</c:formatCode>
                <c:ptCount val="34"/>
                <c:pt idx="0">
                  <c:v>0.14652999999999999</c:v>
                </c:pt>
                <c:pt idx="1">
                  <c:v>-8.1560999999999995E-3</c:v>
                </c:pt>
                <c:pt idx="2">
                  <c:v>-0.10122</c:v>
                </c:pt>
                <c:pt idx="3">
                  <c:v>-0.14319000000000001</c:v>
                </c:pt>
                <c:pt idx="4">
                  <c:v>-0.16494</c:v>
                </c:pt>
                <c:pt idx="5">
                  <c:v>-0.12977</c:v>
                </c:pt>
                <c:pt idx="6">
                  <c:v>-4.0480000000000002E-2</c:v>
                </c:pt>
                <c:pt idx="7">
                  <c:v>5.3554999999999998E-2</c:v>
                </c:pt>
                <c:pt idx="8">
                  <c:v>0.24021000000000001</c:v>
                </c:pt>
                <c:pt idx="9">
                  <c:v>0.36098000000000002</c:v>
                </c:pt>
                <c:pt idx="10">
                  <c:v>0.75731999999999999</c:v>
                </c:pt>
                <c:pt idx="11">
                  <c:v>0.60992999999999997</c:v>
                </c:pt>
                <c:pt idx="12">
                  <c:v>6.7233000000000001E-2</c:v>
                </c:pt>
                <c:pt idx="13">
                  <c:v>-0.57884999999999998</c:v>
                </c:pt>
                <c:pt idx="14">
                  <c:v>-1.1439999999999999</c:v>
                </c:pt>
                <c:pt idx="15">
                  <c:v>-1.3984000000000001</c:v>
                </c:pt>
                <c:pt idx="16">
                  <c:v>-1.3755999999999999</c:v>
                </c:pt>
                <c:pt idx="17">
                  <c:v>-1.3070999999999999</c:v>
                </c:pt>
                <c:pt idx="18">
                  <c:v>-1.2472000000000001</c:v>
                </c:pt>
                <c:pt idx="19">
                  <c:v>-1.2206999999999999</c:v>
                </c:pt>
                <c:pt idx="20">
                  <c:v>-1.2004999999999999</c:v>
                </c:pt>
                <c:pt idx="21">
                  <c:v>-1.1909000000000001</c:v>
                </c:pt>
                <c:pt idx="22">
                  <c:v>-1.1597999999999999</c:v>
                </c:pt>
                <c:pt idx="23">
                  <c:v>-0.68681999999999999</c:v>
                </c:pt>
                <c:pt idx="24">
                  <c:v>-0.58879000000000004</c:v>
                </c:pt>
                <c:pt idx="25">
                  <c:v>-0.48559000000000002</c:v>
                </c:pt>
                <c:pt idx="26">
                  <c:v>-0.34591</c:v>
                </c:pt>
                <c:pt idx="27">
                  <c:v>-0.22600000000000001</c:v>
                </c:pt>
                <c:pt idx="28">
                  <c:v>-0.15948000000000001</c:v>
                </c:pt>
                <c:pt idx="29">
                  <c:v>-0.11071</c:v>
                </c:pt>
                <c:pt idx="30">
                  <c:v>-4.0383000000000002E-2</c:v>
                </c:pt>
                <c:pt idx="31">
                  <c:v>2.6682999999999998E-2</c:v>
                </c:pt>
                <c:pt idx="32">
                  <c:v>0.10753</c:v>
                </c:pt>
                <c:pt idx="33">
                  <c:v>0.21095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7E5-4175-9D64-F84296C709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52551056"/>
        <c:axId val="1652553936"/>
      </c:scatterChart>
      <c:valAx>
        <c:axId val="1652551056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alpha val="99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52553936"/>
        <c:crosses val="autoZero"/>
        <c:crossBetween val="midCat"/>
      </c:valAx>
      <c:valAx>
        <c:axId val="1652553936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525510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432933784368818"/>
          <c:y val="0.18300618804820337"/>
          <c:w val="0.18468212097322831"/>
          <c:h val="0.192956318893780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Section (80%)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502507259780087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7127309824895023E-2"/>
          <c:y val="0.16056277056277057"/>
          <c:w val="0.9057434645447604"/>
          <c:h val="0.73935814841326652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317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'0.8'!$A$2:$A$89</c:f>
              <c:numCache>
                <c:formatCode>General</c:formatCode>
                <c:ptCount val="88"/>
                <c:pt idx="0">
                  <c:v>0</c:v>
                </c:pt>
                <c:pt idx="1">
                  <c:v>8.1708704649777978E-4</c:v>
                </c:pt>
                <c:pt idx="2">
                  <c:v>3.2282574664192461E-3</c:v>
                </c:pt>
                <c:pt idx="3">
                  <c:v>7.265965651798904E-3</c:v>
                </c:pt>
                <c:pt idx="4">
                  <c:v>1.308675631715206E-2</c:v>
                </c:pt>
                <c:pt idx="5">
                  <c:v>2.0875810405259959E-2</c:v>
                </c:pt>
                <c:pt idx="6">
                  <c:v>3.06808549632312E-2</c:v>
                </c:pt>
                <c:pt idx="7">
                  <c:v>4.244079937076662E-2</c:v>
                </c:pt>
                <c:pt idx="8">
                  <c:v>5.611555290829541E-2</c:v>
                </c:pt>
                <c:pt idx="9">
                  <c:v>7.1741388131619802E-2</c:v>
                </c:pt>
                <c:pt idx="10">
                  <c:v>8.9366032087848407E-2</c:v>
                </c:pt>
                <c:pt idx="11">
                  <c:v>0.10899903018640281</c:v>
                </c:pt>
                <c:pt idx="12">
                  <c:v>0.13061747344467101</c:v>
                </c:pt>
                <c:pt idx="13">
                  <c:v>0.15416599848800719</c:v>
                </c:pt>
                <c:pt idx="14">
                  <c:v>0.17956442387726909</c:v>
                </c:pt>
                <c:pt idx="15">
                  <c:v>0.2067020228631648</c:v>
                </c:pt>
                <c:pt idx="16">
                  <c:v>0.23545088695944349</c:v>
                </c:pt>
                <c:pt idx="17">
                  <c:v>0.26566210777912708</c:v>
                </c:pt>
                <c:pt idx="18">
                  <c:v>0.29716959519827729</c:v>
                </c:pt>
                <c:pt idx="19">
                  <c:v>0.3297958046016512</c:v>
                </c:pt>
                <c:pt idx="20">
                  <c:v>0.36334791871892969</c:v>
                </c:pt>
                <c:pt idx="21">
                  <c:v>0.39762166578848901</c:v>
                </c:pt>
                <c:pt idx="22">
                  <c:v>0.432408955884936</c:v>
                </c:pt>
                <c:pt idx="23">
                  <c:v>0.46749406275533989</c:v>
                </c:pt>
                <c:pt idx="24">
                  <c:v>0.50266316922865462</c:v>
                </c:pt>
                <c:pt idx="25">
                  <c:v>0.53770245813383455</c:v>
                </c:pt>
                <c:pt idx="26">
                  <c:v>0.57240574862737026</c:v>
                </c:pt>
                <c:pt idx="27">
                  <c:v>0.60657449619329096</c:v>
                </c:pt>
                <c:pt idx="28">
                  <c:v>0.64002351988881512</c:v>
                </c:pt>
                <c:pt idx="29">
                  <c:v>0.67257527509869963</c:v>
                </c:pt>
                <c:pt idx="30">
                  <c:v>0.70407130802654405</c:v>
                </c:pt>
                <c:pt idx="31">
                  <c:v>0.73436843753102288</c:v>
                </c:pt>
                <c:pt idx="32">
                  <c:v>0.76334066420776936</c:v>
                </c:pt>
                <c:pt idx="33">
                  <c:v>0.79088298855314521</c:v>
                </c:pt>
                <c:pt idx="34">
                  <c:v>0.81691904729177667</c:v>
                </c:pt>
                <c:pt idx="35">
                  <c:v>0.84139538613090215</c:v>
                </c:pt>
                <c:pt idx="36">
                  <c:v>0.86428336884225665</c:v>
                </c:pt>
                <c:pt idx="37">
                  <c:v>0.88560781349033624</c:v>
                </c:pt>
                <c:pt idx="38">
                  <c:v>0.90540499263094398</c:v>
                </c:pt>
                <c:pt idx="39">
                  <c:v>0.92377036035829685</c:v>
                </c:pt>
                <c:pt idx="40">
                  <c:v>0.94083755240429801</c:v>
                </c:pt>
                <c:pt idx="41">
                  <c:v>0.95674020450085162</c:v>
                </c:pt>
                <c:pt idx="42">
                  <c:v>0.97172649729292193</c:v>
                </c:pt>
                <c:pt idx="43">
                  <c:v>0.98604461142547339</c:v>
                </c:pt>
                <c:pt idx="44">
                  <c:v>1</c:v>
                </c:pt>
                <c:pt idx="45">
                  <c:v>0.98604461142547339</c:v>
                </c:pt>
                <c:pt idx="46">
                  <c:v>0.97172649729292193</c:v>
                </c:pt>
                <c:pt idx="47">
                  <c:v>0.95674020450085162</c:v>
                </c:pt>
                <c:pt idx="48">
                  <c:v>0.94083755240429801</c:v>
                </c:pt>
                <c:pt idx="49">
                  <c:v>0.92377036035829685</c:v>
                </c:pt>
                <c:pt idx="50">
                  <c:v>0.90540499263094398</c:v>
                </c:pt>
                <c:pt idx="51">
                  <c:v>0.88560781349033624</c:v>
                </c:pt>
                <c:pt idx="52">
                  <c:v>0.86428336884225665</c:v>
                </c:pt>
                <c:pt idx="53">
                  <c:v>0.84139538613090215</c:v>
                </c:pt>
                <c:pt idx="54">
                  <c:v>0.81691904729177667</c:v>
                </c:pt>
                <c:pt idx="55">
                  <c:v>0.79088298855314521</c:v>
                </c:pt>
                <c:pt idx="56">
                  <c:v>0.76334066420776936</c:v>
                </c:pt>
                <c:pt idx="57">
                  <c:v>0.73436843753102288</c:v>
                </c:pt>
                <c:pt idx="58">
                  <c:v>0.70407130802654405</c:v>
                </c:pt>
                <c:pt idx="59">
                  <c:v>0.67257527509869963</c:v>
                </c:pt>
                <c:pt idx="60">
                  <c:v>0.64002351988881512</c:v>
                </c:pt>
                <c:pt idx="61">
                  <c:v>0.60657449619329096</c:v>
                </c:pt>
                <c:pt idx="62">
                  <c:v>0.57240574862737026</c:v>
                </c:pt>
                <c:pt idx="63">
                  <c:v>0.53770245813383455</c:v>
                </c:pt>
                <c:pt idx="64">
                  <c:v>0.50266316922865462</c:v>
                </c:pt>
                <c:pt idx="65">
                  <c:v>0.46749406275533989</c:v>
                </c:pt>
                <c:pt idx="66">
                  <c:v>0.432408955884936</c:v>
                </c:pt>
                <c:pt idx="67">
                  <c:v>0.39762166578848901</c:v>
                </c:pt>
                <c:pt idx="68">
                  <c:v>0.36334791871892969</c:v>
                </c:pt>
                <c:pt idx="69">
                  <c:v>0.3297958046016512</c:v>
                </c:pt>
                <c:pt idx="70">
                  <c:v>0.29716959519827729</c:v>
                </c:pt>
                <c:pt idx="71">
                  <c:v>0.26566210777912708</c:v>
                </c:pt>
                <c:pt idx="72">
                  <c:v>0.23545088695944349</c:v>
                </c:pt>
                <c:pt idx="73">
                  <c:v>0.2067020228631648</c:v>
                </c:pt>
                <c:pt idx="74">
                  <c:v>0.17956442387726909</c:v>
                </c:pt>
                <c:pt idx="75">
                  <c:v>0.15416599848800719</c:v>
                </c:pt>
                <c:pt idx="76">
                  <c:v>0.13061747344467101</c:v>
                </c:pt>
                <c:pt idx="77">
                  <c:v>0.10899903018640281</c:v>
                </c:pt>
                <c:pt idx="78">
                  <c:v>8.9366032087848407E-2</c:v>
                </c:pt>
                <c:pt idx="79">
                  <c:v>7.1741388131619802E-2</c:v>
                </c:pt>
                <c:pt idx="80">
                  <c:v>5.611555290829541E-2</c:v>
                </c:pt>
                <c:pt idx="81">
                  <c:v>4.244079937076662E-2</c:v>
                </c:pt>
                <c:pt idx="82">
                  <c:v>3.06808549632312E-2</c:v>
                </c:pt>
                <c:pt idx="83">
                  <c:v>2.0875810405259959E-2</c:v>
                </c:pt>
                <c:pt idx="84">
                  <c:v>1.308675631715206E-2</c:v>
                </c:pt>
                <c:pt idx="85">
                  <c:v>7.265965651798904E-3</c:v>
                </c:pt>
                <c:pt idx="86">
                  <c:v>3.2282574664192461E-3</c:v>
                </c:pt>
                <c:pt idx="87">
                  <c:v>8.1708704649777978E-4</c:v>
                </c:pt>
              </c:numCache>
            </c:numRef>
          </c:xVal>
          <c:yVal>
            <c:numRef>
              <c:f>'0.8'!$B$2:$B$89</c:f>
              <c:numCache>
                <c:formatCode>General</c:formatCode>
                <c:ptCount val="88"/>
                <c:pt idx="0">
                  <c:v>0.58254300000000003</c:v>
                </c:pt>
                <c:pt idx="1">
                  <c:v>0.25435999999999998</c:v>
                </c:pt>
                <c:pt idx="2">
                  <c:v>-0.14078399999999999</c:v>
                </c:pt>
                <c:pt idx="3">
                  <c:v>-0.53344599999999998</c:v>
                </c:pt>
                <c:pt idx="4">
                  <c:v>-0.88875199999999999</c:v>
                </c:pt>
                <c:pt idx="5">
                  <c:v>-1.1678900000000001</c:v>
                </c:pt>
                <c:pt idx="6">
                  <c:v>-1.3330900000000001</c:v>
                </c:pt>
                <c:pt idx="7">
                  <c:v>-1.3873200000000001</c:v>
                </c:pt>
                <c:pt idx="8">
                  <c:v>-1.3730500000000001</c:v>
                </c:pt>
                <c:pt idx="9">
                  <c:v>-1.3407899999999999</c:v>
                </c:pt>
                <c:pt idx="10">
                  <c:v>-1.3131200000000001</c:v>
                </c:pt>
                <c:pt idx="11">
                  <c:v>-1.29054</c:v>
                </c:pt>
                <c:pt idx="12">
                  <c:v>-1.2728600000000001</c:v>
                </c:pt>
                <c:pt idx="13">
                  <c:v>-1.2563299999999999</c:v>
                </c:pt>
                <c:pt idx="14">
                  <c:v>-1.2432300000000001</c:v>
                </c:pt>
                <c:pt idx="15">
                  <c:v>-1.2238199999999999</c:v>
                </c:pt>
                <c:pt idx="16">
                  <c:v>-1.1878</c:v>
                </c:pt>
                <c:pt idx="17">
                  <c:v>-1.10232</c:v>
                </c:pt>
                <c:pt idx="18">
                  <c:v>-0.92519799999999996</c:v>
                </c:pt>
                <c:pt idx="19">
                  <c:v>-0.734823</c:v>
                </c:pt>
                <c:pt idx="20">
                  <c:v>-0.59145800000000004</c:v>
                </c:pt>
                <c:pt idx="21">
                  <c:v>-0.52164900000000003</c:v>
                </c:pt>
                <c:pt idx="22">
                  <c:v>-0.50249999999999995</c:v>
                </c:pt>
                <c:pt idx="23">
                  <c:v>-0.46850399999999998</c:v>
                </c:pt>
                <c:pt idx="24">
                  <c:v>-0.41935899999999998</c:v>
                </c:pt>
                <c:pt idx="25">
                  <c:v>-0.37063699999999999</c:v>
                </c:pt>
                <c:pt idx="26">
                  <c:v>-0.326262</c:v>
                </c:pt>
                <c:pt idx="27">
                  <c:v>-0.28575699999999998</c:v>
                </c:pt>
                <c:pt idx="28">
                  <c:v>-0.248892</c:v>
                </c:pt>
                <c:pt idx="29">
                  <c:v>-0.215526</c:v>
                </c:pt>
                <c:pt idx="30">
                  <c:v>-0.185391</c:v>
                </c:pt>
                <c:pt idx="31">
                  <c:v>-0.158137</c:v>
                </c:pt>
                <c:pt idx="32">
                  <c:v>-0.13344800000000001</c:v>
                </c:pt>
                <c:pt idx="33">
                  <c:v>-0.110975</c:v>
                </c:pt>
                <c:pt idx="34">
                  <c:v>-9.05643E-2</c:v>
                </c:pt>
                <c:pt idx="35">
                  <c:v>-7.1857699999999997E-2</c:v>
                </c:pt>
                <c:pt idx="36">
                  <c:v>-5.4977199999999997E-2</c:v>
                </c:pt>
                <c:pt idx="37">
                  <c:v>-3.9300500000000002E-2</c:v>
                </c:pt>
                <c:pt idx="38">
                  <c:v>-2.5551999999999998E-2</c:v>
                </c:pt>
                <c:pt idx="39">
                  <c:v>-1.21878E-2</c:v>
                </c:pt>
                <c:pt idx="40">
                  <c:v>-1.46868E-3</c:v>
                </c:pt>
                <c:pt idx="41">
                  <c:v>1.07583E-2</c:v>
                </c:pt>
                <c:pt idx="42">
                  <c:v>1.7888299999999999E-2</c:v>
                </c:pt>
                <c:pt idx="43">
                  <c:v>3.3883400000000001E-2</c:v>
                </c:pt>
                <c:pt idx="44">
                  <c:v>5.9714499999999997E-2</c:v>
                </c:pt>
                <c:pt idx="45">
                  <c:v>5.9725800000000002E-2</c:v>
                </c:pt>
                <c:pt idx="46">
                  <c:v>4.5687899999999997E-2</c:v>
                </c:pt>
                <c:pt idx="47">
                  <c:v>2.99717E-2</c:v>
                </c:pt>
                <c:pt idx="48">
                  <c:v>1.3717399999999999E-2</c:v>
                </c:pt>
                <c:pt idx="49">
                  <c:v>-2.8214099999999999E-3</c:v>
                </c:pt>
                <c:pt idx="50">
                  <c:v>-1.9195199999999999E-2</c:v>
                </c:pt>
                <c:pt idx="51">
                  <c:v>-3.4981699999999998E-2</c:v>
                </c:pt>
                <c:pt idx="52">
                  <c:v>-4.9471800000000003E-2</c:v>
                </c:pt>
                <c:pt idx="53">
                  <c:v>-6.2879199999999996E-2</c:v>
                </c:pt>
                <c:pt idx="54">
                  <c:v>-7.5074000000000002E-2</c:v>
                </c:pt>
                <c:pt idx="55">
                  <c:v>-8.6921200000000004E-2</c:v>
                </c:pt>
                <c:pt idx="56">
                  <c:v>-9.8960199999999998E-2</c:v>
                </c:pt>
                <c:pt idx="57">
                  <c:v>-0.112245</c:v>
                </c:pt>
                <c:pt idx="58">
                  <c:v>-0.12726499999999999</c:v>
                </c:pt>
                <c:pt idx="59">
                  <c:v>-0.144459</c:v>
                </c:pt>
                <c:pt idx="60">
                  <c:v>-0.16341700000000001</c:v>
                </c:pt>
                <c:pt idx="61">
                  <c:v>-0.183198</c:v>
                </c:pt>
                <c:pt idx="62">
                  <c:v>-0.20195399999999999</c:v>
                </c:pt>
                <c:pt idx="63">
                  <c:v>-0.217363</c:v>
                </c:pt>
                <c:pt idx="64">
                  <c:v>-0.22689300000000001</c:v>
                </c:pt>
                <c:pt idx="65">
                  <c:v>-0.22866600000000001</c:v>
                </c:pt>
                <c:pt idx="66">
                  <c:v>-0.22190499999999999</c:v>
                </c:pt>
                <c:pt idx="67">
                  <c:v>-0.207207</c:v>
                </c:pt>
                <c:pt idx="68">
                  <c:v>-0.18606600000000001</c:v>
                </c:pt>
                <c:pt idx="69">
                  <c:v>-0.160334</c:v>
                </c:pt>
                <c:pt idx="70">
                  <c:v>-0.13186600000000001</c:v>
                </c:pt>
                <c:pt idx="71">
                  <c:v>-0.102241</c:v>
                </c:pt>
                <c:pt idx="72">
                  <c:v>-7.2391800000000006E-2</c:v>
                </c:pt>
                <c:pt idx="73">
                  <c:v>-4.2592900000000003E-2</c:v>
                </c:pt>
                <c:pt idx="74">
                  <c:v>-1.2545300000000001E-2</c:v>
                </c:pt>
                <c:pt idx="75">
                  <c:v>1.8391600000000001E-2</c:v>
                </c:pt>
                <c:pt idx="76">
                  <c:v>5.0977599999999998E-2</c:v>
                </c:pt>
                <c:pt idx="77">
                  <c:v>8.5766700000000001E-2</c:v>
                </c:pt>
                <c:pt idx="78">
                  <c:v>0.12259299999999999</c:v>
                </c:pt>
                <c:pt idx="79">
                  <c:v>0.161355</c:v>
                </c:pt>
                <c:pt idx="80">
                  <c:v>0.195351</c:v>
                </c:pt>
                <c:pt idx="81">
                  <c:v>0.21319399999999999</c:v>
                </c:pt>
                <c:pt idx="82">
                  <c:v>0.24305199999999999</c:v>
                </c:pt>
                <c:pt idx="83">
                  <c:v>0.34217700000000001</c:v>
                </c:pt>
                <c:pt idx="84">
                  <c:v>0.51235900000000001</c:v>
                </c:pt>
                <c:pt idx="85">
                  <c:v>0.68925099999999995</c:v>
                </c:pt>
                <c:pt idx="86">
                  <c:v>0.80218699999999998</c:v>
                </c:pt>
                <c:pt idx="87">
                  <c:v>0.78171800000000002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A2C-498F-AE96-A45CDE8601F8}"/>
            </c:ext>
          </c:extLst>
        </c:ser>
        <c:ser>
          <c:idx val="1"/>
          <c:order val="1"/>
          <c:tx>
            <c:v>Exp.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19050">
                <a:solidFill>
                  <a:srgbClr val="FF0000"/>
                </a:solidFill>
              </a:ln>
              <a:effectLst/>
            </c:spPr>
          </c:marker>
          <c:xVal>
            <c:numRef>
              <c:f>'0.8'!$G$2:$G$35</c:f>
              <c:numCache>
                <c:formatCode>0.00E+00</c:formatCode>
                <c:ptCount val="34"/>
                <c:pt idx="0">
                  <c:v>0.94986999999999999</c:v>
                </c:pt>
                <c:pt idx="1">
                  <c:v>0.82223000000000002</c:v>
                </c:pt>
                <c:pt idx="2">
                  <c:v>0.67215999999999998</c:v>
                </c:pt>
                <c:pt idx="3">
                  <c:v>0.57230000000000003</c:v>
                </c:pt>
                <c:pt idx="4">
                  <c:v>0.47220000000000001</c:v>
                </c:pt>
                <c:pt idx="5">
                  <c:v>0.37235000000000001</c:v>
                </c:pt>
                <c:pt idx="6">
                  <c:v>0.27229999999999999</c:v>
                </c:pt>
                <c:pt idx="7">
                  <c:v>0.17241999999999999</c:v>
                </c:pt>
                <c:pt idx="8">
                  <c:v>5.0169999999999999E-2</c:v>
                </c:pt>
                <c:pt idx="9">
                  <c:v>1.9990000000000001E-2</c:v>
                </c:pt>
                <c:pt idx="10">
                  <c:v>6.11E-3</c:v>
                </c:pt>
                <c:pt idx="11">
                  <c:v>0</c:v>
                </c:pt>
                <c:pt idx="12">
                  <c:v>2.0999999999999999E-3</c:v>
                </c:pt>
                <c:pt idx="13">
                  <c:v>8.9300000000000004E-3</c:v>
                </c:pt>
                <c:pt idx="14">
                  <c:v>2.0119999999999999E-2</c:v>
                </c:pt>
                <c:pt idx="15">
                  <c:v>3.5299999999999998E-2</c:v>
                </c:pt>
                <c:pt idx="16">
                  <c:v>6.0109999999999997E-2</c:v>
                </c:pt>
                <c:pt idx="17">
                  <c:v>0.10019</c:v>
                </c:pt>
                <c:pt idx="18">
                  <c:v>0.15024000000000001</c:v>
                </c:pt>
                <c:pt idx="19">
                  <c:v>0.20016</c:v>
                </c:pt>
                <c:pt idx="20">
                  <c:v>0.25020999999999999</c:v>
                </c:pt>
                <c:pt idx="21">
                  <c:v>0.30020999999999998</c:v>
                </c:pt>
                <c:pt idx="22">
                  <c:v>0.35015000000000002</c:v>
                </c:pt>
                <c:pt idx="23">
                  <c:v>0.39977000000000001</c:v>
                </c:pt>
                <c:pt idx="24">
                  <c:v>0.45008999999999999</c:v>
                </c:pt>
                <c:pt idx="25">
                  <c:v>0.50019999999999998</c:v>
                </c:pt>
                <c:pt idx="26">
                  <c:v>0.55032999999999999</c:v>
                </c:pt>
                <c:pt idx="27">
                  <c:v>0.60018000000000005</c:v>
                </c:pt>
                <c:pt idx="28">
                  <c:v>0.65015000000000001</c:v>
                </c:pt>
                <c:pt idx="29">
                  <c:v>0.70977000000000001</c:v>
                </c:pt>
                <c:pt idx="30">
                  <c:v>0.78012000000000004</c:v>
                </c:pt>
                <c:pt idx="31">
                  <c:v>0.85009999999999997</c:v>
                </c:pt>
                <c:pt idx="32">
                  <c:v>0.92005000000000003</c:v>
                </c:pt>
                <c:pt idx="33">
                  <c:v>0.98497999999999997</c:v>
                </c:pt>
              </c:numCache>
            </c:numRef>
          </c:xVal>
          <c:yVal>
            <c:numRef>
              <c:f>'0.8'!$H$2:$H$35</c:f>
              <c:numCache>
                <c:formatCode>0.00E+00</c:formatCode>
                <c:ptCount val="34"/>
                <c:pt idx="0">
                  <c:v>7.3782E-2</c:v>
                </c:pt>
                <c:pt idx="1">
                  <c:v>-3.3512E-2</c:v>
                </c:pt>
                <c:pt idx="2">
                  <c:v>-0.12284</c:v>
                </c:pt>
                <c:pt idx="3">
                  <c:v>-0.16786999999999999</c:v>
                </c:pt>
                <c:pt idx="4">
                  <c:v>-0.20757999999999999</c:v>
                </c:pt>
                <c:pt idx="5">
                  <c:v>-0.15876999999999999</c:v>
                </c:pt>
                <c:pt idx="6">
                  <c:v>-7.8062000000000006E-2</c:v>
                </c:pt>
                <c:pt idx="7">
                  <c:v>2.8618999999999999E-2</c:v>
                </c:pt>
                <c:pt idx="8">
                  <c:v>0.21917</c:v>
                </c:pt>
                <c:pt idx="9">
                  <c:v>0.35579</c:v>
                </c:pt>
                <c:pt idx="10">
                  <c:v>0.74529000000000001</c:v>
                </c:pt>
                <c:pt idx="11">
                  <c:v>0.61580000000000001</c:v>
                </c:pt>
                <c:pt idx="12">
                  <c:v>5.8233E-2</c:v>
                </c:pt>
                <c:pt idx="13">
                  <c:v>-0.62924000000000002</c:v>
                </c:pt>
                <c:pt idx="14">
                  <c:v>-1.2060999999999999</c:v>
                </c:pt>
                <c:pt idx="15">
                  <c:v>-1.4225000000000001</c:v>
                </c:pt>
                <c:pt idx="16">
                  <c:v>-1.3959999999999999</c:v>
                </c:pt>
                <c:pt idx="17">
                  <c:v>-1.3355999999999999</c:v>
                </c:pt>
                <c:pt idx="18">
                  <c:v>-1.2884</c:v>
                </c:pt>
                <c:pt idx="19">
                  <c:v>-1.2059</c:v>
                </c:pt>
                <c:pt idx="20">
                  <c:v>-0.80847000000000002</c:v>
                </c:pt>
                <c:pt idx="21">
                  <c:v>-0.69626999999999994</c:v>
                </c:pt>
                <c:pt idx="22">
                  <c:v>-0.63836999999999999</c:v>
                </c:pt>
                <c:pt idx="23">
                  <c:v>-0.59726999999999997</c:v>
                </c:pt>
                <c:pt idx="24">
                  <c:v>-0.55698000000000003</c:v>
                </c:pt>
                <c:pt idx="25">
                  <c:v>-0.48610999999999999</c:v>
                </c:pt>
                <c:pt idx="26">
                  <c:v>-0.41114000000000001</c:v>
                </c:pt>
                <c:pt idx="27">
                  <c:v>-0.32504</c:v>
                </c:pt>
                <c:pt idx="28">
                  <c:v>-0.25480999999999998</c:v>
                </c:pt>
                <c:pt idx="29">
                  <c:v>-0.15323000000000001</c:v>
                </c:pt>
                <c:pt idx="30">
                  <c:v>-8.1320000000000003E-2</c:v>
                </c:pt>
                <c:pt idx="31">
                  <c:v>-5.0915999999999999E-3</c:v>
                </c:pt>
                <c:pt idx="32">
                  <c:v>4.4006999999999998E-2</c:v>
                </c:pt>
                <c:pt idx="33">
                  <c:v>9.3492000000000006E-2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A2C-498F-AE96-A45CDE8601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94294640"/>
        <c:axId val="1594297040"/>
      </c:scatterChart>
      <c:valAx>
        <c:axId val="1594294640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94297040"/>
        <c:crosses val="autoZero"/>
        <c:crossBetween val="midCat"/>
      </c:valAx>
      <c:valAx>
        <c:axId val="1594297040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942946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272018331999973"/>
          <c:y val="0.1674019156696322"/>
          <c:w val="0.15490051925247894"/>
          <c:h val="0.146104918703343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Section (90%)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488270884390622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2072205365253272E-2"/>
          <c:y val="0.16056292443723549"/>
          <c:w val="0.9057434645447604"/>
          <c:h val="0.73935814841326652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317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'0.9'!$A$2:$A$100</c:f>
              <c:numCache>
                <c:formatCode>General</c:formatCode>
                <c:ptCount val="99"/>
                <c:pt idx="0">
                  <c:v>0</c:v>
                </c:pt>
                <c:pt idx="1">
                  <c:v>8.1674428125487583E-4</c:v>
                </c:pt>
                <c:pt idx="2">
                  <c:v>3.2301315183459771E-3</c:v>
                </c:pt>
                <c:pt idx="3">
                  <c:v>7.2647254490558824E-3</c:v>
                </c:pt>
                <c:pt idx="4">
                  <c:v>1.3086331303413299E-2</c:v>
                </c:pt>
                <c:pt idx="5">
                  <c:v>1.8312266516554959E-2</c:v>
                </c:pt>
                <c:pt idx="6">
                  <c:v>2.0875083158487361E-2</c:v>
                </c:pt>
                <c:pt idx="7">
                  <c:v>3.068010848984187E-2</c:v>
                </c:pt>
                <c:pt idx="8">
                  <c:v>4.2442044931170417E-2</c:v>
                </c:pt>
                <c:pt idx="9">
                  <c:v>5.6117905941354011E-2</c:v>
                </c:pt>
                <c:pt idx="10">
                  <c:v>7.1742490148917593E-2</c:v>
                </c:pt>
                <c:pt idx="11">
                  <c:v>8.9366972007573764E-2</c:v>
                </c:pt>
                <c:pt idx="12">
                  <c:v>0.10899953942991659</c:v>
                </c:pt>
                <c:pt idx="13">
                  <c:v>0.13061767565631241</c:v>
                </c:pt>
                <c:pt idx="14">
                  <c:v>0.15416815925489999</c:v>
                </c:pt>
                <c:pt idx="15">
                  <c:v>0.17956501714344189</c:v>
                </c:pt>
                <c:pt idx="16">
                  <c:v>0.20670385343636449</c:v>
                </c:pt>
                <c:pt idx="17">
                  <c:v>0.23545366153216321</c:v>
                </c:pt>
                <c:pt idx="18">
                  <c:v>0.26566501202599663</c:v>
                </c:pt>
                <c:pt idx="19">
                  <c:v>0.29717209968783581</c:v>
                </c:pt>
                <c:pt idx="20">
                  <c:v>0.32979888439690908</c:v>
                </c:pt>
                <c:pt idx="21">
                  <c:v>0.36335090322910812</c:v>
                </c:pt>
                <c:pt idx="22">
                  <c:v>0.3976255053477305</c:v>
                </c:pt>
                <c:pt idx="23">
                  <c:v>0.43241185200347992</c:v>
                </c:pt>
                <c:pt idx="24">
                  <c:v>0.46749910444705989</c:v>
                </c:pt>
                <c:pt idx="25">
                  <c:v>0.50266823601658039</c:v>
                </c:pt>
                <c:pt idx="26">
                  <c:v>0.53770840796274511</c:v>
                </c:pt>
                <c:pt idx="27">
                  <c:v>0.57241082851440572</c:v>
                </c:pt>
                <c:pt idx="28">
                  <c:v>0.60658103474745406</c:v>
                </c:pt>
                <c:pt idx="29">
                  <c:v>0.64002661071593059</c:v>
                </c:pt>
                <c:pt idx="30">
                  <c:v>0.67257970421165747</c:v>
                </c:pt>
                <c:pt idx="31">
                  <c:v>0.70407451000460564</c:v>
                </c:pt>
                <c:pt idx="32">
                  <c:v>0.7343718335806767</c:v>
                </c:pt>
                <c:pt idx="33">
                  <c:v>0.7633427153165141</c:v>
                </c:pt>
                <c:pt idx="34">
                  <c:v>0.79088071234839563</c:v>
                </c:pt>
                <c:pt idx="35">
                  <c:v>0.81691827439742093</c:v>
                </c:pt>
                <c:pt idx="36">
                  <c:v>0.83728570697507787</c:v>
                </c:pt>
                <c:pt idx="37">
                  <c:v>0.84140013305357964</c:v>
                </c:pt>
                <c:pt idx="38">
                  <c:v>0.86428534875390195</c:v>
                </c:pt>
                <c:pt idx="39">
                  <c:v>0.88561486106135834</c:v>
                </c:pt>
                <c:pt idx="40">
                  <c:v>0.90540913975743287</c:v>
                </c:pt>
                <c:pt idx="41">
                  <c:v>0.92377053374955231</c:v>
                </c:pt>
                <c:pt idx="42">
                  <c:v>0.94082186172662607</c:v>
                </c:pt>
                <c:pt idx="43">
                  <c:v>0.95674735172202019</c:v>
                </c:pt>
                <c:pt idx="44">
                  <c:v>0.97171076198761586</c:v>
                </c:pt>
                <c:pt idx="45">
                  <c:v>0.98603960902717358</c:v>
                </c:pt>
                <c:pt idx="46">
                  <c:v>1</c:v>
                </c:pt>
                <c:pt idx="47">
                  <c:v>0.98603960902717358</c:v>
                </c:pt>
                <c:pt idx="48">
                  <c:v>0.97171076198761586</c:v>
                </c:pt>
                <c:pt idx="49">
                  <c:v>0.95674735172202019</c:v>
                </c:pt>
                <c:pt idx="50">
                  <c:v>0.94082186172662607</c:v>
                </c:pt>
                <c:pt idx="51">
                  <c:v>0.92377053374955231</c:v>
                </c:pt>
                <c:pt idx="52">
                  <c:v>0.90540913975743287</c:v>
                </c:pt>
                <c:pt idx="53">
                  <c:v>0.88561486106135834</c:v>
                </c:pt>
                <c:pt idx="54">
                  <c:v>0.86428534875390195</c:v>
                </c:pt>
                <c:pt idx="55">
                  <c:v>0.84140013305357964</c:v>
                </c:pt>
                <c:pt idx="56">
                  <c:v>0.83728570697507787</c:v>
                </c:pt>
                <c:pt idx="57">
                  <c:v>0.81691827439742093</c:v>
                </c:pt>
                <c:pt idx="58">
                  <c:v>0.79088071234839563</c:v>
                </c:pt>
                <c:pt idx="59">
                  <c:v>0.7633427153165141</c:v>
                </c:pt>
                <c:pt idx="60">
                  <c:v>0.7343718335806767</c:v>
                </c:pt>
                <c:pt idx="61">
                  <c:v>0.70407451000460564</c:v>
                </c:pt>
                <c:pt idx="62">
                  <c:v>0.67257970421165747</c:v>
                </c:pt>
                <c:pt idx="63">
                  <c:v>0.64002661071593059</c:v>
                </c:pt>
                <c:pt idx="64">
                  <c:v>0.60658103474745406</c:v>
                </c:pt>
                <c:pt idx="65">
                  <c:v>0.57241082851440572</c:v>
                </c:pt>
                <c:pt idx="66">
                  <c:v>0.53770840796274511</c:v>
                </c:pt>
                <c:pt idx="67">
                  <c:v>0.50266823601658039</c:v>
                </c:pt>
                <c:pt idx="68">
                  <c:v>0.46749910444705989</c:v>
                </c:pt>
                <c:pt idx="69">
                  <c:v>0.43241185200347992</c:v>
                </c:pt>
                <c:pt idx="70">
                  <c:v>0.3976255053477305</c:v>
                </c:pt>
                <c:pt idx="71">
                  <c:v>0.36335090322910812</c:v>
                </c:pt>
                <c:pt idx="72">
                  <c:v>0.32979888439690908</c:v>
                </c:pt>
                <c:pt idx="73">
                  <c:v>0.29717209968783581</c:v>
                </c:pt>
                <c:pt idx="74">
                  <c:v>0.26566501202599663</c:v>
                </c:pt>
                <c:pt idx="75">
                  <c:v>0.23545366153216321</c:v>
                </c:pt>
                <c:pt idx="76">
                  <c:v>0.20670385343636449</c:v>
                </c:pt>
                <c:pt idx="77">
                  <c:v>0.17956501714344189</c:v>
                </c:pt>
                <c:pt idx="78">
                  <c:v>0.15416815925489999</c:v>
                </c:pt>
                <c:pt idx="79">
                  <c:v>0.13061767565631241</c:v>
                </c:pt>
                <c:pt idx="80">
                  <c:v>0.10899953942991659</c:v>
                </c:pt>
                <c:pt idx="81">
                  <c:v>8.9366972007573764E-2</c:v>
                </c:pt>
                <c:pt idx="82">
                  <c:v>7.1742490148917593E-2</c:v>
                </c:pt>
                <c:pt idx="83">
                  <c:v>5.6117905941354011E-2</c:v>
                </c:pt>
                <c:pt idx="84">
                  <c:v>4.2442044931170417E-2</c:v>
                </c:pt>
                <c:pt idx="85">
                  <c:v>3.068010848984187E-2</c:v>
                </c:pt>
                <c:pt idx="86">
                  <c:v>2.0875083158487361E-2</c:v>
                </c:pt>
                <c:pt idx="87">
                  <c:v>1.8312266516554959E-2</c:v>
                </c:pt>
                <c:pt idx="88">
                  <c:v>1.3086331303413299E-2</c:v>
                </c:pt>
                <c:pt idx="89">
                  <c:v>7.2647254490558824E-3</c:v>
                </c:pt>
                <c:pt idx="90">
                  <c:v>3.2301315183459771E-3</c:v>
                </c:pt>
                <c:pt idx="91">
                  <c:v>8.1674428125487583E-4</c:v>
                </c:pt>
              </c:numCache>
            </c:numRef>
          </c:xVal>
          <c:yVal>
            <c:numRef>
              <c:f>'0.9'!$B$2:$B$100</c:f>
              <c:numCache>
                <c:formatCode>General</c:formatCode>
                <c:ptCount val="99"/>
                <c:pt idx="0">
                  <c:v>0.55129399999999995</c:v>
                </c:pt>
                <c:pt idx="1">
                  <c:v>0.242286</c:v>
                </c:pt>
                <c:pt idx="2">
                  <c:v>-0.14655199999999999</c:v>
                </c:pt>
                <c:pt idx="3">
                  <c:v>-0.54293100000000005</c:v>
                </c:pt>
                <c:pt idx="4">
                  <c:v>-0.89819300000000002</c:v>
                </c:pt>
                <c:pt idx="5">
                  <c:v>-1.0846</c:v>
                </c:pt>
                <c:pt idx="6">
                  <c:v>-1.1759599999999999</c:v>
                </c:pt>
                <c:pt idx="7">
                  <c:v>-1.3405899999999999</c:v>
                </c:pt>
                <c:pt idx="8">
                  <c:v>-1.3955200000000001</c:v>
                </c:pt>
                <c:pt idx="9">
                  <c:v>-1.38253</c:v>
                </c:pt>
                <c:pt idx="10">
                  <c:v>-1.35134</c:v>
                </c:pt>
                <c:pt idx="11">
                  <c:v>-1.3264499999999999</c:v>
                </c:pt>
                <c:pt idx="12">
                  <c:v>-1.3089900000000001</c:v>
                </c:pt>
                <c:pt idx="13">
                  <c:v>-1.2894000000000001</c:v>
                </c:pt>
                <c:pt idx="14">
                  <c:v>-1.2518800000000001</c:v>
                </c:pt>
                <c:pt idx="15">
                  <c:v>-1.1377299999999999</c:v>
                </c:pt>
                <c:pt idx="16">
                  <c:v>-0.90209899999999998</c:v>
                </c:pt>
                <c:pt idx="17">
                  <c:v>-0.68262999999999996</c:v>
                </c:pt>
                <c:pt idx="18">
                  <c:v>-0.55325400000000002</c:v>
                </c:pt>
                <c:pt idx="19">
                  <c:v>-0.50220200000000004</c:v>
                </c:pt>
                <c:pt idx="20">
                  <c:v>-0.48853000000000002</c:v>
                </c:pt>
                <c:pt idx="21">
                  <c:v>-0.47769099999999998</c:v>
                </c:pt>
                <c:pt idx="22">
                  <c:v>-0.45990900000000001</c:v>
                </c:pt>
                <c:pt idx="23">
                  <c:v>-0.42830200000000002</c:v>
                </c:pt>
                <c:pt idx="24">
                  <c:v>-0.390565</c:v>
                </c:pt>
                <c:pt idx="25">
                  <c:v>-0.35256300000000002</c:v>
                </c:pt>
                <c:pt idx="26">
                  <c:v>-0.317583</c:v>
                </c:pt>
                <c:pt idx="27">
                  <c:v>-0.28470299999999998</c:v>
                </c:pt>
                <c:pt idx="28">
                  <c:v>-0.25490800000000002</c:v>
                </c:pt>
                <c:pt idx="29">
                  <c:v>-0.228357</c:v>
                </c:pt>
                <c:pt idx="30">
                  <c:v>-0.204656</c:v>
                </c:pt>
                <c:pt idx="31">
                  <c:v>-0.18320800000000001</c:v>
                </c:pt>
                <c:pt idx="32">
                  <c:v>-0.16372400000000001</c:v>
                </c:pt>
                <c:pt idx="33">
                  <c:v>-0.14610300000000001</c:v>
                </c:pt>
                <c:pt idx="34">
                  <c:v>-0.130165</c:v>
                </c:pt>
                <c:pt idx="35">
                  <c:v>-0.11599</c:v>
                </c:pt>
                <c:pt idx="36">
                  <c:v>-0.105291</c:v>
                </c:pt>
                <c:pt idx="37">
                  <c:v>-0.103195</c:v>
                </c:pt>
                <c:pt idx="38">
                  <c:v>-9.2447299999999996E-2</c:v>
                </c:pt>
                <c:pt idx="39">
                  <c:v>-8.2331199999999993E-2</c:v>
                </c:pt>
                <c:pt idx="40">
                  <c:v>-7.4371000000000007E-2</c:v>
                </c:pt>
                <c:pt idx="41">
                  <c:v>-6.5386100000000003E-2</c:v>
                </c:pt>
                <c:pt idx="42">
                  <c:v>-6.0079300000000002E-2</c:v>
                </c:pt>
                <c:pt idx="43">
                  <c:v>-4.9595300000000002E-2</c:v>
                </c:pt>
                <c:pt idx="44">
                  <c:v>-4.7518400000000002E-2</c:v>
                </c:pt>
                <c:pt idx="45">
                  <c:v>-2.6396900000000001E-2</c:v>
                </c:pt>
                <c:pt idx="46">
                  <c:v>-6.5256000000000003E-3</c:v>
                </c:pt>
                <c:pt idx="47">
                  <c:v>5.5903100000000002E-3</c:v>
                </c:pt>
                <c:pt idx="48">
                  <c:v>-2.8623699999999999E-3</c:v>
                </c:pt>
                <c:pt idx="49">
                  <c:v>-1.28086E-2</c:v>
                </c:pt>
                <c:pt idx="50">
                  <c:v>-2.37477E-2</c:v>
                </c:pt>
                <c:pt idx="51">
                  <c:v>-3.5031699999999999E-2</c:v>
                </c:pt>
                <c:pt idx="52">
                  <c:v>-4.6187400000000003E-2</c:v>
                </c:pt>
                <c:pt idx="53">
                  <c:v>-5.6932700000000003E-2</c:v>
                </c:pt>
                <c:pt idx="54">
                  <c:v>-6.6509100000000002E-2</c:v>
                </c:pt>
                <c:pt idx="55">
                  <c:v>-7.5377E-2</c:v>
                </c:pt>
                <c:pt idx="56">
                  <c:v>-7.6716800000000002E-2</c:v>
                </c:pt>
                <c:pt idx="57">
                  <c:v>-8.3696999999999994E-2</c:v>
                </c:pt>
                <c:pt idx="58">
                  <c:v>-9.2245300000000002E-2</c:v>
                </c:pt>
                <c:pt idx="59">
                  <c:v>-0.101427</c:v>
                </c:pt>
                <c:pt idx="60">
                  <c:v>-0.11239300000000001</c:v>
                </c:pt>
                <c:pt idx="61">
                  <c:v>-0.125638</c:v>
                </c:pt>
                <c:pt idx="62">
                  <c:v>-0.141732</c:v>
                </c:pt>
                <c:pt idx="63">
                  <c:v>-0.16045899999999999</c:v>
                </c:pt>
                <c:pt idx="64">
                  <c:v>-0.181339</c:v>
                </c:pt>
                <c:pt idx="65">
                  <c:v>-0.20313999999999999</c:v>
                </c:pt>
                <c:pt idx="66">
                  <c:v>-0.224024</c:v>
                </c:pt>
                <c:pt idx="67">
                  <c:v>-0.24152599999999999</c:v>
                </c:pt>
                <c:pt idx="68">
                  <c:v>-0.253307</c:v>
                </c:pt>
                <c:pt idx="69">
                  <c:v>-0.257581</c:v>
                </c:pt>
                <c:pt idx="70">
                  <c:v>-0.25374600000000003</c:v>
                </c:pt>
                <c:pt idx="71">
                  <c:v>-0.24230399999999999</c:v>
                </c:pt>
                <c:pt idx="72">
                  <c:v>-0.224527</c:v>
                </c:pt>
                <c:pt idx="73">
                  <c:v>-0.20185700000000001</c:v>
                </c:pt>
                <c:pt idx="74">
                  <c:v>-0.17565600000000001</c:v>
                </c:pt>
                <c:pt idx="75">
                  <c:v>-0.14688100000000001</c:v>
                </c:pt>
                <c:pt idx="76">
                  <c:v>-0.11602999999999999</c:v>
                </c:pt>
                <c:pt idx="77">
                  <c:v>-8.3282400000000006E-2</c:v>
                </c:pt>
                <c:pt idx="78">
                  <c:v>-4.8532899999999997E-2</c:v>
                </c:pt>
                <c:pt idx="79">
                  <c:v>-1.14821E-2</c:v>
                </c:pt>
                <c:pt idx="80">
                  <c:v>2.8014899999999999E-2</c:v>
                </c:pt>
                <c:pt idx="81">
                  <c:v>6.9477800000000006E-2</c:v>
                </c:pt>
                <c:pt idx="82">
                  <c:v>0.11256099999999999</c:v>
                </c:pt>
                <c:pt idx="83">
                  <c:v>0.15018999999999999</c:v>
                </c:pt>
                <c:pt idx="84">
                  <c:v>0.170627</c:v>
                </c:pt>
                <c:pt idx="85">
                  <c:v>0.203459</c:v>
                </c:pt>
                <c:pt idx="86">
                  <c:v>0.30704599999999999</c:v>
                </c:pt>
                <c:pt idx="87">
                  <c:v>0.36477199999999999</c:v>
                </c:pt>
                <c:pt idx="88">
                  <c:v>0.48230000000000001</c:v>
                </c:pt>
                <c:pt idx="89">
                  <c:v>0.66286299999999998</c:v>
                </c:pt>
                <c:pt idx="90">
                  <c:v>0.77929499999999996</c:v>
                </c:pt>
                <c:pt idx="91">
                  <c:v>0.756857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835-4EEA-9438-9705D9D18408}"/>
            </c:ext>
          </c:extLst>
        </c:ser>
        <c:ser>
          <c:idx val="1"/>
          <c:order val="1"/>
          <c:tx>
            <c:v>Exp.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19050">
                <a:solidFill>
                  <a:srgbClr val="FF0000"/>
                </a:solidFill>
              </a:ln>
              <a:effectLst/>
            </c:spPr>
          </c:marker>
          <c:xVal>
            <c:numRef>
              <c:f>'0.9'!$G$2:$G$35</c:f>
              <c:numCache>
                <c:formatCode>0.00E+00</c:formatCode>
                <c:ptCount val="34"/>
                <c:pt idx="0">
                  <c:v>0.94977</c:v>
                </c:pt>
                <c:pt idx="1">
                  <c:v>0.84953999999999996</c:v>
                </c:pt>
                <c:pt idx="2">
                  <c:v>0.75002999999999997</c:v>
                </c:pt>
                <c:pt idx="3">
                  <c:v>0.64988000000000001</c:v>
                </c:pt>
                <c:pt idx="4">
                  <c:v>0.54983000000000004</c:v>
                </c:pt>
                <c:pt idx="5">
                  <c:v>0.44990000000000002</c:v>
                </c:pt>
                <c:pt idx="6">
                  <c:v>0.35016000000000003</c:v>
                </c:pt>
                <c:pt idx="7">
                  <c:v>0.25012000000000001</c:v>
                </c:pt>
                <c:pt idx="8">
                  <c:v>0.15054000000000001</c:v>
                </c:pt>
                <c:pt idx="9">
                  <c:v>0.10029</c:v>
                </c:pt>
                <c:pt idx="10">
                  <c:v>6.5500000000000003E-2</c:v>
                </c:pt>
                <c:pt idx="11">
                  <c:v>4.0300000000000002E-2</c:v>
                </c:pt>
                <c:pt idx="12">
                  <c:v>2.0299999999999999E-2</c:v>
                </c:pt>
                <c:pt idx="13">
                  <c:v>5.8700000000000002E-3</c:v>
                </c:pt>
                <c:pt idx="14">
                  <c:v>5.6999999999999998E-4</c:v>
                </c:pt>
                <c:pt idx="15">
                  <c:v>1.8400000000000001E-3</c:v>
                </c:pt>
                <c:pt idx="16">
                  <c:v>6.2599999999999999E-3</c:v>
                </c:pt>
                <c:pt idx="17">
                  <c:v>1.2279999999999999E-2</c:v>
                </c:pt>
                <c:pt idx="18">
                  <c:v>2.0060000000000001E-2</c:v>
                </c:pt>
                <c:pt idx="19">
                  <c:v>2.988E-2</c:v>
                </c:pt>
                <c:pt idx="20">
                  <c:v>4.9660000000000003E-2</c:v>
                </c:pt>
                <c:pt idx="21">
                  <c:v>7.4480000000000005E-2</c:v>
                </c:pt>
                <c:pt idx="22">
                  <c:v>9.9940000000000001E-2</c:v>
                </c:pt>
                <c:pt idx="23">
                  <c:v>0.13986000000000001</c:v>
                </c:pt>
                <c:pt idx="24">
                  <c:v>0.17979000000000001</c:v>
                </c:pt>
                <c:pt idx="25">
                  <c:v>0.22001000000000001</c:v>
                </c:pt>
                <c:pt idx="26">
                  <c:v>0.25963999999999998</c:v>
                </c:pt>
                <c:pt idx="27">
                  <c:v>0.29987999999999998</c:v>
                </c:pt>
                <c:pt idx="28">
                  <c:v>0.33984999999999999</c:v>
                </c:pt>
                <c:pt idx="29">
                  <c:v>0.37985999999999998</c:v>
                </c:pt>
                <c:pt idx="30">
                  <c:v>0.41959000000000002</c:v>
                </c:pt>
                <c:pt idx="31">
                  <c:v>0.45974999999999999</c:v>
                </c:pt>
                <c:pt idx="32">
                  <c:v>0.49959999999999999</c:v>
                </c:pt>
                <c:pt idx="33">
                  <c:v>0.53959000000000001</c:v>
                </c:pt>
              </c:numCache>
            </c:numRef>
          </c:xVal>
          <c:yVal>
            <c:numRef>
              <c:f>'0.9'!$H$2:$H$35</c:f>
              <c:numCache>
                <c:formatCode>0.00E+00</c:formatCode>
                <c:ptCount val="34"/>
                <c:pt idx="0">
                  <c:v>6.2588000000000005E-2</c:v>
                </c:pt>
                <c:pt idx="1">
                  <c:v>-2.3640999999999999E-2</c:v>
                </c:pt>
                <c:pt idx="2">
                  <c:v>-8.6803000000000005E-2</c:v>
                </c:pt>
                <c:pt idx="3">
                  <c:v>-0.14099999999999999</c:v>
                </c:pt>
                <c:pt idx="4">
                  <c:v>-0.24207000000000001</c:v>
                </c:pt>
                <c:pt idx="5">
                  <c:v>-0.23977999999999999</c:v>
                </c:pt>
                <c:pt idx="6">
                  <c:v>-0.21018999999999999</c:v>
                </c:pt>
                <c:pt idx="7">
                  <c:v>-0.13941999999999999</c:v>
                </c:pt>
                <c:pt idx="8">
                  <c:v>-7.5754000000000004E-3</c:v>
                </c:pt>
                <c:pt idx="9">
                  <c:v>7.3524000000000006E-2</c:v>
                </c:pt>
                <c:pt idx="10">
                  <c:v>0.18462000000000001</c:v>
                </c:pt>
                <c:pt idx="11">
                  <c:v>0.18414</c:v>
                </c:pt>
                <c:pt idx="12">
                  <c:v>0.30302000000000001</c:v>
                </c:pt>
                <c:pt idx="13">
                  <c:v>0.71460999999999997</c:v>
                </c:pt>
                <c:pt idx="14">
                  <c:v>0.57972999999999997</c:v>
                </c:pt>
                <c:pt idx="15">
                  <c:v>-0.46845999999999999</c:v>
                </c:pt>
                <c:pt idx="16">
                  <c:v>-0.46914</c:v>
                </c:pt>
                <c:pt idx="17">
                  <c:v>-0.83425000000000005</c:v>
                </c:pt>
                <c:pt idx="18">
                  <c:v>-1.2021999999999999</c:v>
                </c:pt>
                <c:pt idx="19">
                  <c:v>-1.3920999999999999</c:v>
                </c:pt>
                <c:pt idx="20">
                  <c:v>-1.4224000000000001</c:v>
                </c:pt>
                <c:pt idx="21">
                  <c:v>-1.385</c:v>
                </c:pt>
                <c:pt idx="22">
                  <c:v>-1.3517999999999999</c:v>
                </c:pt>
                <c:pt idx="23">
                  <c:v>-1.3219000000000001</c:v>
                </c:pt>
                <c:pt idx="24">
                  <c:v>-1.2962</c:v>
                </c:pt>
                <c:pt idx="25">
                  <c:v>-1.2178</c:v>
                </c:pt>
                <c:pt idx="26">
                  <c:v>-0.84379999999999999</c:v>
                </c:pt>
                <c:pt idx="27">
                  <c:v>-0.66337000000000002</c:v>
                </c:pt>
                <c:pt idx="28">
                  <c:v>-0.57652999999999999</c:v>
                </c:pt>
                <c:pt idx="29">
                  <c:v>-0.51371999999999995</c:v>
                </c:pt>
                <c:pt idx="30">
                  <c:v>-0.41177999999999998</c:v>
                </c:pt>
                <c:pt idx="31">
                  <c:v>-0.34275</c:v>
                </c:pt>
                <c:pt idx="32">
                  <c:v>-0.27461999999999998</c:v>
                </c:pt>
                <c:pt idx="33">
                  <c:v>-0.23297000000000001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835-4EEA-9438-9705D9D184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94294640"/>
        <c:axId val="1594297040"/>
      </c:scatterChart>
      <c:valAx>
        <c:axId val="1594294640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94297040"/>
        <c:crosses val="autoZero"/>
        <c:crossBetween val="midCat"/>
      </c:valAx>
      <c:valAx>
        <c:axId val="1594297040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942946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272018331999973"/>
          <c:y val="0.1674019156696322"/>
          <c:w val="0.15490051925247894"/>
          <c:h val="0.146104918703343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Section (96%)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491318468134152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7127309824895023E-2"/>
          <c:y val="0.16056277056277057"/>
          <c:w val="0.9057434645447604"/>
          <c:h val="0.73935814841326652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317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'0.96'!$A$2:$A$94</c:f>
              <c:numCache>
                <c:formatCode>General</c:formatCode>
                <c:ptCount val="93"/>
                <c:pt idx="0">
                  <c:v>0</c:v>
                </c:pt>
                <c:pt idx="1">
                  <c:v>8.1524878996530332E-4</c:v>
                </c:pt>
                <c:pt idx="2">
                  <c:v>3.2267589902040782E-3</c:v>
                </c:pt>
                <c:pt idx="3">
                  <c:v>7.2644872491666431E-3</c:v>
                </c:pt>
                <c:pt idx="4">
                  <c:v>1.308463609091411E-2</c:v>
                </c:pt>
                <c:pt idx="5">
                  <c:v>2.087550444856227E-2</c:v>
                </c:pt>
                <c:pt idx="6">
                  <c:v>2.1029567212020209E-2</c:v>
                </c:pt>
                <c:pt idx="7">
                  <c:v>3.06798875341826E-2</c:v>
                </c:pt>
                <c:pt idx="8">
                  <c:v>4.2440011811478578E-2</c:v>
                </c:pt>
                <c:pt idx="9">
                  <c:v>5.6117361589585309E-2</c:v>
                </c:pt>
                <c:pt idx="10">
                  <c:v>7.1741893516953342E-2</c:v>
                </c:pt>
                <c:pt idx="11">
                  <c:v>8.9367101608672145E-2</c:v>
                </c:pt>
                <c:pt idx="12">
                  <c:v>0.10899940514655219</c:v>
                </c:pt>
                <c:pt idx="13">
                  <c:v>0.13061954628516159</c:v>
                </c:pt>
                <c:pt idx="14">
                  <c:v>0.15416975148820339</c:v>
                </c:pt>
                <c:pt idx="15">
                  <c:v>0.17956657009213811</c:v>
                </c:pt>
                <c:pt idx="16">
                  <c:v>0.20670515382738969</c:v>
                </c:pt>
                <c:pt idx="17">
                  <c:v>0.23545497729713999</c:v>
                </c:pt>
                <c:pt idx="18">
                  <c:v>0.26566839701974138</c:v>
                </c:pt>
                <c:pt idx="19">
                  <c:v>0.29717637190751101</c:v>
                </c:pt>
                <c:pt idx="20">
                  <c:v>0.32980344159095493</c:v>
                </c:pt>
                <c:pt idx="21">
                  <c:v>0.36335702761575028</c:v>
                </c:pt>
                <c:pt idx="22">
                  <c:v>0.39763171296395378</c:v>
                </c:pt>
                <c:pt idx="23">
                  <c:v>0.43241994085701713</c:v>
                </c:pt>
                <c:pt idx="24">
                  <c:v>0.46750559547397852</c:v>
                </c:pt>
                <c:pt idx="25">
                  <c:v>0.50267470075447973</c:v>
                </c:pt>
                <c:pt idx="26">
                  <c:v>0.53771542039876585</c:v>
                </c:pt>
                <c:pt idx="27">
                  <c:v>0.57242019762828944</c:v>
                </c:pt>
                <c:pt idx="28">
                  <c:v>0.60659003470691708</c:v>
                </c:pt>
                <c:pt idx="29">
                  <c:v>0.64003663270153355</c:v>
                </c:pt>
                <c:pt idx="30">
                  <c:v>0.6725888107638518</c:v>
                </c:pt>
                <c:pt idx="31">
                  <c:v>0.70408608684860352</c:v>
                </c:pt>
                <c:pt idx="32">
                  <c:v>0.73439151627715915</c:v>
                </c:pt>
                <c:pt idx="33">
                  <c:v>0.76336387484968182</c:v>
                </c:pt>
                <c:pt idx="34">
                  <c:v>0.79090259381780359</c:v>
                </c:pt>
                <c:pt idx="35">
                  <c:v>0.81694348036341691</c:v>
                </c:pt>
                <c:pt idx="36">
                  <c:v>0.82541693235360858</c:v>
                </c:pt>
                <c:pt idx="37">
                  <c:v>0.84140094406237831</c:v>
                </c:pt>
                <c:pt idx="38">
                  <c:v>0.86429638252072349</c:v>
                </c:pt>
                <c:pt idx="39">
                  <c:v>0.8856297957384528</c:v>
                </c:pt>
                <c:pt idx="40">
                  <c:v>0.90542258132160169</c:v>
                </c:pt>
                <c:pt idx="41">
                  <c:v>0.92378172730034969</c:v>
                </c:pt>
                <c:pt idx="42">
                  <c:v>0.94083561931091164</c:v>
                </c:pt>
                <c:pt idx="43">
                  <c:v>0.95675543820157438</c:v>
                </c:pt>
                <c:pt idx="44">
                  <c:v>0.97173376242665988</c:v>
                </c:pt>
                <c:pt idx="45">
                  <c:v>0.98604876086463478</c:v>
                </c:pt>
                <c:pt idx="46">
                  <c:v>1</c:v>
                </c:pt>
                <c:pt idx="47">
                  <c:v>0.98604876086463478</c:v>
                </c:pt>
                <c:pt idx="48">
                  <c:v>0.97173376242665988</c:v>
                </c:pt>
                <c:pt idx="49">
                  <c:v>0.95675543820157438</c:v>
                </c:pt>
                <c:pt idx="50">
                  <c:v>0.94083561931091164</c:v>
                </c:pt>
                <c:pt idx="51">
                  <c:v>0.92378172730034969</c:v>
                </c:pt>
                <c:pt idx="52">
                  <c:v>0.90542258132160169</c:v>
                </c:pt>
                <c:pt idx="53">
                  <c:v>0.8856297957384528</c:v>
                </c:pt>
                <c:pt idx="54">
                  <c:v>0.86429638252072349</c:v>
                </c:pt>
                <c:pt idx="55">
                  <c:v>0.84140094406237831</c:v>
                </c:pt>
                <c:pt idx="56">
                  <c:v>0.82541693235360858</c:v>
                </c:pt>
                <c:pt idx="57">
                  <c:v>0.81694348036341691</c:v>
                </c:pt>
                <c:pt idx="58">
                  <c:v>0.79090259381780359</c:v>
                </c:pt>
                <c:pt idx="59">
                  <c:v>0.76336387484968182</c:v>
                </c:pt>
                <c:pt idx="60">
                  <c:v>0.73439151627715915</c:v>
                </c:pt>
                <c:pt idx="61">
                  <c:v>0.70408608684860352</c:v>
                </c:pt>
                <c:pt idx="62">
                  <c:v>0.6725888107638518</c:v>
                </c:pt>
                <c:pt idx="63">
                  <c:v>0.64003663270153355</c:v>
                </c:pt>
                <c:pt idx="64">
                  <c:v>0.60659003470691708</c:v>
                </c:pt>
                <c:pt idx="65">
                  <c:v>0.57242019762828944</c:v>
                </c:pt>
                <c:pt idx="66">
                  <c:v>0.53771542039876585</c:v>
                </c:pt>
                <c:pt idx="67">
                  <c:v>0.50267470075447973</c:v>
                </c:pt>
                <c:pt idx="68">
                  <c:v>0.46750559547397852</c:v>
                </c:pt>
                <c:pt idx="69">
                  <c:v>0.43241994085701713</c:v>
                </c:pt>
                <c:pt idx="70">
                  <c:v>0.39763171296395378</c:v>
                </c:pt>
                <c:pt idx="71">
                  <c:v>0.36335702761575028</c:v>
                </c:pt>
                <c:pt idx="72">
                  <c:v>0.32980344159095493</c:v>
                </c:pt>
                <c:pt idx="73">
                  <c:v>0.29717637190751101</c:v>
                </c:pt>
                <c:pt idx="74">
                  <c:v>0.26566839701974138</c:v>
                </c:pt>
                <c:pt idx="75">
                  <c:v>0.23545497729713999</c:v>
                </c:pt>
                <c:pt idx="76">
                  <c:v>0.20670515382738969</c:v>
                </c:pt>
                <c:pt idx="77">
                  <c:v>0.17956657009213811</c:v>
                </c:pt>
                <c:pt idx="78">
                  <c:v>0.15416975148820339</c:v>
                </c:pt>
                <c:pt idx="79">
                  <c:v>0.13061954628516159</c:v>
                </c:pt>
                <c:pt idx="80">
                  <c:v>0.10899940514655219</c:v>
                </c:pt>
                <c:pt idx="81">
                  <c:v>8.9367101608672145E-2</c:v>
                </c:pt>
                <c:pt idx="82">
                  <c:v>7.1741893516953342E-2</c:v>
                </c:pt>
                <c:pt idx="83">
                  <c:v>5.6117361589585309E-2</c:v>
                </c:pt>
                <c:pt idx="84">
                  <c:v>4.2440011811478578E-2</c:v>
                </c:pt>
                <c:pt idx="85">
                  <c:v>3.06798875341826E-2</c:v>
                </c:pt>
                <c:pt idx="86">
                  <c:v>2.1029567212020209E-2</c:v>
                </c:pt>
                <c:pt idx="87">
                  <c:v>2.087550444856227E-2</c:v>
                </c:pt>
                <c:pt idx="88">
                  <c:v>1.308463609091411E-2</c:v>
                </c:pt>
                <c:pt idx="89">
                  <c:v>7.2644872491666431E-3</c:v>
                </c:pt>
                <c:pt idx="90">
                  <c:v>3.2267589902040782E-3</c:v>
                </c:pt>
                <c:pt idx="91">
                  <c:v>8.1524878996530332E-4</c:v>
                </c:pt>
              </c:numCache>
            </c:numRef>
          </c:xVal>
          <c:yVal>
            <c:numRef>
              <c:f>'0.96'!$B$2:$B$94</c:f>
              <c:numCache>
                <c:formatCode>General</c:formatCode>
                <c:ptCount val="93"/>
                <c:pt idx="0">
                  <c:v>0.50773400000000002</c:v>
                </c:pt>
                <c:pt idx="1">
                  <c:v>0.21748200000000001</c:v>
                </c:pt>
                <c:pt idx="2">
                  <c:v>-0.16300400000000001</c:v>
                </c:pt>
                <c:pt idx="3">
                  <c:v>-0.55917399999999995</c:v>
                </c:pt>
                <c:pt idx="4">
                  <c:v>-0.91139000000000003</c:v>
                </c:pt>
                <c:pt idx="5">
                  <c:v>-1.18723</c:v>
                </c:pt>
                <c:pt idx="6">
                  <c:v>-1.18981</c:v>
                </c:pt>
                <c:pt idx="7">
                  <c:v>-1.35283</c:v>
                </c:pt>
                <c:pt idx="8">
                  <c:v>-1.40913</c:v>
                </c:pt>
                <c:pt idx="9">
                  <c:v>-1.3982399999999999</c:v>
                </c:pt>
                <c:pt idx="10">
                  <c:v>-1.37114</c:v>
                </c:pt>
                <c:pt idx="11">
                  <c:v>-1.3440099999999999</c:v>
                </c:pt>
                <c:pt idx="12">
                  <c:v>-1.30078</c:v>
                </c:pt>
                <c:pt idx="13">
                  <c:v>-1.1777</c:v>
                </c:pt>
                <c:pt idx="14">
                  <c:v>-0.94490300000000005</c:v>
                </c:pt>
                <c:pt idx="15">
                  <c:v>-0.71115399999999995</c:v>
                </c:pt>
                <c:pt idx="16">
                  <c:v>-0.59690399999999999</c:v>
                </c:pt>
                <c:pt idx="17">
                  <c:v>-0.57317799999999997</c:v>
                </c:pt>
                <c:pt idx="18">
                  <c:v>-0.55238799999999999</c:v>
                </c:pt>
                <c:pt idx="19">
                  <c:v>-0.52478199999999997</c:v>
                </c:pt>
                <c:pt idx="20">
                  <c:v>-0.48683300000000002</c:v>
                </c:pt>
                <c:pt idx="21">
                  <c:v>-0.440913</c:v>
                </c:pt>
                <c:pt idx="22">
                  <c:v>-0.39490799999999998</c:v>
                </c:pt>
                <c:pt idx="23">
                  <c:v>-0.35142499999999999</c:v>
                </c:pt>
                <c:pt idx="24">
                  <c:v>-0.31389099999999998</c:v>
                </c:pt>
                <c:pt idx="25">
                  <c:v>-0.28055099999999999</c:v>
                </c:pt>
                <c:pt idx="26">
                  <c:v>-0.252355</c:v>
                </c:pt>
                <c:pt idx="27">
                  <c:v>-0.229182</c:v>
                </c:pt>
                <c:pt idx="28">
                  <c:v>-0.21073900000000001</c:v>
                </c:pt>
                <c:pt idx="29">
                  <c:v>-0.195684</c:v>
                </c:pt>
                <c:pt idx="30">
                  <c:v>-0.18319199999999999</c:v>
                </c:pt>
                <c:pt idx="31">
                  <c:v>-0.17247699999999999</c:v>
                </c:pt>
                <c:pt idx="32">
                  <c:v>-0.163325</c:v>
                </c:pt>
                <c:pt idx="33">
                  <c:v>-0.155671</c:v>
                </c:pt>
                <c:pt idx="34">
                  <c:v>-0.14924200000000001</c:v>
                </c:pt>
                <c:pt idx="35">
                  <c:v>-0.144117</c:v>
                </c:pt>
                <c:pt idx="36">
                  <c:v>-0.14258899999999999</c:v>
                </c:pt>
                <c:pt idx="37">
                  <c:v>-0.13964399999999999</c:v>
                </c:pt>
                <c:pt idx="38">
                  <c:v>-0.13615099999999999</c:v>
                </c:pt>
                <c:pt idx="39">
                  <c:v>-0.13267200000000001</c:v>
                </c:pt>
                <c:pt idx="40">
                  <c:v>-0.13062399999999999</c:v>
                </c:pt>
                <c:pt idx="41">
                  <c:v>-0.12695899999999999</c:v>
                </c:pt>
                <c:pt idx="42">
                  <c:v>-0.12631899999999999</c:v>
                </c:pt>
                <c:pt idx="43">
                  <c:v>-0.1197</c:v>
                </c:pt>
                <c:pt idx="44">
                  <c:v>-0.12145499999999999</c:v>
                </c:pt>
                <c:pt idx="45">
                  <c:v>-0.10122</c:v>
                </c:pt>
                <c:pt idx="46">
                  <c:v>-7.8569200000000006E-2</c:v>
                </c:pt>
                <c:pt idx="47">
                  <c:v>-4.2445999999999998E-2</c:v>
                </c:pt>
                <c:pt idx="48">
                  <c:v>-3.9816499999999998E-2</c:v>
                </c:pt>
                <c:pt idx="49">
                  <c:v>-4.0679699999999999E-2</c:v>
                </c:pt>
                <c:pt idx="50">
                  <c:v>-4.4828800000000002E-2</c:v>
                </c:pt>
                <c:pt idx="51">
                  <c:v>-5.03848E-2</c:v>
                </c:pt>
                <c:pt idx="52">
                  <c:v>-5.6839199999999999E-2</c:v>
                </c:pt>
                <c:pt idx="53">
                  <c:v>-6.3509300000000005E-2</c:v>
                </c:pt>
                <c:pt idx="54">
                  <c:v>-6.9555800000000001E-2</c:v>
                </c:pt>
                <c:pt idx="55">
                  <c:v>-7.5241000000000002E-2</c:v>
                </c:pt>
                <c:pt idx="56">
                  <c:v>-7.8580499999999998E-2</c:v>
                </c:pt>
                <c:pt idx="57">
                  <c:v>-8.1473599999999993E-2</c:v>
                </c:pt>
                <c:pt idx="58">
                  <c:v>-9.0145699999999995E-2</c:v>
                </c:pt>
                <c:pt idx="59">
                  <c:v>-9.9153400000000003E-2</c:v>
                </c:pt>
                <c:pt idx="60">
                  <c:v>-0.109429</c:v>
                </c:pt>
                <c:pt idx="61">
                  <c:v>-0.121728</c:v>
                </c:pt>
                <c:pt idx="62">
                  <c:v>-0.136711</c:v>
                </c:pt>
                <c:pt idx="63">
                  <c:v>-0.154229</c:v>
                </c:pt>
                <c:pt idx="64">
                  <c:v>-0.17382900000000001</c:v>
                </c:pt>
                <c:pt idx="65">
                  <c:v>-0.19449900000000001</c:v>
                </c:pt>
                <c:pt idx="66">
                  <c:v>-0.215031</c:v>
                </c:pt>
                <c:pt idx="67">
                  <c:v>-0.234013</c:v>
                </c:pt>
                <c:pt idx="68">
                  <c:v>-0.250249</c:v>
                </c:pt>
                <c:pt idx="69">
                  <c:v>-0.26267200000000002</c:v>
                </c:pt>
                <c:pt idx="70">
                  <c:v>-0.270625</c:v>
                </c:pt>
                <c:pt idx="71">
                  <c:v>-0.27392300000000003</c:v>
                </c:pt>
                <c:pt idx="72">
                  <c:v>-0.27270499999999998</c:v>
                </c:pt>
                <c:pt idx="73">
                  <c:v>-0.26724100000000001</c:v>
                </c:pt>
                <c:pt idx="74">
                  <c:v>-0.25769799999999998</c:v>
                </c:pt>
                <c:pt idx="75">
                  <c:v>-0.24397099999999999</c:v>
                </c:pt>
                <c:pt idx="76">
                  <c:v>-0.22568199999999999</c:v>
                </c:pt>
                <c:pt idx="77">
                  <c:v>-0.20233699999999999</c:v>
                </c:pt>
                <c:pt idx="78">
                  <c:v>-0.17352799999999999</c:v>
                </c:pt>
                <c:pt idx="79">
                  <c:v>-0.138961</c:v>
                </c:pt>
                <c:pt idx="80">
                  <c:v>-9.8686200000000002E-2</c:v>
                </c:pt>
                <c:pt idx="81">
                  <c:v>-5.33369E-2</c:v>
                </c:pt>
                <c:pt idx="82">
                  <c:v>-3.8401500000000001E-3</c:v>
                </c:pt>
                <c:pt idx="83">
                  <c:v>4.1409000000000001E-2</c:v>
                </c:pt>
                <c:pt idx="84">
                  <c:v>7.0032899999999995E-2</c:v>
                </c:pt>
                <c:pt idx="85">
                  <c:v>0.110377</c:v>
                </c:pt>
                <c:pt idx="86">
                  <c:v>0.221721</c:v>
                </c:pt>
                <c:pt idx="87">
                  <c:v>0.22342999999999999</c:v>
                </c:pt>
                <c:pt idx="88">
                  <c:v>0.40701799999999999</c:v>
                </c:pt>
                <c:pt idx="89">
                  <c:v>0.59464899999999998</c:v>
                </c:pt>
                <c:pt idx="90">
                  <c:v>0.71938800000000003</c:v>
                </c:pt>
                <c:pt idx="91">
                  <c:v>0.70435099999999995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4D1-42BB-83D4-C8568B60D194}"/>
            </c:ext>
          </c:extLst>
        </c:ser>
        <c:ser>
          <c:idx val="1"/>
          <c:order val="1"/>
          <c:tx>
            <c:v>Exp.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19050">
                <a:solidFill>
                  <a:srgbClr val="FF0000"/>
                </a:solidFill>
              </a:ln>
              <a:effectLst/>
            </c:spPr>
          </c:marker>
          <c:xVal>
            <c:numRef>
              <c:f>'0.96'!$G$2:$G$35</c:f>
              <c:numCache>
                <c:formatCode>0.00E+00</c:formatCode>
                <c:ptCount val="34"/>
                <c:pt idx="0">
                  <c:v>0.94952999999999999</c:v>
                </c:pt>
                <c:pt idx="1">
                  <c:v>0.84933999999999998</c:v>
                </c:pt>
                <c:pt idx="2">
                  <c:v>0.74963000000000002</c:v>
                </c:pt>
                <c:pt idx="3">
                  <c:v>0.64980000000000004</c:v>
                </c:pt>
                <c:pt idx="4">
                  <c:v>0.54954999999999998</c:v>
                </c:pt>
                <c:pt idx="5">
                  <c:v>0.44997999999999999</c:v>
                </c:pt>
                <c:pt idx="6">
                  <c:v>0.34989999999999999</c:v>
                </c:pt>
                <c:pt idx="7">
                  <c:v>0.24997</c:v>
                </c:pt>
                <c:pt idx="8">
                  <c:v>0.15015999999999999</c:v>
                </c:pt>
                <c:pt idx="9">
                  <c:v>0.10019</c:v>
                </c:pt>
                <c:pt idx="10">
                  <c:v>6.5210000000000004E-2</c:v>
                </c:pt>
                <c:pt idx="11">
                  <c:v>3.9989999999999998E-2</c:v>
                </c:pt>
                <c:pt idx="12">
                  <c:v>1.985E-2</c:v>
                </c:pt>
                <c:pt idx="13">
                  <c:v>5.6699999999999997E-3</c:v>
                </c:pt>
                <c:pt idx="14">
                  <c:v>6.8000000000000005E-4</c:v>
                </c:pt>
                <c:pt idx="15">
                  <c:v>1.9E-3</c:v>
                </c:pt>
                <c:pt idx="16">
                  <c:v>6.2300000000000003E-3</c:v>
                </c:pt>
                <c:pt idx="17">
                  <c:v>1.209E-2</c:v>
                </c:pt>
                <c:pt idx="18">
                  <c:v>1.983E-2</c:v>
                </c:pt>
                <c:pt idx="19">
                  <c:v>2.9909999999999999E-2</c:v>
                </c:pt>
                <c:pt idx="20">
                  <c:v>4.972E-2</c:v>
                </c:pt>
                <c:pt idx="21">
                  <c:v>7.4880000000000002E-2</c:v>
                </c:pt>
                <c:pt idx="22">
                  <c:v>9.9909999999999999E-2</c:v>
                </c:pt>
                <c:pt idx="23">
                  <c:v>0.13983000000000001</c:v>
                </c:pt>
                <c:pt idx="24">
                  <c:v>0.17999000000000001</c:v>
                </c:pt>
                <c:pt idx="25">
                  <c:v>0.22009999999999999</c:v>
                </c:pt>
                <c:pt idx="26">
                  <c:v>0.25996000000000002</c:v>
                </c:pt>
                <c:pt idx="27">
                  <c:v>0.29993999999999998</c:v>
                </c:pt>
                <c:pt idx="28">
                  <c:v>0.34007999999999999</c:v>
                </c:pt>
                <c:pt idx="29">
                  <c:v>0.37994</c:v>
                </c:pt>
                <c:pt idx="30">
                  <c:v>0.41987999999999998</c:v>
                </c:pt>
                <c:pt idx="31">
                  <c:v>0.45976</c:v>
                </c:pt>
                <c:pt idx="32">
                  <c:v>0.49994</c:v>
                </c:pt>
                <c:pt idx="33">
                  <c:v>0.53988000000000003</c:v>
                </c:pt>
              </c:numCache>
            </c:numRef>
          </c:xVal>
          <c:yVal>
            <c:numRef>
              <c:f>'0.96'!$H$2:$H$35</c:f>
              <c:numCache>
                <c:formatCode>0.00E+00</c:formatCode>
                <c:ptCount val="34"/>
                <c:pt idx="0">
                  <c:v>5.1070999999999998E-2</c:v>
                </c:pt>
                <c:pt idx="1">
                  <c:v>-3.4447999999999999E-2</c:v>
                </c:pt>
                <c:pt idx="2">
                  <c:v>-9.6448999999999993E-2</c:v>
                </c:pt>
                <c:pt idx="3">
                  <c:v>-0.15151999999999999</c:v>
                </c:pt>
                <c:pt idx="4">
                  <c:v>-0.19119</c:v>
                </c:pt>
                <c:pt idx="5">
                  <c:v>-0.25784000000000001</c:v>
                </c:pt>
                <c:pt idx="6">
                  <c:v>-0.26155</c:v>
                </c:pt>
                <c:pt idx="7">
                  <c:v>-0.23899999999999999</c:v>
                </c:pt>
                <c:pt idx="8">
                  <c:v>-0.14884</c:v>
                </c:pt>
                <c:pt idx="9">
                  <c:v>-4.9350999999999999E-2</c:v>
                </c:pt>
                <c:pt idx="10">
                  <c:v>4.3973999999999999E-2</c:v>
                </c:pt>
                <c:pt idx="11">
                  <c:v>9.6491999999999994E-2</c:v>
                </c:pt>
                <c:pt idx="12">
                  <c:v>0.23934</c:v>
                </c:pt>
                <c:pt idx="13">
                  <c:v>0.62222</c:v>
                </c:pt>
                <c:pt idx="14">
                  <c:v>0.54330999999999996</c:v>
                </c:pt>
                <c:pt idx="15">
                  <c:v>-3.6397000000000001E-3</c:v>
                </c:pt>
                <c:pt idx="16">
                  <c:v>-0.44278000000000001</c:v>
                </c:pt>
                <c:pt idx="17">
                  <c:v>-0.84211999999999998</c:v>
                </c:pt>
                <c:pt idx="18">
                  <c:v>-1.1915</c:v>
                </c:pt>
                <c:pt idx="19">
                  <c:v>-1.3935999999999999</c:v>
                </c:pt>
                <c:pt idx="20">
                  <c:v>-1.4406000000000001</c:v>
                </c:pt>
                <c:pt idx="21">
                  <c:v>-1.4101999999999999</c:v>
                </c:pt>
                <c:pt idx="22">
                  <c:v>-1.3822000000000001</c:v>
                </c:pt>
                <c:pt idx="23">
                  <c:v>-1.3743000000000001</c:v>
                </c:pt>
                <c:pt idx="24">
                  <c:v>-1.2122999999999999</c:v>
                </c:pt>
                <c:pt idx="25">
                  <c:v>-0.87024999999999997</c:v>
                </c:pt>
                <c:pt idx="26">
                  <c:v>-0.77373000000000003</c:v>
                </c:pt>
                <c:pt idx="27">
                  <c:v>-0.62634000000000001</c:v>
                </c:pt>
                <c:pt idx="28">
                  <c:v>-0.4582</c:v>
                </c:pt>
                <c:pt idx="29">
                  <c:v>-0.34372000000000003</c:v>
                </c:pt>
                <c:pt idx="30">
                  <c:v>-0.28122999999999998</c:v>
                </c:pt>
                <c:pt idx="31">
                  <c:v>-0.25629000000000002</c:v>
                </c:pt>
                <c:pt idx="32">
                  <c:v>-0.23802999999999999</c:v>
                </c:pt>
                <c:pt idx="33">
                  <c:v>-0.22720000000000001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4D1-42BB-83D4-C8568B60D1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94294640"/>
        <c:axId val="1594297040"/>
      </c:scatterChart>
      <c:valAx>
        <c:axId val="1594294640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94297040"/>
        <c:crosses val="autoZero"/>
        <c:crossBetween val="midCat"/>
      </c:valAx>
      <c:valAx>
        <c:axId val="1594297040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942946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272018331999973"/>
          <c:y val="0.1674019156696322"/>
          <c:w val="0.15490051925247894"/>
          <c:h val="0.146104918703343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Section (99%)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4464642641412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7127309824895023E-2"/>
          <c:y val="0.16056277056277057"/>
          <c:w val="0.9057434645447604"/>
          <c:h val="0.73935814841326652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317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'0.99'!$A$2:$A$98</c:f>
              <c:numCache>
                <c:formatCode>General</c:formatCode>
                <c:ptCount val="97"/>
                <c:pt idx="0">
                  <c:v>0</c:v>
                </c:pt>
                <c:pt idx="1">
                  <c:v>8.1662857192889998E-4</c:v>
                </c:pt>
                <c:pt idx="2">
                  <c:v>2.638170051406027E-3</c:v>
                </c:pt>
                <c:pt idx="3">
                  <c:v>3.229295291140136E-3</c:v>
                </c:pt>
                <c:pt idx="4">
                  <c:v>7.2642723905105627E-3</c:v>
                </c:pt>
                <c:pt idx="5">
                  <c:v>1.3085761325521739E-2</c:v>
                </c:pt>
                <c:pt idx="6">
                  <c:v>2.087547837357355E-2</c:v>
                </c:pt>
                <c:pt idx="7">
                  <c:v>3.0681589294940779E-2</c:v>
                </c:pt>
                <c:pt idx="8">
                  <c:v>4.244060286017038E-2</c:v>
                </c:pt>
                <c:pt idx="9">
                  <c:v>5.6117489425426242E-2</c:v>
                </c:pt>
                <c:pt idx="10">
                  <c:v>7.1742899929065074E-2</c:v>
                </c:pt>
                <c:pt idx="11">
                  <c:v>8.9367189484101023E-2</c:v>
                </c:pt>
                <c:pt idx="12">
                  <c:v>0.1090013048542329</c:v>
                </c:pt>
                <c:pt idx="13">
                  <c:v>0.13061897380658369</c:v>
                </c:pt>
                <c:pt idx="14">
                  <c:v>0.15267670265962571</c:v>
                </c:pt>
                <c:pt idx="15">
                  <c:v>0.15416984122813929</c:v>
                </c:pt>
                <c:pt idx="16">
                  <c:v>0.17956633300930919</c:v>
                </c:pt>
                <c:pt idx="17">
                  <c:v>0.2067055495713247</c:v>
                </c:pt>
                <c:pt idx="18">
                  <c:v>0.23545612974980079</c:v>
                </c:pt>
                <c:pt idx="19">
                  <c:v>0.26566700820569411</c:v>
                </c:pt>
                <c:pt idx="20">
                  <c:v>0.29717617283626258</c:v>
                </c:pt>
                <c:pt idx="21">
                  <c:v>0.32980409671684657</c:v>
                </c:pt>
                <c:pt idx="22">
                  <c:v>0.36335592745360762</c:v>
                </c:pt>
                <c:pt idx="23">
                  <c:v>0.39763024459448798</c:v>
                </c:pt>
                <c:pt idx="24">
                  <c:v>0.43241905962921112</c:v>
                </c:pt>
                <c:pt idx="25">
                  <c:v>0.46750562663654133</c:v>
                </c:pt>
                <c:pt idx="26">
                  <c:v>0.50267538904798181</c:v>
                </c:pt>
                <c:pt idx="27">
                  <c:v>0.53771379029503719</c:v>
                </c:pt>
                <c:pt idx="28">
                  <c:v>0.57241940992564955</c:v>
                </c:pt>
                <c:pt idx="29">
                  <c:v>0.60658863813502184</c:v>
                </c:pt>
                <c:pt idx="30">
                  <c:v>0.62446908196060902</c:v>
                </c:pt>
                <c:pt idx="31">
                  <c:v>0.64003537994027448</c:v>
                </c:pt>
                <c:pt idx="32">
                  <c:v>0.67258886582770672</c:v>
                </c:pt>
                <c:pt idx="33">
                  <c:v>0.70408708369457673</c:v>
                </c:pt>
                <c:pt idx="34">
                  <c:v>0.73438772561279964</c:v>
                </c:pt>
                <c:pt idx="35">
                  <c:v>0.76335286235977196</c:v>
                </c:pt>
                <c:pt idx="36">
                  <c:v>0.79089491982590276</c:v>
                </c:pt>
                <c:pt idx="37">
                  <c:v>0.81692632390160169</c:v>
                </c:pt>
                <c:pt idx="38">
                  <c:v>0.84140328753207394</c:v>
                </c:pt>
                <c:pt idx="39">
                  <c:v>0.86430391718992172</c:v>
                </c:pt>
                <c:pt idx="40">
                  <c:v>0.88562821287514548</c:v>
                </c:pt>
                <c:pt idx="41">
                  <c:v>0.90541996164253968</c:v>
                </c:pt>
                <c:pt idx="42">
                  <c:v>0.92378863112909304</c:v>
                </c:pt>
                <c:pt idx="43">
                  <c:v>0.94036203136904617</c:v>
                </c:pt>
                <c:pt idx="44">
                  <c:v>0.94084368897179227</c:v>
                </c:pt>
                <c:pt idx="45">
                  <c:v>0.95676028338981878</c:v>
                </c:pt>
                <c:pt idx="46">
                  <c:v>0.97173545612974987</c:v>
                </c:pt>
                <c:pt idx="47">
                  <c:v>0.98605382304775424</c:v>
                </c:pt>
                <c:pt idx="48">
                  <c:v>1</c:v>
                </c:pt>
                <c:pt idx="49">
                  <c:v>0.98605382304775424</c:v>
                </c:pt>
                <c:pt idx="50">
                  <c:v>0.97173545612974987</c:v>
                </c:pt>
                <c:pt idx="51">
                  <c:v>0.95676028338981878</c:v>
                </c:pt>
                <c:pt idx="52">
                  <c:v>0.94084368897179227</c:v>
                </c:pt>
                <c:pt idx="53">
                  <c:v>0.94036203136904617</c:v>
                </c:pt>
                <c:pt idx="54">
                  <c:v>0.92378863112909304</c:v>
                </c:pt>
                <c:pt idx="55">
                  <c:v>0.90541996164253968</c:v>
                </c:pt>
                <c:pt idx="56">
                  <c:v>0.88562821287514548</c:v>
                </c:pt>
                <c:pt idx="57">
                  <c:v>0.86430391718992172</c:v>
                </c:pt>
                <c:pt idx="58">
                  <c:v>0.84140328753207394</c:v>
                </c:pt>
                <c:pt idx="59">
                  <c:v>0.81692632390160169</c:v>
                </c:pt>
                <c:pt idx="60">
                  <c:v>0.79089491982590276</c:v>
                </c:pt>
                <c:pt idx="61">
                  <c:v>0.76335286235977196</c:v>
                </c:pt>
                <c:pt idx="62">
                  <c:v>0.73438772561279964</c:v>
                </c:pt>
                <c:pt idx="63">
                  <c:v>0.70408708369457673</c:v>
                </c:pt>
                <c:pt idx="64">
                  <c:v>0.67258886582770672</c:v>
                </c:pt>
                <c:pt idx="65">
                  <c:v>0.64003537994027448</c:v>
                </c:pt>
                <c:pt idx="66">
                  <c:v>0.62446908196060902</c:v>
                </c:pt>
                <c:pt idx="67">
                  <c:v>0.60658863813502184</c:v>
                </c:pt>
                <c:pt idx="68">
                  <c:v>0.57241940992564955</c:v>
                </c:pt>
                <c:pt idx="69">
                  <c:v>0.53771379029503719</c:v>
                </c:pt>
                <c:pt idx="70">
                  <c:v>0.50267538904798181</c:v>
                </c:pt>
                <c:pt idx="71">
                  <c:v>0.46750562663654133</c:v>
                </c:pt>
                <c:pt idx="72">
                  <c:v>0.43241905962921112</c:v>
                </c:pt>
                <c:pt idx="73">
                  <c:v>0.39763024459448798</c:v>
                </c:pt>
                <c:pt idx="74">
                  <c:v>0.36335592745360762</c:v>
                </c:pt>
                <c:pt idx="75">
                  <c:v>0.32980409671684657</c:v>
                </c:pt>
                <c:pt idx="76">
                  <c:v>0.29717617283626258</c:v>
                </c:pt>
                <c:pt idx="77">
                  <c:v>0.26566700820569411</c:v>
                </c:pt>
                <c:pt idx="78">
                  <c:v>0.23545612974980079</c:v>
                </c:pt>
                <c:pt idx="79">
                  <c:v>0.2067055495713247</c:v>
                </c:pt>
                <c:pt idx="80">
                  <c:v>0.17956633300930919</c:v>
                </c:pt>
                <c:pt idx="81">
                  <c:v>0.15416984122813929</c:v>
                </c:pt>
                <c:pt idx="82">
                  <c:v>0.15267670265962571</c:v>
                </c:pt>
                <c:pt idx="83">
                  <c:v>0.13061897380658369</c:v>
                </c:pt>
                <c:pt idx="84">
                  <c:v>0.1090013048542329</c:v>
                </c:pt>
                <c:pt idx="85">
                  <c:v>8.9367189484101023E-2</c:v>
                </c:pt>
                <c:pt idx="86">
                  <c:v>7.1742899929065074E-2</c:v>
                </c:pt>
                <c:pt idx="87">
                  <c:v>5.6117489425426242E-2</c:v>
                </c:pt>
                <c:pt idx="88">
                  <c:v>4.244060286017038E-2</c:v>
                </c:pt>
                <c:pt idx="89">
                  <c:v>3.0681589294940779E-2</c:v>
                </c:pt>
                <c:pt idx="90">
                  <c:v>2.087547837357355E-2</c:v>
                </c:pt>
                <c:pt idx="91">
                  <c:v>1.3085761325521739E-2</c:v>
                </c:pt>
                <c:pt idx="92">
                  <c:v>7.2642723905105627E-3</c:v>
                </c:pt>
                <c:pt idx="93">
                  <c:v>3.229295291140136E-3</c:v>
                </c:pt>
                <c:pt idx="94">
                  <c:v>2.638170051406027E-3</c:v>
                </c:pt>
                <c:pt idx="95">
                  <c:v>8.1662857192889998E-4</c:v>
                </c:pt>
                <c:pt idx="96">
                  <c:v>0</c:v>
                </c:pt>
              </c:numCache>
            </c:numRef>
          </c:xVal>
          <c:yVal>
            <c:numRef>
              <c:f>'0.99'!$B$2:$B$98</c:f>
              <c:numCache>
                <c:formatCode>General</c:formatCode>
                <c:ptCount val="97"/>
                <c:pt idx="0">
                  <c:v>0.71082999999999996</c:v>
                </c:pt>
                <c:pt idx="1">
                  <c:v>0.201156</c:v>
                </c:pt>
                <c:pt idx="2">
                  <c:v>-5.0316699999999999E-2</c:v>
                </c:pt>
                <c:pt idx="3">
                  <c:v>-0.12707499999999999</c:v>
                </c:pt>
                <c:pt idx="4">
                  <c:v>-0.49630999999999997</c:v>
                </c:pt>
                <c:pt idx="5">
                  <c:v>-0.85082000000000002</c:v>
                </c:pt>
                <c:pt idx="6">
                  <c:v>-1.1388</c:v>
                </c:pt>
                <c:pt idx="7">
                  <c:v>-1.31274</c:v>
                </c:pt>
                <c:pt idx="8">
                  <c:v>-1.3772</c:v>
                </c:pt>
                <c:pt idx="9">
                  <c:v>-1.3738999999999999</c:v>
                </c:pt>
                <c:pt idx="10">
                  <c:v>-1.3449800000000001</c:v>
                </c:pt>
                <c:pt idx="11">
                  <c:v>-1.30646</c:v>
                </c:pt>
                <c:pt idx="12">
                  <c:v>-1.23749</c:v>
                </c:pt>
                <c:pt idx="13">
                  <c:v>-1.07199</c:v>
                </c:pt>
                <c:pt idx="14">
                  <c:v>-0.84158900000000003</c:v>
                </c:pt>
                <c:pt idx="15">
                  <c:v>-0.82558799999999999</c:v>
                </c:pt>
                <c:pt idx="16">
                  <c:v>-0.67627800000000005</c:v>
                </c:pt>
                <c:pt idx="17">
                  <c:v>-0.62002599999999997</c:v>
                </c:pt>
                <c:pt idx="18">
                  <c:v>-0.58184800000000003</c:v>
                </c:pt>
                <c:pt idx="19">
                  <c:v>-0.537605</c:v>
                </c:pt>
                <c:pt idx="20">
                  <c:v>-0.49533700000000003</c:v>
                </c:pt>
                <c:pt idx="21">
                  <c:v>-0.45287100000000002</c:v>
                </c:pt>
                <c:pt idx="22">
                  <c:v>-0.41056700000000002</c:v>
                </c:pt>
                <c:pt idx="23">
                  <c:v>-0.37140099999999998</c:v>
                </c:pt>
                <c:pt idx="24">
                  <c:v>-0.33399899999999999</c:v>
                </c:pt>
                <c:pt idx="25">
                  <c:v>-0.299819</c:v>
                </c:pt>
                <c:pt idx="26">
                  <c:v>-0.26993800000000001</c:v>
                </c:pt>
                <c:pt idx="27">
                  <c:v>-0.24620800000000001</c:v>
                </c:pt>
                <c:pt idx="28">
                  <c:v>-0.22897200000000001</c:v>
                </c:pt>
                <c:pt idx="29">
                  <c:v>-0.21674199999999999</c:v>
                </c:pt>
                <c:pt idx="30">
                  <c:v>-0.211311</c:v>
                </c:pt>
                <c:pt idx="31">
                  <c:v>-0.206122</c:v>
                </c:pt>
                <c:pt idx="32">
                  <c:v>-0.19409499999999999</c:v>
                </c:pt>
                <c:pt idx="33">
                  <c:v>-0.18141599999999999</c:v>
                </c:pt>
                <c:pt idx="34">
                  <c:v>-0.168793</c:v>
                </c:pt>
                <c:pt idx="35">
                  <c:v>-0.15654899999999999</c:v>
                </c:pt>
                <c:pt idx="36">
                  <c:v>-0.144843</c:v>
                </c:pt>
                <c:pt idx="37">
                  <c:v>-0.133993</c:v>
                </c:pt>
                <c:pt idx="38">
                  <c:v>-0.124003</c:v>
                </c:pt>
                <c:pt idx="39">
                  <c:v>-0.115879</c:v>
                </c:pt>
                <c:pt idx="40">
                  <c:v>-0.10928300000000001</c:v>
                </c:pt>
                <c:pt idx="41">
                  <c:v>-0.105879</c:v>
                </c:pt>
                <c:pt idx="42">
                  <c:v>-0.10345</c:v>
                </c:pt>
                <c:pt idx="43">
                  <c:v>-0.10559399999999999</c:v>
                </c:pt>
                <c:pt idx="44">
                  <c:v>-0.105901</c:v>
                </c:pt>
                <c:pt idx="45">
                  <c:v>-0.1129</c:v>
                </c:pt>
                <c:pt idx="46">
                  <c:v>-0.12578700000000001</c:v>
                </c:pt>
                <c:pt idx="47">
                  <c:v>-0.13391800000000001</c:v>
                </c:pt>
                <c:pt idx="48">
                  <c:v>-0.18406</c:v>
                </c:pt>
                <c:pt idx="49">
                  <c:v>-6.09168E-2</c:v>
                </c:pt>
                <c:pt idx="50">
                  <c:v>-2.5208999999999999E-2</c:v>
                </c:pt>
                <c:pt idx="51">
                  <c:v>-3.3603499999999998E-3</c:v>
                </c:pt>
                <c:pt idx="52">
                  <c:v>1.37349E-2</c:v>
                </c:pt>
                <c:pt idx="53">
                  <c:v>1.41342E-2</c:v>
                </c:pt>
                <c:pt idx="54">
                  <c:v>5.4405599999999997E-3</c:v>
                </c:pt>
                <c:pt idx="55">
                  <c:v>-7.8460800000000001E-3</c:v>
                </c:pt>
                <c:pt idx="56">
                  <c:v>-2.4337999999999999E-2</c:v>
                </c:pt>
                <c:pt idx="57">
                  <c:v>-4.3104900000000002E-2</c:v>
                </c:pt>
                <c:pt idx="58">
                  <c:v>-6.3558799999999999E-2</c:v>
                </c:pt>
                <c:pt idx="59">
                  <c:v>-8.4741399999999995E-2</c:v>
                </c:pt>
                <c:pt idx="60">
                  <c:v>-0.10664</c:v>
                </c:pt>
                <c:pt idx="61">
                  <c:v>-0.124305</c:v>
                </c:pt>
                <c:pt idx="62">
                  <c:v>-0.13755600000000001</c:v>
                </c:pt>
                <c:pt idx="63">
                  <c:v>-0.15070600000000001</c:v>
                </c:pt>
                <c:pt idx="64">
                  <c:v>-0.16566400000000001</c:v>
                </c:pt>
                <c:pt idx="65">
                  <c:v>-0.182389</c:v>
                </c:pt>
                <c:pt idx="66">
                  <c:v>-0.19090399999999999</c:v>
                </c:pt>
                <c:pt idx="67">
                  <c:v>-0.19960600000000001</c:v>
                </c:pt>
                <c:pt idx="68">
                  <c:v>-0.217977</c:v>
                </c:pt>
                <c:pt idx="69">
                  <c:v>-0.23702100000000001</c:v>
                </c:pt>
                <c:pt idx="70">
                  <c:v>-0.25493900000000003</c:v>
                </c:pt>
                <c:pt idx="71">
                  <c:v>-0.270567</c:v>
                </c:pt>
                <c:pt idx="72">
                  <c:v>-0.28345199999999998</c:v>
                </c:pt>
                <c:pt idx="73">
                  <c:v>-0.29366900000000001</c:v>
                </c:pt>
                <c:pt idx="74">
                  <c:v>-0.30186400000000002</c:v>
                </c:pt>
                <c:pt idx="75">
                  <c:v>-0.30870300000000001</c:v>
                </c:pt>
                <c:pt idx="76">
                  <c:v>-0.31434000000000001</c:v>
                </c:pt>
                <c:pt idx="77">
                  <c:v>-0.318191</c:v>
                </c:pt>
                <c:pt idx="78">
                  <c:v>-0.31890600000000002</c:v>
                </c:pt>
                <c:pt idx="79">
                  <c:v>-0.31490299999999999</c:v>
                </c:pt>
                <c:pt idx="80">
                  <c:v>-0.30449900000000002</c:v>
                </c:pt>
                <c:pt idx="81">
                  <c:v>-0.286582</c:v>
                </c:pt>
                <c:pt idx="82">
                  <c:v>-0.28494199999999997</c:v>
                </c:pt>
                <c:pt idx="83">
                  <c:v>-0.27043400000000001</c:v>
                </c:pt>
                <c:pt idx="84">
                  <c:v>-0.24953</c:v>
                </c:pt>
                <c:pt idx="85">
                  <c:v>-0.22340599999999999</c:v>
                </c:pt>
                <c:pt idx="86">
                  <c:v>-0.18984100000000001</c:v>
                </c:pt>
                <c:pt idx="87">
                  <c:v>-0.152557</c:v>
                </c:pt>
                <c:pt idx="88">
                  <c:v>-0.120148</c:v>
                </c:pt>
                <c:pt idx="89">
                  <c:v>-6.1430800000000001E-2</c:v>
                </c:pt>
                <c:pt idx="90">
                  <c:v>7.8120099999999998E-2</c:v>
                </c:pt>
                <c:pt idx="91">
                  <c:v>0.30003000000000002</c:v>
                </c:pt>
                <c:pt idx="92">
                  <c:v>0.51731000000000005</c:v>
                </c:pt>
                <c:pt idx="93">
                  <c:v>0.71620600000000001</c:v>
                </c:pt>
                <c:pt idx="94">
                  <c:v>0.72270000000000001</c:v>
                </c:pt>
                <c:pt idx="95">
                  <c:v>0.68032300000000001</c:v>
                </c:pt>
                <c:pt idx="96">
                  <c:v>0.71082999999999996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53-4EAA-BE3F-92CC6F61F30F}"/>
            </c:ext>
          </c:extLst>
        </c:ser>
        <c:ser>
          <c:idx val="1"/>
          <c:order val="1"/>
          <c:tx>
            <c:v>Exp.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19050">
                <a:solidFill>
                  <a:srgbClr val="FF0000"/>
                </a:solidFill>
              </a:ln>
              <a:effectLst/>
            </c:spPr>
          </c:marker>
          <c:xVal>
            <c:numRef>
              <c:f>'0.99'!$G$2:$G$35</c:f>
              <c:numCache>
                <c:formatCode>0.00E+00</c:formatCode>
                <c:ptCount val="34"/>
                <c:pt idx="0">
                  <c:v>0.94945999999999997</c:v>
                </c:pt>
                <c:pt idx="1">
                  <c:v>0.84958</c:v>
                </c:pt>
                <c:pt idx="2">
                  <c:v>0.75002000000000002</c:v>
                </c:pt>
                <c:pt idx="3">
                  <c:v>0.64956999999999998</c:v>
                </c:pt>
                <c:pt idx="4">
                  <c:v>0.54966999999999999</c:v>
                </c:pt>
                <c:pt idx="5">
                  <c:v>0.44969999999999999</c:v>
                </c:pt>
                <c:pt idx="6">
                  <c:v>0.34972999999999999</c:v>
                </c:pt>
                <c:pt idx="7">
                  <c:v>0.24976000000000001</c:v>
                </c:pt>
                <c:pt idx="8">
                  <c:v>0.14996000000000001</c:v>
                </c:pt>
                <c:pt idx="9">
                  <c:v>0.10038999999999999</c:v>
                </c:pt>
                <c:pt idx="10">
                  <c:v>6.5360000000000001E-2</c:v>
                </c:pt>
                <c:pt idx="11">
                  <c:v>4.0250000000000001E-2</c:v>
                </c:pt>
                <c:pt idx="12">
                  <c:v>1.985E-2</c:v>
                </c:pt>
                <c:pt idx="13">
                  <c:v>5.7800000000000004E-3</c:v>
                </c:pt>
                <c:pt idx="14">
                  <c:v>5.0000000000000001E-4</c:v>
                </c:pt>
                <c:pt idx="15">
                  <c:v>1.9300000000000001E-3</c:v>
                </c:pt>
                <c:pt idx="16">
                  <c:v>6.3E-3</c:v>
                </c:pt>
                <c:pt idx="17">
                  <c:v>1.265E-2</c:v>
                </c:pt>
                <c:pt idx="18">
                  <c:v>2.0119999999999999E-2</c:v>
                </c:pt>
                <c:pt idx="19">
                  <c:v>2.9989999999999999E-2</c:v>
                </c:pt>
                <c:pt idx="20">
                  <c:v>4.9950000000000001E-2</c:v>
                </c:pt>
                <c:pt idx="21">
                  <c:v>7.4819999999999998E-2</c:v>
                </c:pt>
                <c:pt idx="22">
                  <c:v>9.9900000000000003E-2</c:v>
                </c:pt>
                <c:pt idx="23">
                  <c:v>0.13976</c:v>
                </c:pt>
                <c:pt idx="24">
                  <c:v>0.17990999999999999</c:v>
                </c:pt>
                <c:pt idx="25">
                  <c:v>0.21990000000000001</c:v>
                </c:pt>
                <c:pt idx="26">
                  <c:v>0.25975999999999999</c:v>
                </c:pt>
                <c:pt idx="27">
                  <c:v>0.29986000000000002</c:v>
                </c:pt>
                <c:pt idx="28">
                  <c:v>0.33978999999999998</c:v>
                </c:pt>
                <c:pt idx="29">
                  <c:v>0.37975999999999999</c:v>
                </c:pt>
                <c:pt idx="30">
                  <c:v>0.41987999999999998</c:v>
                </c:pt>
                <c:pt idx="31">
                  <c:v>0.4597</c:v>
                </c:pt>
                <c:pt idx="32">
                  <c:v>0.49986999999999998</c:v>
                </c:pt>
                <c:pt idx="33">
                  <c:v>0.53974999999999995</c:v>
                </c:pt>
              </c:numCache>
            </c:numRef>
          </c:xVal>
          <c:yVal>
            <c:numRef>
              <c:f>'0.99'!$H$2:$H$35</c:f>
              <c:numCache>
                <c:formatCode>0.00E+00</c:formatCode>
                <c:ptCount val="34"/>
                <c:pt idx="0">
                  <c:v>-4.6724999999999996E-3</c:v>
                </c:pt>
                <c:pt idx="1">
                  <c:v>-8.5448999999999997E-2</c:v>
                </c:pt>
                <c:pt idx="2">
                  <c:v>-0.14693000000000001</c:v>
                </c:pt>
                <c:pt idx="3">
                  <c:v>-0.18670999999999999</c:v>
                </c:pt>
                <c:pt idx="4">
                  <c:v>-0.22106999999999999</c:v>
                </c:pt>
                <c:pt idx="5">
                  <c:v>-0.26357999999999998</c:v>
                </c:pt>
                <c:pt idx="6">
                  <c:v>-0.30729000000000001</c:v>
                </c:pt>
                <c:pt idx="7">
                  <c:v>-0.28761999999999999</c:v>
                </c:pt>
                <c:pt idx="8">
                  <c:v>-0.25441999999999998</c:v>
                </c:pt>
                <c:pt idx="9">
                  <c:v>-0.22674</c:v>
                </c:pt>
                <c:pt idx="10">
                  <c:v>-0.16983999999999999</c:v>
                </c:pt>
                <c:pt idx="11">
                  <c:v>-8.3158999999999997E-2</c:v>
                </c:pt>
                <c:pt idx="12">
                  <c:v>8.1297999999999995E-2</c:v>
                </c:pt>
                <c:pt idx="13">
                  <c:v>0.51531000000000005</c:v>
                </c:pt>
                <c:pt idx="14">
                  <c:v>0.50012000000000001</c:v>
                </c:pt>
                <c:pt idx="15">
                  <c:v>-3.6738E-2</c:v>
                </c:pt>
                <c:pt idx="16">
                  <c:v>-0.51595000000000002</c:v>
                </c:pt>
                <c:pt idx="17">
                  <c:v>-0.89356999999999998</c:v>
                </c:pt>
                <c:pt idx="18">
                  <c:v>-1.2326999999999999</c:v>
                </c:pt>
                <c:pt idx="19">
                  <c:v>-1.4359999999999999</c:v>
                </c:pt>
                <c:pt idx="20">
                  <c:v>-1.492</c:v>
                </c:pt>
                <c:pt idx="21">
                  <c:v>-1.4810000000000001</c:v>
                </c:pt>
                <c:pt idx="22">
                  <c:v>-1.4236</c:v>
                </c:pt>
                <c:pt idx="23">
                  <c:v>-1.1165</c:v>
                </c:pt>
                <c:pt idx="24">
                  <c:v>-1.0585</c:v>
                </c:pt>
                <c:pt idx="25">
                  <c:v>-0.93918999999999997</c:v>
                </c:pt>
                <c:pt idx="26">
                  <c:v>-0.74156999999999995</c:v>
                </c:pt>
                <c:pt idx="27">
                  <c:v>-0.44069000000000003</c:v>
                </c:pt>
                <c:pt idx="28">
                  <c:v>-0.26739000000000002</c:v>
                </c:pt>
                <c:pt idx="29">
                  <c:v>-0.24939</c:v>
                </c:pt>
                <c:pt idx="30">
                  <c:v>-0.30291000000000001</c:v>
                </c:pt>
                <c:pt idx="31">
                  <c:v>-0.28993999999999998</c:v>
                </c:pt>
                <c:pt idx="32">
                  <c:v>-0.30642000000000003</c:v>
                </c:pt>
                <c:pt idx="33">
                  <c:v>-0.30707000000000001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653-4EAA-BE3F-92CC6F61F3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94294640"/>
        <c:axId val="1594297040"/>
      </c:scatterChart>
      <c:valAx>
        <c:axId val="1594294640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94297040"/>
        <c:crosses val="autoZero"/>
        <c:crossBetween val="midCat"/>
      </c:valAx>
      <c:valAx>
        <c:axId val="1594297040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942946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272018331999973"/>
          <c:y val="0.1674019156696322"/>
          <c:w val="0.15490051925247894"/>
          <c:h val="0.146104918703343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9235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4710F51-9605-4A0B-91B3-A7A73478FDA0}" type="datetime1">
              <a:rPr lang="ko-KR" altLang="en-US"/>
              <a:pPr lvl="0">
                <a:defRPr/>
              </a:pPr>
              <a:t>2025-11-19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2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4283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2EBA-8585-A39F-133F-460A47187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7D6D97D2-EC0E-916F-F900-6863BDBEACB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D8AF53EB-DE36-5322-E87F-DBFB5C199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3C523234-4585-366C-38A5-7FE163EB1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32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AC35C-B7F5-2B6E-DEFD-936FBEC3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4E392475-32AE-9E21-9A94-73A2EE59084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FA1BC1DE-5030-86A3-A7EE-4DD7528E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E52FE0AF-9F3A-CD83-B799-1C393C69F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64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52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"/>
          <p:cNvSpPr>
            <a:spLocks noGrp="1"/>
          </p:cNvSpPr>
          <p:nvPr>
            <p:ph type="title"/>
          </p:nvPr>
        </p:nvSpPr>
        <p:spPr>
          <a:xfrm>
            <a:off x="407368" y="445583"/>
            <a:ext cx="11377264" cy="1687273"/>
          </a:xfrm>
          <a:solidFill>
            <a:srgbClr val="DCEEF2"/>
          </a:solidFill>
          <a:ln w="285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 algn="ctr"/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3467708" y="3861372"/>
            <a:ext cx="5544616" cy="93578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Wingdings" panose="05000000000000000000" pitchFamily="2" charset="2"/>
              <a:buNone/>
              <a:defRPr sz="1800" b="1">
                <a:solidFill>
                  <a:srgbClr val="1E337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C835-A02B-4303-BF8E-1567B3DE11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67708" y="2304519"/>
            <a:ext cx="5544616" cy="119648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lang="ko-KR" altLang="en-US" sz="1800" b="1" kern="1200" dirty="0" smtClean="0">
                <a:solidFill>
                  <a:srgbClr val="28859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316531" indent="0">
              <a:buNone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87123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495602" y="1988845"/>
            <a:ext cx="7200799" cy="1440159"/>
          </a:xfrm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 algn="ctr">
              <a:defRPr sz="24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123368" cy="6858000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02C1FC-636C-4DFE-B508-5815F7C44E5C}"/>
              </a:ext>
            </a:extLst>
          </p:cNvPr>
          <p:cNvSpPr/>
          <p:nvPr userDrawn="1"/>
        </p:nvSpPr>
        <p:spPr>
          <a:xfrm>
            <a:off x="12079898" y="0"/>
            <a:ext cx="123368" cy="6858000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1F674F-A97B-4205-B96C-91F303271B53}"/>
              </a:ext>
            </a:extLst>
          </p:cNvPr>
          <p:cNvSpPr/>
          <p:nvPr userDrawn="1"/>
        </p:nvSpPr>
        <p:spPr>
          <a:xfrm>
            <a:off x="0" y="0"/>
            <a:ext cx="12190566" cy="144016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20DAF3-0F03-4397-A482-CFC28B2612DE}"/>
              </a:ext>
            </a:extLst>
          </p:cNvPr>
          <p:cNvSpPr/>
          <p:nvPr userDrawn="1"/>
        </p:nvSpPr>
        <p:spPr>
          <a:xfrm>
            <a:off x="0" y="6468238"/>
            <a:ext cx="12190566" cy="387266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1415480" y="6519359"/>
            <a:ext cx="8640959" cy="26813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11607690" y="6531738"/>
            <a:ext cx="445840" cy="248246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srgbClr val="4F81BD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073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519832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19359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C2A0C14-8CC0-42FD-8CE9-1E35F0866E14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5890A43-C134-420B-9097-C9A569A47C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1560932-1FD3-464C-A710-A2B477C206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7053" y="6545711"/>
            <a:ext cx="1270915" cy="27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12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325910" y="67587"/>
            <a:ext cx="11530730" cy="44381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E33066B-EECE-4FA4-B7CA-261A7D175EB7}"/>
              </a:ext>
            </a:extLst>
          </p:cNvPr>
          <p:cNvCxnSpPr>
            <a:cxnSpLocks/>
          </p:cNvCxnSpPr>
          <p:nvPr userDrawn="1"/>
        </p:nvCxnSpPr>
        <p:spPr>
          <a:xfrm>
            <a:off x="335360" y="548680"/>
            <a:ext cx="1152128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F57EB056-07C5-4EDF-AE12-2388056124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7053" y="6545711"/>
            <a:ext cx="1270915" cy="27460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7A352B5-5F70-4660-85E9-C59CCEB19E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076329-D9CB-402F-87F4-978B81DA92AB}"/>
              </a:ext>
            </a:extLst>
          </p:cNvPr>
          <p:cNvSpPr txBox="1"/>
          <p:nvPr userDrawn="1"/>
        </p:nvSpPr>
        <p:spPr>
          <a:xfrm>
            <a:off x="11679391" y="6528458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4B8CF3B3-55EF-446B-AD6D-63382461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27985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B1538FD-2372-4749-8653-B342B03C381C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024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519832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9516" y="6519348"/>
            <a:ext cx="8712968" cy="268139"/>
          </a:xfrm>
        </p:spPr>
        <p:txBody>
          <a:bodyPr/>
          <a:lstStyle>
            <a:lvl1pPr algn="ctr">
              <a:defRPr sz="1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879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텍스트박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329024" y="628648"/>
            <a:ext cx="11521280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35360" y="108290"/>
            <a:ext cx="10972800" cy="4438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5CBE5F3-201D-4485-B451-4A671AB06AE2}"/>
              </a:ext>
            </a:extLst>
          </p:cNvPr>
          <p:cNvCxnSpPr>
            <a:cxnSpLocks/>
          </p:cNvCxnSpPr>
          <p:nvPr userDrawn="1"/>
        </p:nvCxnSpPr>
        <p:spPr>
          <a:xfrm>
            <a:off x="335360" y="548680"/>
            <a:ext cx="1152128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D8F35B81-0411-4BA1-A5A1-E930949D4A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1FED27-53F6-4777-907F-F8DBE1D34FA4}"/>
              </a:ext>
            </a:extLst>
          </p:cNvPr>
          <p:cNvSpPr txBox="1"/>
          <p:nvPr userDrawn="1"/>
        </p:nvSpPr>
        <p:spPr>
          <a:xfrm>
            <a:off x="11679391" y="6528458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바닥글 개체 틀 4">
            <a:extLst>
              <a:ext uri="{FF2B5EF4-FFF2-40B4-BE49-F238E27FC236}">
                <a16:creationId xmlns:a16="http://schemas.microsoft.com/office/drawing/2014/main" id="{9B51CA68-2E01-4290-A1C9-D07E4BA3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27985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8DCB6CB-609A-48D4-A222-AEB9A1A35EA2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20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제목만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FDAC71-B89B-469A-8F29-956F5D0F3418}"/>
              </a:ext>
            </a:extLst>
          </p:cNvPr>
          <p:cNvSpPr/>
          <p:nvPr userDrawn="1"/>
        </p:nvSpPr>
        <p:spPr>
          <a:xfrm>
            <a:off x="0" y="-13990"/>
            <a:ext cx="12192000" cy="576064"/>
          </a:xfrm>
          <a:prstGeom prst="rect">
            <a:avLst/>
          </a:prstGeom>
          <a:solidFill>
            <a:srgbClr val="1E33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E10D368-B55C-4C70-88A8-DED907DFB2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998B31CE-7B8D-4C10-8A83-571ABE9BD7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353" y="3015378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B05DED02-2D7C-4A9C-9DC2-CE3789C3CBA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353" y="3015378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9FB16FB-F16A-49B9-AC1B-A777E70A6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0555"/>
            <a:ext cx="10441160" cy="56207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0F0F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2705B8-801F-46DB-B023-73ED6D95E7A4}"/>
              </a:ext>
            </a:extLst>
          </p:cNvPr>
          <p:cNvSpPr txBox="1"/>
          <p:nvPr userDrawn="1"/>
        </p:nvSpPr>
        <p:spPr>
          <a:xfrm>
            <a:off x="11730790" y="6617729"/>
            <a:ext cx="443127" cy="22757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바닥글 개체 틀 5">
            <a:extLst>
              <a:ext uri="{FF2B5EF4-FFF2-40B4-BE49-F238E27FC236}">
                <a16:creationId xmlns:a16="http://schemas.microsoft.com/office/drawing/2014/main" id="{5B58D994-B6BD-4309-98D9-ACF44C78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1973" y="6617729"/>
            <a:ext cx="5058643" cy="221087"/>
          </a:xfr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4" name="그림 3" descr="그래픽, 그래픽 디자인, 스크린샷, 텍스트이(가) 표시된 사진&#10;&#10;자동 생성된 설명">
            <a:extLst>
              <a:ext uri="{FF2B5EF4-FFF2-40B4-BE49-F238E27FC236}">
                <a16:creationId xmlns:a16="http://schemas.microsoft.com/office/drawing/2014/main" id="{7D94B59C-CF78-6478-7C35-B253D9255E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3" b="9491"/>
          <a:stretch/>
        </p:blipFill>
        <p:spPr>
          <a:xfrm>
            <a:off x="11492865" y="-13991"/>
            <a:ext cx="699135" cy="570531"/>
          </a:xfrm>
          <a:prstGeom prst="rect">
            <a:avLst/>
          </a:prstGeom>
        </p:spPr>
      </p:pic>
      <p:sp>
        <p:nvSpPr>
          <p:cNvPr id="3" name="텍스트 개체 틀 15">
            <a:extLst>
              <a:ext uri="{FF2B5EF4-FFF2-40B4-BE49-F238E27FC236}">
                <a16:creationId xmlns:a16="http://schemas.microsoft.com/office/drawing/2014/main" id="{1DAF98AF-10C4-2E6A-0288-629116172D18}"/>
              </a:ext>
            </a:extLst>
          </p:cNvPr>
          <p:cNvSpPr txBox="1">
            <a:spLocks/>
          </p:cNvSpPr>
          <p:nvPr userDrawn="1"/>
        </p:nvSpPr>
        <p:spPr>
          <a:xfrm>
            <a:off x="8487092" y="19184"/>
            <a:ext cx="3048591" cy="577990"/>
          </a:xfrm>
          <a:prstGeom prst="rect">
            <a:avLst/>
          </a:prstGeom>
        </p:spPr>
        <p:txBody>
          <a:bodyPr lIns="36000" tIns="0" rIns="36000" bIns="0" anchor="ctr"/>
          <a:lstStyle>
            <a:lvl1pPr marL="0" indent="0" algn="ctr" defTabSz="633062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  <a:defRPr sz="1800" b="1" kern="1200">
                <a:solidFill>
                  <a:srgbClr val="1E3373"/>
                </a:solidFill>
                <a:latin typeface="+mn-lt"/>
                <a:ea typeface="+mn-ea"/>
                <a:cs typeface="+mn-cs"/>
              </a:defRPr>
            </a:lvl1pPr>
            <a:lvl2pPr marL="514363" indent="-197832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1327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859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4390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0920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52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73983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90513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33062" rtl="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공력시뮬레이션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및 통합설계 연구실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633062" rtl="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Aerodynamic Design Optimization Lab.</a:t>
            </a:r>
          </a:p>
        </p:txBody>
      </p:sp>
    </p:spTree>
    <p:extLst>
      <p:ext uri="{BB962C8B-B14F-4D97-AF65-F5344CB8AC3E}">
        <p14:creationId xmlns:p14="http://schemas.microsoft.com/office/powerpoint/2010/main" val="54606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텍스트박스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8D15C9C-91EA-4CF4-BB22-C3180AB9C192}"/>
              </a:ext>
            </a:extLst>
          </p:cNvPr>
          <p:cNvSpPr/>
          <p:nvPr userDrawn="1"/>
        </p:nvSpPr>
        <p:spPr>
          <a:xfrm>
            <a:off x="0" y="-13990"/>
            <a:ext cx="12192000" cy="576064"/>
          </a:xfrm>
          <a:prstGeom prst="rect">
            <a:avLst/>
          </a:prstGeom>
          <a:solidFill>
            <a:srgbClr val="1E33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62883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8DB575B-1DD5-4341-BF47-5800AC04B2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1EE934B5-0560-4558-95E6-C9DBE427829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4BF39A93-2929-4AB7-B494-9DA07C7E05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6DAA6-1AD3-4439-997C-0C67595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56207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0F0F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79B8E4-7D8C-4964-9474-AD9A3D2AAAB8}"/>
              </a:ext>
            </a:extLst>
          </p:cNvPr>
          <p:cNvSpPr txBox="1"/>
          <p:nvPr userDrawn="1"/>
        </p:nvSpPr>
        <p:spPr>
          <a:xfrm>
            <a:off x="11730790" y="6617729"/>
            <a:ext cx="443127" cy="22757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바닥글 개체 틀 5">
            <a:extLst>
              <a:ext uri="{FF2B5EF4-FFF2-40B4-BE49-F238E27FC236}">
                <a16:creationId xmlns:a16="http://schemas.microsoft.com/office/drawing/2014/main" id="{026A9CF2-532D-46A6-94CF-0BA0AEBB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1973" y="6617729"/>
            <a:ext cx="5058643" cy="221087"/>
          </a:xfr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85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좌제목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C72AC2E-63E2-4BDF-9267-C583416B5E9D}"/>
              </a:ext>
            </a:extLst>
          </p:cNvPr>
          <p:cNvSpPr/>
          <p:nvPr userDrawn="1"/>
        </p:nvSpPr>
        <p:spPr>
          <a:xfrm>
            <a:off x="0" y="0"/>
            <a:ext cx="2622430" cy="6858000"/>
          </a:xfrm>
          <a:prstGeom prst="rect">
            <a:avLst/>
          </a:prstGeom>
          <a:solidFill>
            <a:srgbClr val="1E337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639617" y="42469"/>
            <a:ext cx="9289031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A87D8D0A-099C-4FFD-94CB-C170D7B1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275" y="3618718"/>
            <a:ext cx="1967880" cy="530363"/>
          </a:xfrm>
        </p:spPr>
        <p:txBody>
          <a:bodyPr/>
          <a:lstStyle>
            <a:lvl1pPr>
              <a:defRPr sz="1000">
                <a:solidFill>
                  <a:srgbClr val="F0F0F2"/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0" y="283718"/>
            <a:ext cx="2639616" cy="2425202"/>
          </a:xfrm>
          <a:noFill/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2400">
                <a:solidFill>
                  <a:srgbClr val="F0F0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971935" y="6574282"/>
            <a:ext cx="6785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0F0F2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82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강조_텍스트박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76436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3" name="직선 연결선 12"/>
          <p:cNvCxnSpPr>
            <a:cxnSpLocks/>
          </p:cNvCxnSpPr>
          <p:nvPr userDrawn="1"/>
        </p:nvCxnSpPr>
        <p:spPr>
          <a:xfrm>
            <a:off x="2" y="638266"/>
            <a:ext cx="1220046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제목 10">
            <a:extLst>
              <a:ext uri="{FF2B5EF4-FFF2-40B4-BE49-F238E27FC236}">
                <a16:creationId xmlns:a16="http://schemas.microsoft.com/office/drawing/2014/main" id="{E7812EE4-D319-4C39-9A7B-0738EA83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3533" cy="628830"/>
          </a:xfrm>
          <a:solidFill>
            <a:srgbClr val="396499"/>
          </a:solidFill>
          <a:ln>
            <a:solidFill>
              <a:srgbClr val="396499"/>
            </a:solidFill>
          </a:ln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슬라이드 번호 개체 틀 7">
            <a:extLst>
              <a:ext uri="{FF2B5EF4-FFF2-40B4-BE49-F238E27FC236}">
                <a16:creationId xmlns:a16="http://schemas.microsoft.com/office/drawing/2014/main" id="{53F89311-B4EF-4883-9957-039F10C35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861" y="6453340"/>
            <a:ext cx="2844800" cy="309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B192EC6C-8783-4515-9F1B-A0AB1D2E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114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>
          <a:xfrm>
            <a:off x="4165600" y="6473233"/>
            <a:ext cx="3860800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제목 개체 틀 6"/>
          <p:cNvSpPr>
            <a:spLocks noGrp="1"/>
          </p:cNvSpPr>
          <p:nvPr>
            <p:ph type="title"/>
          </p:nvPr>
        </p:nvSpPr>
        <p:spPr>
          <a:xfrm>
            <a:off x="144712" y="94860"/>
            <a:ext cx="109728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ko-KR" altLang="en-US" dirty="0"/>
              <a:t>마스터 제목 스타일 편집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95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633062" rtl="0" eaLnBrk="1" latinLnBrk="1" hangingPunct="1">
        <a:spcBef>
          <a:spcPct val="0"/>
        </a:spcBef>
        <a:buNone/>
        <a:defRPr lang="ko-KR" altLang="en-US" sz="1661" b="1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37398" indent="-237398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216" kern="1200">
          <a:solidFill>
            <a:schemeClr val="tx1"/>
          </a:solidFill>
          <a:latin typeface="+mn-lt"/>
          <a:ea typeface="+mn-ea"/>
          <a:cs typeface="+mn-cs"/>
        </a:defRPr>
      </a:lvl1pPr>
      <a:lvl2pPr marL="514363" indent="-197832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939" kern="1200">
          <a:solidFill>
            <a:schemeClr val="tx1"/>
          </a:solidFill>
          <a:latin typeface="+mn-lt"/>
          <a:ea typeface="+mn-ea"/>
          <a:cs typeface="+mn-cs"/>
        </a:defRPr>
      </a:lvl2pPr>
      <a:lvl3pPr marL="791327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661" kern="1200">
          <a:solidFill>
            <a:schemeClr val="tx1"/>
          </a:solidFill>
          <a:latin typeface="+mn-lt"/>
          <a:ea typeface="+mn-ea"/>
          <a:cs typeface="+mn-cs"/>
        </a:defRPr>
      </a:lvl3pPr>
      <a:lvl4pPr marL="1107859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2439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»"/>
        <a:defRPr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4092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37398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69051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531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062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49593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124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2655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899186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5717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2248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ogeuns/CFD_Class_Lecture.gi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7368" y="385711"/>
            <a:ext cx="11377264" cy="1687273"/>
          </a:xfrm>
        </p:spPr>
        <p:txBody>
          <a:bodyPr/>
          <a:lstStyle/>
          <a:p>
            <a:pPr algn="ctr">
              <a:defRPr/>
            </a:pPr>
            <a:r>
              <a:rPr lang="en-US" altLang="ko-KR" sz="2800" dirty="0"/>
              <a:t>SU2 </a:t>
            </a:r>
            <a:r>
              <a:rPr lang="ko-KR" altLang="en-US" sz="2800" dirty="0"/>
              <a:t>보고서 </a:t>
            </a:r>
            <a:r>
              <a:rPr lang="en-US" altLang="ko-KR" sz="2800" dirty="0"/>
              <a:t>(8</a:t>
            </a:r>
            <a:r>
              <a:rPr lang="ko-KR" altLang="en-US" sz="2800" dirty="0"/>
              <a:t>주차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b="0" dirty="0" err="1"/>
              <a:t>Onera</a:t>
            </a:r>
            <a:r>
              <a:rPr lang="en-US" altLang="ko-KR" sz="2000" b="0" dirty="0"/>
              <a:t> M6_3D</a:t>
            </a:r>
            <a:r>
              <a:rPr lang="ko-KR" altLang="en-US" sz="2000" b="0" dirty="0"/>
              <a:t> </a:t>
            </a:r>
            <a:r>
              <a:rPr lang="en-US" altLang="ko-KR" sz="2000" b="0" dirty="0"/>
              <a:t>(section)</a:t>
            </a:r>
            <a:r>
              <a:rPr lang="ko-KR" altLang="en-US" sz="2000" b="0" dirty="0"/>
              <a:t>해석 결과</a:t>
            </a:r>
            <a:endParaRPr lang="en-US" altLang="ko-KR" sz="2000" b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908171" y="3707911"/>
            <a:ext cx="6375658" cy="1818089"/>
          </a:xfrm>
        </p:spPr>
        <p:txBody>
          <a:bodyPr/>
          <a:lstStyle/>
          <a:p>
            <a:pPr lvl="0">
              <a:defRPr/>
            </a:pPr>
            <a:r>
              <a:rPr lang="ko-KR" altLang="en-US" dirty="0" err="1"/>
              <a:t>전산유체</a:t>
            </a:r>
            <a:r>
              <a:rPr lang="ko-KR" altLang="en-US" dirty="0"/>
              <a:t> 해석 실습</a:t>
            </a:r>
          </a:p>
          <a:p>
            <a:pPr lvl="0">
              <a:defRPr/>
            </a:pPr>
            <a:r>
              <a:rPr lang="ko-KR" altLang="en-US" dirty="0"/>
              <a:t>청주대학교 항공기계공학과</a:t>
            </a:r>
            <a:endParaRPr lang="en-US" altLang="ko-KR" dirty="0"/>
          </a:p>
          <a:p>
            <a:pPr lvl="0">
              <a:defRPr/>
            </a:pPr>
            <a:r>
              <a:rPr lang="ko-KR" altLang="en-US" dirty="0"/>
              <a:t>지도교수</a:t>
            </a:r>
            <a:r>
              <a:rPr lang="en-US" altLang="ko-KR" dirty="0"/>
              <a:t>: </a:t>
            </a:r>
            <a:r>
              <a:rPr lang="ko-KR" altLang="en-US" dirty="0" err="1"/>
              <a:t>임동균</a:t>
            </a:r>
            <a:r>
              <a:rPr lang="ko-KR" altLang="en-US" dirty="0"/>
              <a:t> 교수님</a:t>
            </a:r>
          </a:p>
          <a:p>
            <a:pPr lvl="0">
              <a:defRPr/>
            </a:pPr>
            <a:r>
              <a:rPr lang="en-US" altLang="ko-KR" dirty="0"/>
              <a:t>Due: Nov. 20, 2025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61710" t="77010" r="11920" b="13340"/>
          <a:stretch>
            <a:fillRect/>
          </a:stretch>
        </p:blipFill>
        <p:spPr>
          <a:xfrm>
            <a:off x="5205411" y="5900788"/>
            <a:ext cx="1781175" cy="571501"/>
          </a:xfrm>
          <a:prstGeom prst="rect">
            <a:avLst/>
          </a:prstGeom>
        </p:spPr>
      </p:pic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2908171" y="2723103"/>
            <a:ext cx="6375658" cy="1243734"/>
          </a:xfrm>
        </p:spPr>
        <p:txBody>
          <a:bodyPr/>
          <a:lstStyle/>
          <a:p>
            <a:pPr marL="0" lvl="0" indent="0" algn="ctr" defTabSz="633062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ko-KR" altLang="en-US" sz="2300" dirty="0">
                <a:solidFill>
                  <a:srgbClr val="1E3373"/>
                </a:solidFill>
                <a:latin typeface="맑은 고딕"/>
                <a:ea typeface="맑은 고딕"/>
                <a:cs typeface="맑은 고딕"/>
              </a:rPr>
              <a:t>서 보 근</a:t>
            </a:r>
            <a:br>
              <a:rPr kumimoji="0" lang="en-US" altLang="ko-KR" sz="2300" b="1" i="0" u="none" strike="noStrike" kern="1200" cap="none" spc="0" normalizeH="0" baseline="0" dirty="0">
                <a:solidFill>
                  <a:srgbClr val="1E3373"/>
                </a:solidFill>
                <a:latin typeface="맑은 고딕"/>
                <a:ea typeface="맑은 고딕"/>
                <a:cs typeface="맑은 고딕"/>
              </a:rPr>
            </a:br>
            <a:endParaRPr kumimoji="0" lang="ko-KR" altLang="en-US" sz="2300" b="1" i="0" u="none" strike="noStrike" kern="1200" cap="none" spc="0" normalizeH="0" baseline="0" dirty="0">
              <a:solidFill>
                <a:srgbClr val="1E337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4280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A29D4-A9A1-48E5-70E1-E202800E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9F554F9-66B9-3EDF-FA41-B5087015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1. </a:t>
            </a:r>
            <a:r>
              <a:rPr lang="ko-KR" altLang="en-US" dirty="0"/>
              <a:t>해석</a:t>
            </a:r>
            <a:r>
              <a:rPr lang="en-US" altLang="ko-KR" dirty="0"/>
              <a:t> </a:t>
            </a:r>
            <a:r>
              <a:rPr lang="ko-KR" altLang="en-US" dirty="0"/>
              <a:t>격자 조건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8BE0C6-1220-31AF-BC49-65BE82E6228E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격자 조건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D3DA7-6E3E-A73F-D415-2C47E1412F5A}"/>
              </a:ext>
            </a:extLst>
          </p:cNvPr>
          <p:cNvSpPr txBox="1"/>
          <p:nvPr/>
        </p:nvSpPr>
        <p:spPr>
          <a:xfrm>
            <a:off x="256585" y="1045809"/>
            <a:ext cx="680326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본 해석에서는 다음과 같은 해석 격자 조건을 적용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Mesh Definition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NDIME = 3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NELEM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582752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Physical governing </a:t>
            </a:r>
            <a:r>
              <a:rPr lang="en-US" altLang="ko-KR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equatiuons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SOLVER= RANS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KIND_TURB_MODEL= SA</a:t>
            </a:r>
          </a:p>
          <a:p>
            <a:pPr marL="179387"/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COMPRESSIBLE FREE-STREAM DEFINITION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MACH_NUMBER= 0.8372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AOA= 6.06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REYNOLDS_NUMBER= 11.71E6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REYNOLDS_LENGTH= 0.64607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COMMON PARAMETERS DEFINING THE NUMERICAL METHOD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NUM_METHOD_GRAD= GREEN_GAUSS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CFL_NUMBER= 100.0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MULTIGRID PARAMETERS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MGCYCLE= V_CYCLE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MG_PRE_SMOOTH= ( 1, 1, 1, 1 )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MG_POST_SMOOTH= ( 0, 0, 0, 0 )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MG_CORRECTION_SMOOTH= ( 0, 0, 0, 0 )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FLOW NUMERICAL METHOD DEFINITION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CONV_NUM_METHOD_FLOW= JST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fr-FR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JST_SENSOR_COEFF= ( 0.5, 0.02 )</a:t>
            </a:r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TIME_DISCRE_FLOW= EULER_IMPLICIT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4E423A-DDA3-92F7-4571-04D9CA328E71}"/>
              </a:ext>
            </a:extLst>
          </p:cNvPr>
          <p:cNvSpPr txBox="1"/>
          <p:nvPr/>
        </p:nvSpPr>
        <p:spPr>
          <a:xfrm>
            <a:off x="9969432" y="3234620"/>
            <a:ext cx="1613063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1 </a:t>
            </a:r>
            <a:r>
              <a:rPr lang="ko-KR" altLang="en-US" sz="900" dirty="0"/>
              <a:t>해석 결과 </a:t>
            </a:r>
            <a:r>
              <a:rPr lang="en-US" altLang="ko-KR" sz="900" dirty="0"/>
              <a:t>[wireframe]</a:t>
            </a:r>
            <a:endParaRPr lang="ko-KR" altLang="en-US" sz="9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7C4640A-B19D-9918-85B4-15EF36DC85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82495" y="2276078"/>
            <a:ext cx="452487" cy="98149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71DB6B4-6197-F818-5F55-0E83FF5201E7}"/>
              </a:ext>
            </a:extLst>
          </p:cNvPr>
          <p:cNvSpPr txBox="1"/>
          <p:nvPr/>
        </p:nvSpPr>
        <p:spPr>
          <a:xfrm>
            <a:off x="10116182" y="5449769"/>
            <a:ext cx="1909113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2 </a:t>
            </a:r>
            <a:r>
              <a:rPr lang="ko-KR" altLang="en-US" sz="900" dirty="0"/>
              <a:t>해석 결과 확대 </a:t>
            </a:r>
            <a:r>
              <a:rPr lang="en-US" altLang="ko-KR" sz="900" dirty="0"/>
              <a:t>[wireframe] </a:t>
            </a:r>
            <a:endParaRPr lang="ko-KR" altLang="en-US" sz="9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B131E-A16C-64FA-2A6E-7838D12E6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377" y="696549"/>
            <a:ext cx="2953893" cy="2456502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44562913-F73A-015F-3DEA-9A0622210259}"/>
              </a:ext>
            </a:extLst>
          </p:cNvPr>
          <p:cNvSpPr/>
          <p:nvPr/>
        </p:nvSpPr>
        <p:spPr>
          <a:xfrm>
            <a:off x="9954705" y="2076645"/>
            <a:ext cx="452487" cy="3837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8694C36-7D0F-8BB8-A57A-F56054791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5963" y="3600427"/>
            <a:ext cx="1982458" cy="171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9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7AFF3-65F8-4B6A-EA42-9789C158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C34E28B-2EC4-3850-FF0E-3F985180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1. </a:t>
            </a:r>
            <a:r>
              <a:rPr lang="ko-KR" altLang="en-US" dirty="0"/>
              <a:t>해석</a:t>
            </a:r>
            <a:r>
              <a:rPr lang="en-US" altLang="ko-KR" dirty="0"/>
              <a:t> </a:t>
            </a:r>
            <a:r>
              <a:rPr lang="ko-KR" altLang="en-US" dirty="0"/>
              <a:t>결과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3A990-C159-6EB0-8D95-9B93AB30CD7A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결과</a:t>
            </a:r>
            <a:endParaRPr 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F55FB7-D19D-AB0A-35D0-95126CD26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431" y="960968"/>
            <a:ext cx="4331283" cy="88384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AF373F7-87D7-68C4-216A-861E97FEB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431" y="2790355"/>
            <a:ext cx="4463083" cy="105742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82C65AA-1D2B-B469-FEC2-2A3FD3D968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40" t="13375" r="2306" b="2895"/>
          <a:stretch>
            <a:fillRect/>
          </a:stretch>
        </p:blipFill>
        <p:spPr>
          <a:xfrm>
            <a:off x="9409188" y="4965238"/>
            <a:ext cx="2529526" cy="12102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CC4E249-93B2-E0B5-39A6-62FF5AF85534}"/>
              </a:ext>
            </a:extLst>
          </p:cNvPr>
          <p:cNvSpPr txBox="1"/>
          <p:nvPr/>
        </p:nvSpPr>
        <p:spPr>
          <a:xfrm>
            <a:off x="10237510" y="1992777"/>
            <a:ext cx="18331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3 High pressure near LE</a:t>
            </a:r>
            <a:endParaRPr lang="ko-KR" alt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1DA20F-2E95-607A-5E72-B56277F069FB}"/>
              </a:ext>
            </a:extLst>
          </p:cNvPr>
          <p:cNvSpPr txBox="1"/>
          <p:nvPr/>
        </p:nvSpPr>
        <p:spPr>
          <a:xfrm>
            <a:off x="9926250" y="3788859"/>
            <a:ext cx="21442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4 Low</a:t>
            </a:r>
            <a:r>
              <a:rPr lang="ko-KR" altLang="en-US" sz="900" dirty="0"/>
              <a:t> </a:t>
            </a:r>
            <a:r>
              <a:rPr lang="en-US" altLang="ko-KR" sz="900" dirty="0"/>
              <a:t>pressure</a:t>
            </a:r>
            <a:r>
              <a:rPr lang="ko-KR" altLang="en-US" sz="900" dirty="0"/>
              <a:t> </a:t>
            </a:r>
            <a:r>
              <a:rPr lang="en-US" altLang="ko-KR" sz="900" dirty="0"/>
              <a:t>LE</a:t>
            </a:r>
            <a:r>
              <a:rPr lang="ko-KR" altLang="en-US" sz="900" dirty="0"/>
              <a:t> </a:t>
            </a:r>
            <a:r>
              <a:rPr lang="en-US" altLang="ko-KR" sz="900" dirty="0"/>
              <a:t>at</a:t>
            </a:r>
            <a:r>
              <a:rPr lang="ko-KR" altLang="en-US" sz="900" dirty="0"/>
              <a:t> </a:t>
            </a:r>
            <a:r>
              <a:rPr lang="en-US" altLang="ko-KR" sz="900" dirty="0"/>
              <a:t>upper</a:t>
            </a:r>
            <a:r>
              <a:rPr lang="ko-KR" altLang="en-US" sz="900" dirty="0"/>
              <a:t> </a:t>
            </a:r>
            <a:r>
              <a:rPr lang="en-US" altLang="ko-KR" sz="900" dirty="0"/>
              <a:t>wing</a:t>
            </a:r>
            <a:endParaRPr lang="ko-KR" alt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78BC8A-7E06-E208-6CD8-A60A81E6EA52}"/>
              </a:ext>
            </a:extLst>
          </p:cNvPr>
          <p:cNvSpPr txBox="1"/>
          <p:nvPr/>
        </p:nvSpPr>
        <p:spPr>
          <a:xfrm>
            <a:off x="10218657" y="6175522"/>
            <a:ext cx="1720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5 CFD Result upper wing</a:t>
            </a:r>
            <a:endParaRPr lang="ko-KR" altLang="en-US" sz="900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AE5C9B18-CF29-8CE7-BD50-3C44772F7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43043"/>
              </p:ext>
            </p:extLst>
          </p:nvPr>
        </p:nvGraphicFramePr>
        <p:xfrm>
          <a:off x="253286" y="1568420"/>
          <a:ext cx="7109048" cy="1554480"/>
        </p:xfrm>
        <a:graphic>
          <a:graphicData uri="http://schemas.openxmlformats.org/drawingml/2006/table">
            <a:tbl>
              <a:tblPr/>
              <a:tblGrid>
                <a:gridCol w="2716157">
                  <a:extLst>
                    <a:ext uri="{9D8B030D-6E8A-4147-A177-3AD203B41FA5}">
                      <a16:colId xmlns:a16="http://schemas.microsoft.com/office/drawing/2014/main" val="167747372"/>
                    </a:ext>
                  </a:extLst>
                </a:gridCol>
                <a:gridCol w="4392891">
                  <a:extLst>
                    <a:ext uri="{9D8B030D-6E8A-4147-A177-3AD203B41FA5}">
                      <a16:colId xmlns:a16="http://schemas.microsoft.com/office/drawing/2014/main" val="4054741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308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LE(Leading Edge) 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앞쪽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Pressure (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정체 영역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가 형성됨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156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바로 뒤 상면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Upper Surface)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압력이 급격히 감소 → 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Pressure 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형성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982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윗면 전반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AOA 6° 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조건 때문에 압력 기울기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(pressure gradient) 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04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날개 뿌리</a:t>
                      </a:r>
                      <a:r>
                        <a:rPr lang="en-US" altLang="ko-KR" sz="11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(root) vs. </a:t>
                      </a:r>
                      <a:r>
                        <a:rPr lang="ko-KR" altLang="en-US" sz="11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끝</a:t>
                      </a:r>
                      <a:r>
                        <a:rPr lang="en-US" altLang="ko-KR" sz="11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(tip)</a:t>
                      </a:r>
                      <a:endParaRPr lang="ko-KR" altLang="en-US" sz="11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에서 더 큰 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Pressure, Tip 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쪽으로 갈수록 변화 완만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05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Shock </a:t>
                      </a:r>
                      <a:r>
                        <a:rPr lang="ko-KR" altLang="en-US" sz="11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형성 지점</a:t>
                      </a:r>
                      <a:r>
                        <a:rPr lang="en-US" altLang="ko-KR" sz="11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(0.84M </a:t>
                      </a:r>
                      <a:r>
                        <a:rPr lang="ko-KR" altLang="en-US" sz="11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부근 특성</a:t>
                      </a:r>
                      <a:r>
                        <a:rPr lang="en-US" altLang="ko-KR" sz="11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상면 중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후반부에서 압력 급상승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(shock) 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패턴이 나타남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378470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6680003-5767-FA62-88D5-9A99FDC18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037235"/>
              </p:ext>
            </p:extLst>
          </p:nvPr>
        </p:nvGraphicFramePr>
        <p:xfrm>
          <a:off x="260963" y="3653517"/>
          <a:ext cx="7448413" cy="1554480"/>
        </p:xfrm>
        <a:graphic>
          <a:graphicData uri="http://schemas.openxmlformats.org/drawingml/2006/table">
            <a:tbl>
              <a:tblPr/>
              <a:tblGrid>
                <a:gridCol w="1858319">
                  <a:extLst>
                    <a:ext uri="{9D8B030D-6E8A-4147-A177-3AD203B41FA5}">
                      <a16:colId xmlns:a16="http://schemas.microsoft.com/office/drawing/2014/main" val="598408515"/>
                    </a:ext>
                  </a:extLst>
                </a:gridCol>
                <a:gridCol w="5590094">
                  <a:extLst>
                    <a:ext uri="{9D8B030D-6E8A-4147-A177-3AD203B41FA5}">
                      <a16:colId xmlns:a16="http://schemas.microsoft.com/office/drawing/2014/main" val="1536066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구간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367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고압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Pressure)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유동이 날개 앞전에서 정체</a:t>
                      </a:r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(stagnation)</a:t>
                      </a:r>
                      <a:r>
                        <a:rPr lang="ko-KR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속도 감소 → 압력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124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ko-KR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뒤 </a:t>
                      </a:r>
                      <a:r>
                        <a:rPr 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날개 윗면에서 유동이 가속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(vena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contracta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처럼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속도 증가 → 압력 급강하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401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</a:t>
                      </a:r>
                      <a:r>
                        <a:rPr lang="ko-KR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가 더 강한 저압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부근이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chord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도 크고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효과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(wing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sweep·near-fuselage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영향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가 커서 유동 가속이 더 강함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570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Shock(</a:t>
                      </a:r>
                      <a:r>
                        <a:rPr lang="ko-KR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상면 중간</a:t>
                      </a:r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ko-KR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후반</a:t>
                      </a:r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 0.84 + AOA 6° → 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상면에서 국소 초음속 → 충격파로 압력 급상승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490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의 압력 변화가 약한 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은 두께가 얇고 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chord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도 짧아 유동 </a:t>
                      </a:r>
                      <a:r>
                        <a:rPr lang="ko-KR" altLang="en-US" sz="11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가속량이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상대적으로 적음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67347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4775603-B637-C643-DCC1-2C96488145D4}"/>
              </a:ext>
            </a:extLst>
          </p:cNvPr>
          <p:cNvSpPr txBox="1"/>
          <p:nvPr/>
        </p:nvSpPr>
        <p:spPr>
          <a:xfrm>
            <a:off x="191372" y="1260643"/>
            <a:ext cx="6150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결과 분석</a:t>
            </a:r>
            <a:endParaRPr lang="en-US" altLang="ko-KR" sz="1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CB59FA-3274-4E84-D26C-DF8576802FE2}"/>
              </a:ext>
            </a:extLst>
          </p:cNvPr>
          <p:cNvSpPr txBox="1"/>
          <p:nvPr/>
        </p:nvSpPr>
        <p:spPr>
          <a:xfrm>
            <a:off x="191372" y="3337734"/>
            <a:ext cx="6150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원인 분석</a:t>
            </a:r>
            <a:endParaRPr lang="en-US" altLang="ko-KR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01BCD2-0A8A-3895-99A6-2E21126B2059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425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BB132CD-682B-D1F9-D6C1-CF0DE8BC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별 분석 </a:t>
            </a:r>
            <a:r>
              <a:rPr lang="en-US" altLang="ko-KR" dirty="0"/>
              <a:t>(20,44%)</a:t>
            </a:r>
            <a:endParaRPr lang="ko-KR" altLang="en-US" dirty="0"/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C29847B2-B0EE-CC04-9F79-CBCA914F55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3373331"/>
              </p:ext>
            </p:extLst>
          </p:nvPr>
        </p:nvGraphicFramePr>
        <p:xfrm>
          <a:off x="7881582" y="807940"/>
          <a:ext cx="4112456" cy="2142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BABC9718-7E45-459D-86EF-C0C2422F0D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3948895"/>
              </p:ext>
            </p:extLst>
          </p:nvPr>
        </p:nvGraphicFramePr>
        <p:xfrm>
          <a:off x="7881582" y="3371811"/>
          <a:ext cx="4205484" cy="2084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6329A9D-3BA3-5DA8-5327-D6184ED8B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127171"/>
              </p:ext>
            </p:extLst>
          </p:nvPr>
        </p:nvGraphicFramePr>
        <p:xfrm>
          <a:off x="263164" y="1306635"/>
          <a:ext cx="7429107" cy="2200632"/>
        </p:xfrm>
        <a:graphic>
          <a:graphicData uri="http://schemas.openxmlformats.org/drawingml/2006/table">
            <a:tbl>
              <a:tblPr/>
              <a:tblGrid>
                <a:gridCol w="633244">
                  <a:extLst>
                    <a:ext uri="{9D8B030D-6E8A-4147-A177-3AD203B41FA5}">
                      <a16:colId xmlns:a16="http://schemas.microsoft.com/office/drawing/2014/main" val="1152214728"/>
                    </a:ext>
                  </a:extLst>
                </a:gridCol>
                <a:gridCol w="6795863">
                  <a:extLst>
                    <a:ext uri="{9D8B030D-6E8A-4147-A177-3AD203B41FA5}">
                      <a16:colId xmlns:a16="http://schemas.microsoft.com/office/drawing/2014/main" val="1869582886"/>
                    </a:ext>
                  </a:extLst>
                </a:gridCol>
              </a:tblGrid>
              <a:tr h="3213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536640"/>
                  </a:ext>
                </a:extLst>
              </a:tr>
              <a:tr h="730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 dirty="0"/>
                        <a:t>결과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 dirty="0"/>
                        <a:t>20% </a:t>
                      </a:r>
                      <a:r>
                        <a:rPr lang="ko-KR" altLang="en-US" sz="900" b="0" dirty="0"/>
                        <a:t>및 </a:t>
                      </a:r>
                      <a:r>
                        <a:rPr lang="en-US" altLang="ko-KR" sz="900" b="0" dirty="0"/>
                        <a:t>44% span</a:t>
                      </a:r>
                      <a:r>
                        <a:rPr lang="ko-KR" altLang="en-US" sz="900" b="0" dirty="0"/>
                        <a:t>에서의 압력계수 분포를 비교한 결과</a:t>
                      </a:r>
                      <a:r>
                        <a:rPr lang="en-US" altLang="ko-KR" sz="900" b="0" dirty="0"/>
                        <a:t>, SU2 </a:t>
                      </a:r>
                      <a:r>
                        <a:rPr lang="ko-KR" altLang="en-US" sz="900" b="0" dirty="0"/>
                        <a:t>해석 결과와 </a:t>
                      </a:r>
                      <a:r>
                        <a:rPr lang="en-US" altLang="ko-KR" sz="900" b="0" dirty="0"/>
                        <a:t>NASA </a:t>
                      </a:r>
                      <a:r>
                        <a:rPr lang="ko-KR" altLang="en-US" sz="900" b="0" dirty="0"/>
                        <a:t>실험 데이터의 개형이 전반적으로 매우 유사하게 나타났다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상면에서는 </a:t>
                      </a:r>
                      <a:r>
                        <a:rPr lang="en-US" altLang="ko-KR" sz="900" b="0" dirty="0"/>
                        <a:t>LE </a:t>
                      </a:r>
                      <a:r>
                        <a:rPr lang="ko-KR" altLang="en-US" sz="900" b="0" dirty="0"/>
                        <a:t>부근의 흡입 피크와 이후 완만한 회복 구간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그리고 충격파에 의해 급격히 압력이 증가하는 구간까지 실험과 거의 같은 위치에서 재현되고 있다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하면에서도 </a:t>
                      </a:r>
                      <a:r>
                        <a:rPr lang="en-US" altLang="ko-KR" sz="900" b="0" dirty="0"/>
                        <a:t>LE </a:t>
                      </a:r>
                      <a:r>
                        <a:rPr lang="ko-KR" altLang="en-US" sz="900" b="0" dirty="0"/>
                        <a:t>부근의 완만한 압력 변화와 </a:t>
                      </a:r>
                      <a:r>
                        <a:rPr lang="en-US" altLang="ko-KR" sz="900" b="0" dirty="0"/>
                        <a:t>TE </a:t>
                      </a:r>
                      <a:r>
                        <a:rPr lang="ko-KR" altLang="en-US" sz="900" b="0" dirty="0"/>
                        <a:t>부근의 회복 경향이 실험 결과와 잘 일치한다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439783"/>
                  </a:ext>
                </a:extLst>
              </a:tr>
              <a:tr h="574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 dirty="0"/>
                        <a:t>해석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 dirty="0"/>
                        <a:t>20%–44% </a:t>
                      </a:r>
                      <a:r>
                        <a:rPr lang="ko-KR" altLang="en-US" sz="900" b="0" dirty="0"/>
                        <a:t>구간은 날개 뿌리에서 약간 떨어진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비교적 </a:t>
                      </a:r>
                      <a:r>
                        <a:rPr lang="en-US" altLang="ko-KR" sz="900" b="0" dirty="0"/>
                        <a:t>3</a:t>
                      </a:r>
                      <a:r>
                        <a:rPr lang="ko-KR" altLang="en-US" sz="900" b="0" dirty="0"/>
                        <a:t>차원 효과가 크지 않은 준 </a:t>
                      </a:r>
                      <a:r>
                        <a:rPr lang="en-US" altLang="ko-KR" sz="900" b="0" dirty="0"/>
                        <a:t>2</a:t>
                      </a:r>
                      <a:r>
                        <a:rPr lang="ko-KR" altLang="en-US" sz="900" b="0" dirty="0"/>
                        <a:t>차원 영역이기 때문에</a:t>
                      </a:r>
                      <a:r>
                        <a:rPr lang="en-US" altLang="ko-KR" sz="900" b="0" dirty="0"/>
                        <a:t>, RANS-SA </a:t>
                      </a:r>
                      <a:r>
                        <a:rPr lang="ko-KR" altLang="en-US" sz="900" b="0" dirty="0"/>
                        <a:t>모델과 현재 격자 해상도로도 경계층 거동과 충격파 위치를 상당히 정확하게 예측할 수 있다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또한 </a:t>
                      </a:r>
                      <a:r>
                        <a:rPr lang="en-US" altLang="ko-KR" sz="900" b="0" dirty="0"/>
                        <a:t>Mach 0.84, AOA 6.06° </a:t>
                      </a:r>
                      <a:r>
                        <a:rPr lang="ko-KR" altLang="en-US" sz="900" b="0" dirty="0"/>
                        <a:t>조건에서 유동이 아직 크게 박리되지 않는 영역이라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점성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난류 모델의 한계가 크게 드러나지 않고 실험과 수치해석의 차이가 작게 나타난다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463268"/>
                  </a:ext>
                </a:extLst>
              </a:tr>
              <a:tr h="574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/>
                        <a:t>정리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 dirty="0"/>
                        <a:t>0.2–0.44 span </a:t>
                      </a:r>
                      <a:r>
                        <a:rPr lang="ko-KR" altLang="en-US" sz="900" b="0" dirty="0"/>
                        <a:t>구간에서 </a:t>
                      </a:r>
                      <a:r>
                        <a:rPr lang="en-US" altLang="ko-KR" sz="900" b="0" dirty="0"/>
                        <a:t>SU2 RANS </a:t>
                      </a:r>
                      <a:r>
                        <a:rPr lang="ko-KR" altLang="en-US" sz="900" b="0" dirty="0"/>
                        <a:t>해석은 </a:t>
                      </a:r>
                      <a:r>
                        <a:rPr lang="en-US" altLang="ko-KR" sz="900" b="0" dirty="0"/>
                        <a:t>LE </a:t>
                      </a:r>
                      <a:r>
                        <a:rPr lang="ko-KR" altLang="en-US" sz="900" b="0" dirty="0"/>
                        <a:t>흡입 피크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충격파 위치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상</a:t>
                      </a:r>
                      <a:r>
                        <a:rPr lang="en-US" altLang="ko-KR" sz="900" b="0" dirty="0"/>
                        <a:t>·</a:t>
                      </a:r>
                      <a:r>
                        <a:rPr lang="ko-KR" altLang="en-US" sz="900" b="0" dirty="0"/>
                        <a:t>하면 압력 회복 경향을 실험과 거의 동일한 형태로 재현하였다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따라서 이 구간에서는 본 해석이 신뢰할 만한 수준의 정확도를 가지며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이후 다른 </a:t>
                      </a:r>
                      <a:r>
                        <a:rPr lang="en-US" altLang="ko-KR" sz="900" b="0" dirty="0"/>
                        <a:t>span(65–80%, 90% </a:t>
                      </a:r>
                      <a:r>
                        <a:rPr lang="ko-KR" altLang="en-US" sz="900" b="0" dirty="0"/>
                        <a:t>이상</a:t>
                      </a:r>
                      <a:r>
                        <a:rPr lang="en-US" altLang="ko-KR" sz="900" b="0" dirty="0"/>
                        <a:t>) </a:t>
                      </a:r>
                      <a:r>
                        <a:rPr lang="ko-KR" altLang="en-US" sz="900" b="0" dirty="0"/>
                        <a:t>해석 결과를 논의할 때 기준 섹션</a:t>
                      </a:r>
                      <a:r>
                        <a:rPr lang="en-US" altLang="ko-KR" sz="900" b="0" dirty="0"/>
                        <a:t>(reference section)</a:t>
                      </a:r>
                      <a:r>
                        <a:rPr lang="ko-KR" altLang="en-US" sz="900" b="0" dirty="0"/>
                        <a:t>으로 활용할 수 있다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2360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360BE51-1F3B-B8C6-D981-E41973E6C032}"/>
              </a:ext>
            </a:extLst>
          </p:cNvPr>
          <p:cNvSpPr txBox="1"/>
          <p:nvPr/>
        </p:nvSpPr>
        <p:spPr>
          <a:xfrm>
            <a:off x="149269" y="970578"/>
            <a:ext cx="6150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결과 분석</a:t>
            </a:r>
            <a:endParaRPr lang="en-US" altLang="ko-KR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AA3C18-0D7C-A420-450E-0E0E86A5EFBB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78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7DE3D4BC-799D-41E4-98CB-FCE0489616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077116"/>
              </p:ext>
            </p:extLst>
          </p:nvPr>
        </p:nvGraphicFramePr>
        <p:xfrm>
          <a:off x="8359928" y="1593130"/>
          <a:ext cx="3901126" cy="20611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0BEA5903-B7DE-478A-AF30-B1F3711FCB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854999"/>
              </p:ext>
            </p:extLst>
          </p:nvPr>
        </p:nvGraphicFramePr>
        <p:xfrm>
          <a:off x="8359928" y="3856646"/>
          <a:ext cx="3832072" cy="1858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제목 2">
            <a:extLst>
              <a:ext uri="{FF2B5EF4-FFF2-40B4-BE49-F238E27FC236}">
                <a16:creationId xmlns:a16="http://schemas.microsoft.com/office/drawing/2014/main" id="{8DB68802-C3FE-2B31-EA58-C267CCF1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562074"/>
          </a:xfrm>
        </p:spPr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별 분석 </a:t>
            </a:r>
            <a:r>
              <a:rPr lang="en-US" altLang="ko-KR" dirty="0"/>
              <a:t>(65,80%)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C4069-C025-5925-5A85-41E5A101C6B9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7AA306-39AF-59A6-7C0E-99B21FF99C6F}"/>
              </a:ext>
            </a:extLst>
          </p:cNvPr>
          <p:cNvSpPr txBox="1"/>
          <p:nvPr/>
        </p:nvSpPr>
        <p:spPr>
          <a:xfrm>
            <a:off x="149269" y="970578"/>
            <a:ext cx="6150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결과 분석</a:t>
            </a:r>
            <a:endParaRPr lang="en-US" altLang="ko-KR" sz="1400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679B48F-29D0-336C-FAF5-2348BAD6C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196743"/>
              </p:ext>
            </p:extLst>
          </p:nvPr>
        </p:nvGraphicFramePr>
        <p:xfrm>
          <a:off x="279597" y="1352953"/>
          <a:ext cx="8080331" cy="2324176"/>
        </p:xfrm>
        <a:graphic>
          <a:graphicData uri="http://schemas.openxmlformats.org/drawingml/2006/table">
            <a:tbl>
              <a:tblPr/>
              <a:tblGrid>
                <a:gridCol w="593269">
                  <a:extLst>
                    <a:ext uri="{9D8B030D-6E8A-4147-A177-3AD203B41FA5}">
                      <a16:colId xmlns:a16="http://schemas.microsoft.com/office/drawing/2014/main" val="2225740414"/>
                    </a:ext>
                  </a:extLst>
                </a:gridCol>
                <a:gridCol w="7487062">
                  <a:extLst>
                    <a:ext uri="{9D8B030D-6E8A-4147-A177-3AD203B41FA5}">
                      <a16:colId xmlns:a16="http://schemas.microsoft.com/office/drawing/2014/main" val="687368796"/>
                    </a:ext>
                  </a:extLst>
                </a:gridCol>
              </a:tblGrid>
              <a:tr h="124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50" dirty="0"/>
                        <a:t>구분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50" dirty="0"/>
                        <a:t>내용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297230"/>
                  </a:ext>
                </a:extLst>
              </a:tr>
              <a:tr h="711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 dirty="0"/>
                        <a:t>결과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 dirty="0"/>
                        <a:t>65%</a:t>
                      </a:r>
                      <a:r>
                        <a:rPr lang="ko-KR" altLang="en-US" sz="900" b="0" dirty="0"/>
                        <a:t>와 </a:t>
                      </a:r>
                      <a:r>
                        <a:rPr lang="en-US" altLang="ko-KR" sz="900" b="0" dirty="0"/>
                        <a:t>80% span</a:t>
                      </a:r>
                      <a:r>
                        <a:rPr lang="ko-KR" altLang="en-US" sz="900" b="0" dirty="0"/>
                        <a:t>에서도 전체적인 </a:t>
                      </a:r>
                      <a:r>
                        <a:rPr lang="en-US" altLang="ko-KR" sz="900" b="0" dirty="0"/>
                        <a:t>Cp </a:t>
                      </a:r>
                      <a:r>
                        <a:rPr lang="ko-KR" altLang="en-US" sz="900" b="0" dirty="0"/>
                        <a:t>분포의 개형은 </a:t>
                      </a:r>
                      <a:r>
                        <a:rPr lang="en-US" altLang="ko-KR" sz="900" b="0" dirty="0"/>
                        <a:t>SU2 </a:t>
                      </a:r>
                      <a:r>
                        <a:rPr lang="ko-KR" altLang="en-US" sz="900" b="0" dirty="0"/>
                        <a:t>해석과 </a:t>
                      </a:r>
                      <a:r>
                        <a:rPr lang="en-US" altLang="ko-KR" sz="900" b="0" dirty="0"/>
                        <a:t>NASA </a:t>
                      </a:r>
                      <a:r>
                        <a:rPr lang="ko-KR" altLang="en-US" sz="900" b="0" dirty="0"/>
                        <a:t>실험이 비슷한 경향을 보인다</a:t>
                      </a:r>
                      <a:r>
                        <a:rPr lang="en-US" altLang="ko-KR" sz="900" b="0" dirty="0"/>
                        <a:t>. LE </a:t>
                      </a:r>
                      <a:r>
                        <a:rPr lang="ko-KR" altLang="en-US" sz="900" b="0" dirty="0"/>
                        <a:t>부근 상면에서 강한 흡입 피크가 형성되고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그 뒤로 충격파에 의한 </a:t>
                      </a:r>
                      <a:r>
                        <a:rPr lang="en-US" altLang="ko-KR" sz="900" b="0" dirty="0"/>
                        <a:t>Cp</a:t>
                      </a:r>
                      <a:r>
                        <a:rPr lang="ko-KR" altLang="en-US" sz="900" b="0" dirty="0"/>
                        <a:t>의 급격한 변화가 나타나는 양상이 두 결과에서 공통적으로 확인된다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다만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그래프를 보면 </a:t>
                      </a:r>
                      <a:r>
                        <a:rPr lang="en-US" altLang="ko-KR" sz="900" b="0" dirty="0"/>
                        <a:t>SU2</a:t>
                      </a:r>
                      <a:r>
                        <a:rPr lang="ko-KR" altLang="en-US" sz="900" b="0" dirty="0"/>
                        <a:t>에서 예측한 충격파 위치가 실험에 비해 약간 </a:t>
                      </a:r>
                      <a:r>
                        <a:rPr lang="ko-KR" altLang="en-US" sz="900" b="0" dirty="0" err="1"/>
                        <a:t>앞전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더 작은 </a:t>
                      </a:r>
                      <a:r>
                        <a:rPr lang="en-US" altLang="ko-KR" sz="900" b="0" dirty="0"/>
                        <a:t>x/c) </a:t>
                      </a:r>
                      <a:r>
                        <a:rPr lang="ko-KR" altLang="en-US" sz="900" b="0" dirty="0"/>
                        <a:t>쪽에 형성되고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압력 점프의 크기도 다소 크게 예측되는 경향이 나타난다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하면의 경우에는 전체적인 완만한 압력 분포는 실험과 유사하지만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상면에 비해 차이가 상대적으로 작게 나타난다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895203"/>
                  </a:ext>
                </a:extLst>
              </a:tr>
              <a:tr h="711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 dirty="0"/>
                        <a:t>해석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 dirty="0"/>
                        <a:t>65% </a:t>
                      </a:r>
                      <a:r>
                        <a:rPr lang="ko-KR" altLang="en-US" sz="900" b="0" dirty="0"/>
                        <a:t>이후 </a:t>
                      </a:r>
                      <a:r>
                        <a:rPr lang="en-US" altLang="ko-KR" sz="900" b="0" dirty="0"/>
                        <a:t>span</a:t>
                      </a:r>
                      <a:r>
                        <a:rPr lang="ko-KR" altLang="en-US" sz="900" b="0" dirty="0"/>
                        <a:t>에서는 날개 끝단에 가까워지면서 </a:t>
                      </a:r>
                      <a:r>
                        <a:rPr lang="en-US" altLang="ko-KR" sz="900" b="0" dirty="0"/>
                        <a:t>3</a:t>
                      </a:r>
                      <a:r>
                        <a:rPr lang="ko-KR" altLang="en-US" sz="900" b="0" dirty="0"/>
                        <a:t>차원 효과와 강한 </a:t>
                      </a:r>
                      <a:r>
                        <a:rPr lang="ko-KR" altLang="en-US" sz="900" b="0" dirty="0" err="1"/>
                        <a:t>압축성</a:t>
                      </a:r>
                      <a:r>
                        <a:rPr lang="ko-KR" altLang="en-US" sz="900" b="0" dirty="0"/>
                        <a:t> 효과</a:t>
                      </a:r>
                      <a:r>
                        <a:rPr lang="en-US" altLang="ko-KR" sz="900" b="0" dirty="0"/>
                        <a:t>(Transonic shock)</a:t>
                      </a:r>
                      <a:r>
                        <a:rPr lang="ko-KR" altLang="en-US" sz="900" b="0" dirty="0"/>
                        <a:t>가 동시에 커진다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이 구간에서는 충격파</a:t>
                      </a:r>
                      <a:r>
                        <a:rPr lang="en-US" altLang="ko-KR" sz="900" b="0" dirty="0"/>
                        <a:t>–</a:t>
                      </a:r>
                      <a:r>
                        <a:rPr lang="ko-KR" altLang="en-US" sz="900" b="0" dirty="0"/>
                        <a:t>경계층 상호작용이 강해지며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실제 실험에서는 부분적인 박리나 재부착이 발생할 수 있다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반면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본 해석에서는 </a:t>
                      </a:r>
                      <a:r>
                        <a:rPr lang="en-US" altLang="ko-KR" sz="900" b="0" dirty="0"/>
                        <a:t>RANS–SA </a:t>
                      </a:r>
                      <a:r>
                        <a:rPr lang="ko-KR" altLang="en-US" sz="900" b="0" dirty="0"/>
                        <a:t>모델과 현재 격자가 이러한 복잡한 박리 구조를 단순화해서 모델링하기 때문에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충격파 위치와 세기가 약간 과대 예측</a:t>
                      </a:r>
                      <a:r>
                        <a:rPr lang="en-US" altLang="ko-KR" sz="900" b="0" dirty="0"/>
                        <a:t>(over-prediction)</a:t>
                      </a:r>
                      <a:r>
                        <a:rPr lang="ko-KR" altLang="en-US" sz="900" b="0" dirty="0"/>
                        <a:t> 되는 것으로 해석할 수 있다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그럼에도 불구하고 </a:t>
                      </a:r>
                      <a:r>
                        <a:rPr lang="en-US" altLang="ko-KR" sz="900" b="0" dirty="0"/>
                        <a:t>LE </a:t>
                      </a:r>
                      <a:r>
                        <a:rPr lang="ko-KR" altLang="en-US" sz="900" b="0" dirty="0"/>
                        <a:t>흡입 피크와 전체적인 압력 회복 경향은 실험과 잘 일치한다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655604"/>
                  </a:ext>
                </a:extLst>
              </a:tr>
              <a:tr h="627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/>
                        <a:t>정리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 dirty="0"/>
                        <a:t>0.65–0.80 span </a:t>
                      </a:r>
                      <a:r>
                        <a:rPr lang="ko-KR" altLang="en-US" sz="900" b="0" dirty="0"/>
                        <a:t>구간에서 </a:t>
                      </a:r>
                      <a:r>
                        <a:rPr lang="en-US" altLang="ko-KR" sz="900" b="0" dirty="0"/>
                        <a:t>SU2 </a:t>
                      </a:r>
                      <a:r>
                        <a:rPr lang="ko-KR" altLang="en-US" sz="900" b="0" dirty="0"/>
                        <a:t>해석은 실험과 유사한 전체 </a:t>
                      </a:r>
                      <a:r>
                        <a:rPr lang="en-US" altLang="ko-KR" sz="900" b="0" dirty="0"/>
                        <a:t>Cp </a:t>
                      </a:r>
                      <a:r>
                        <a:rPr lang="ko-KR" altLang="en-US" sz="900" b="0" dirty="0"/>
                        <a:t>개형과 </a:t>
                      </a:r>
                      <a:r>
                        <a:rPr lang="en-US" altLang="ko-KR" sz="900" b="0" dirty="0"/>
                        <a:t>LE </a:t>
                      </a:r>
                      <a:r>
                        <a:rPr lang="ko-KR" altLang="en-US" sz="900" b="0" dirty="0"/>
                        <a:t>흡입 특성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충격파에 의한 압력 변화 양상까지 잘 재현하지만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충격파 위치와 세기에서 약간의 차이가 나타난다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이는 날개 끝단 쪽에서 강해지는 </a:t>
                      </a:r>
                      <a:r>
                        <a:rPr lang="en-US" altLang="ko-KR" sz="900" b="0" dirty="0"/>
                        <a:t>3</a:t>
                      </a:r>
                      <a:r>
                        <a:rPr lang="ko-KR" altLang="en-US" sz="900" b="0" dirty="0" err="1"/>
                        <a:t>차원성</a:t>
                      </a:r>
                      <a:r>
                        <a:rPr lang="ko-KR" altLang="en-US" sz="900" b="0" dirty="0"/>
                        <a:t> 및 </a:t>
                      </a:r>
                      <a:r>
                        <a:rPr lang="en-US" altLang="ko-KR" sz="900" b="0" dirty="0"/>
                        <a:t>shock–boundary layer </a:t>
                      </a:r>
                      <a:r>
                        <a:rPr lang="ko-KR" altLang="en-US" sz="900" b="0" dirty="0"/>
                        <a:t>상호작용을 단순 </a:t>
                      </a:r>
                      <a:r>
                        <a:rPr lang="en-US" altLang="ko-KR" sz="900" b="0" dirty="0"/>
                        <a:t>RANS </a:t>
                      </a:r>
                      <a:r>
                        <a:rPr lang="ko-KR" altLang="en-US" sz="900" b="0" dirty="0"/>
                        <a:t>모델이 완벽히 포착하기 어렵기 때문으로 볼 수 있으며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이후 </a:t>
                      </a:r>
                      <a:r>
                        <a:rPr lang="en-US" altLang="ko-KR" sz="900" b="0" dirty="0"/>
                        <a:t>90% </a:t>
                      </a:r>
                      <a:r>
                        <a:rPr lang="ko-KR" altLang="en-US" sz="900" b="0" dirty="0"/>
                        <a:t>이상 섹션 결과와 비교할 때 </a:t>
                      </a:r>
                      <a:r>
                        <a:rPr lang="en-US" altLang="ko-KR" sz="900" b="0" dirty="0"/>
                        <a:t>3D </a:t>
                      </a:r>
                      <a:r>
                        <a:rPr lang="ko-KR" altLang="en-US" sz="900" b="0" dirty="0"/>
                        <a:t>효과가 점점 지배적으로 변해간다는 흐름을 보여주는 구간이라고 정리할 수 있다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72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13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A59F9-0E2C-4F22-ABB1-659DD617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3CD8456-33DA-538F-4874-E3464740B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별 분석</a:t>
            </a:r>
            <a:r>
              <a:rPr lang="en-US" altLang="ko-KR" dirty="0"/>
              <a:t> (90,96,99%)</a:t>
            </a:r>
            <a:endParaRPr lang="ko-KR" altLang="en-US" dirty="0"/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276CB8F1-00DC-4C08-8DD8-8E1B6745FA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2326712"/>
              </p:ext>
            </p:extLst>
          </p:nvPr>
        </p:nvGraphicFramePr>
        <p:xfrm>
          <a:off x="8294411" y="677110"/>
          <a:ext cx="3795981" cy="1963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11CB7056-0BF4-4572-B7A9-4DA83F544F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6775654"/>
              </p:ext>
            </p:extLst>
          </p:nvPr>
        </p:nvGraphicFramePr>
        <p:xfrm>
          <a:off x="8294411" y="2755799"/>
          <a:ext cx="3803649" cy="19491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4B5989BF-48F3-41BC-B051-873A882980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16957"/>
              </p:ext>
            </p:extLst>
          </p:nvPr>
        </p:nvGraphicFramePr>
        <p:xfrm>
          <a:off x="8294411" y="4704960"/>
          <a:ext cx="3857330" cy="1970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C07F613-18E7-ADC9-78D4-897576E10D70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E92FA1-27B3-1ECD-7F64-AD163D873459}"/>
              </a:ext>
            </a:extLst>
          </p:cNvPr>
          <p:cNvSpPr txBox="1"/>
          <p:nvPr/>
        </p:nvSpPr>
        <p:spPr>
          <a:xfrm>
            <a:off x="149269" y="970578"/>
            <a:ext cx="6150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결과 분석</a:t>
            </a:r>
            <a:endParaRPr lang="en-US" altLang="ko-KR" sz="1400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E39E503-3C93-34A5-B962-AC7B1C78C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079973"/>
              </p:ext>
            </p:extLst>
          </p:nvPr>
        </p:nvGraphicFramePr>
        <p:xfrm>
          <a:off x="302529" y="1341135"/>
          <a:ext cx="7815652" cy="2253486"/>
        </p:xfrm>
        <a:graphic>
          <a:graphicData uri="http://schemas.openxmlformats.org/drawingml/2006/table">
            <a:tbl>
              <a:tblPr/>
              <a:tblGrid>
                <a:gridCol w="668431">
                  <a:extLst>
                    <a:ext uri="{9D8B030D-6E8A-4147-A177-3AD203B41FA5}">
                      <a16:colId xmlns:a16="http://schemas.microsoft.com/office/drawing/2014/main" val="1213013614"/>
                    </a:ext>
                  </a:extLst>
                </a:gridCol>
                <a:gridCol w="7147221">
                  <a:extLst>
                    <a:ext uri="{9D8B030D-6E8A-4147-A177-3AD203B41FA5}">
                      <a16:colId xmlns:a16="http://schemas.microsoft.com/office/drawing/2014/main" val="2785773108"/>
                    </a:ext>
                  </a:extLst>
                </a:gridCol>
              </a:tblGrid>
              <a:tr h="128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50" dirty="0"/>
                        <a:t>구분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50" dirty="0"/>
                        <a:t>내용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820422"/>
                  </a:ext>
                </a:extLst>
              </a:tr>
              <a:tr h="59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 dirty="0"/>
                        <a:t>결과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/>
                        <a:t>90%, 96%, 99% span </a:t>
                      </a:r>
                      <a:r>
                        <a:rPr lang="ko-KR" altLang="en-US" sz="900" b="0"/>
                        <a:t>구간에서는 </a:t>
                      </a:r>
                      <a:r>
                        <a:rPr lang="en-US" altLang="ko-KR" sz="900" b="0"/>
                        <a:t>SU2 </a:t>
                      </a:r>
                      <a:r>
                        <a:rPr lang="ko-KR" altLang="en-US" sz="900" b="0"/>
                        <a:t>해석과 실험 데이터 간의 개형 차이가 가장 뚜렷하게 나타나는 구간이다</a:t>
                      </a:r>
                      <a:r>
                        <a:rPr lang="en-US" altLang="ko-KR" sz="900" b="0"/>
                        <a:t>. </a:t>
                      </a:r>
                      <a:r>
                        <a:rPr lang="ko-KR" altLang="en-US" sz="900" b="0"/>
                        <a:t>특히 </a:t>
                      </a:r>
                      <a:r>
                        <a:rPr lang="en-US" altLang="ko-KR" sz="900" b="0"/>
                        <a:t>x/c ≈ 0.17–0.23 </a:t>
                      </a:r>
                      <a:r>
                        <a:rPr lang="ko-KR" altLang="en-US" sz="900" b="0"/>
                        <a:t>부근에서 실험 데이터는 압력 계수가 상승하는 형태를 보이지만</a:t>
                      </a:r>
                      <a:r>
                        <a:rPr lang="en-US" altLang="ko-KR" sz="900" b="0"/>
                        <a:t>, SU2 </a:t>
                      </a:r>
                      <a:r>
                        <a:rPr lang="ko-KR" altLang="en-US" sz="900" b="0"/>
                        <a:t>해석에서는 같은 구간에서 오히려 </a:t>
                      </a:r>
                      <a:r>
                        <a:rPr lang="en-US" altLang="ko-KR" sz="900" b="0"/>
                        <a:t>Cp</a:t>
                      </a:r>
                      <a:r>
                        <a:rPr lang="ko-KR" altLang="en-US" sz="900" b="0"/>
                        <a:t>가 감소하는 반대 경향을 보인다</a:t>
                      </a:r>
                      <a:r>
                        <a:rPr lang="en-US" altLang="ko-KR" sz="900" b="0"/>
                        <a:t>. </a:t>
                      </a:r>
                      <a:r>
                        <a:rPr lang="ko-KR" altLang="en-US" sz="900" b="0"/>
                        <a:t>이러한 차이는 </a:t>
                      </a:r>
                      <a:r>
                        <a:rPr lang="en-US" altLang="ko-KR" sz="900" b="0"/>
                        <a:t>96%</a:t>
                      </a:r>
                      <a:r>
                        <a:rPr lang="ko-KR" altLang="en-US" sz="900" b="0"/>
                        <a:t>에서도 일부 관찰되며</a:t>
                      </a:r>
                      <a:r>
                        <a:rPr lang="en-US" altLang="ko-KR" sz="900" b="0"/>
                        <a:t>, 99% </a:t>
                      </a:r>
                      <a:r>
                        <a:rPr lang="ko-KR" altLang="en-US" sz="900" b="0"/>
                        <a:t>섹션에서는 그 차이가 더 극단적으로 커져 상</a:t>
                      </a:r>
                      <a:r>
                        <a:rPr lang="en-US" altLang="ko-KR" sz="900" b="0"/>
                        <a:t>·</a:t>
                      </a:r>
                      <a:r>
                        <a:rPr lang="ko-KR" altLang="en-US" sz="900" b="0"/>
                        <a:t>하면 압력 분포의 패턴이 실험과 다르게 나타나는 것을 확인할 수 있다</a:t>
                      </a:r>
                      <a:r>
                        <a:rPr lang="en-US" altLang="ko-KR" sz="900" b="0"/>
                        <a:t>.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729759"/>
                  </a:ext>
                </a:extLst>
              </a:tr>
              <a:tr h="67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 dirty="0"/>
                        <a:t>해석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 dirty="0"/>
                        <a:t>90% </a:t>
                      </a:r>
                      <a:r>
                        <a:rPr lang="ko-KR" altLang="en-US" sz="900" b="0" dirty="0"/>
                        <a:t>이후 구간은 날개 끝단</a:t>
                      </a:r>
                      <a:r>
                        <a:rPr lang="en-US" altLang="ko-KR" sz="900" b="0" dirty="0"/>
                        <a:t>(Tip)</a:t>
                      </a:r>
                      <a:r>
                        <a:rPr lang="ko-KR" altLang="en-US" sz="900" b="0" dirty="0"/>
                        <a:t>에서 강하게 나타나는 </a:t>
                      </a:r>
                      <a:r>
                        <a:rPr lang="en-US" altLang="ko-KR" sz="900" b="0" dirty="0"/>
                        <a:t>3</a:t>
                      </a:r>
                      <a:r>
                        <a:rPr lang="ko-KR" altLang="en-US" sz="900" b="0" dirty="0"/>
                        <a:t>차원 유동</a:t>
                      </a:r>
                      <a:r>
                        <a:rPr lang="en-US" altLang="ko-KR" sz="900" b="0" dirty="0"/>
                        <a:t>(wing-tip vortex), </a:t>
                      </a:r>
                      <a:r>
                        <a:rPr lang="ko-KR" altLang="en-US" sz="900" b="0" dirty="0"/>
                        <a:t>박리</a:t>
                      </a:r>
                      <a:r>
                        <a:rPr lang="en-US" altLang="ko-KR" sz="900" b="0" dirty="0"/>
                        <a:t>(separation), </a:t>
                      </a:r>
                      <a:r>
                        <a:rPr lang="ko-KR" altLang="en-US" sz="900" b="0" dirty="0"/>
                        <a:t>국소적인 </a:t>
                      </a:r>
                      <a:r>
                        <a:rPr lang="ko-KR" altLang="en-US" sz="900" b="0" dirty="0" err="1"/>
                        <a:t>재부착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그리고 </a:t>
                      </a:r>
                      <a:r>
                        <a:rPr lang="en-US" altLang="ko-KR" sz="900" b="0" dirty="0"/>
                        <a:t>Shock–vortex </a:t>
                      </a:r>
                      <a:r>
                        <a:rPr lang="ko-KR" altLang="en-US" sz="900" b="0" dirty="0"/>
                        <a:t>상호작용이 동시에 존재하는 매우 복잡한 유동 영역이다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실험에서는 이 영향 때문에 </a:t>
                      </a:r>
                      <a:r>
                        <a:rPr lang="en-US" altLang="ko-KR" sz="900" b="0" dirty="0"/>
                        <a:t>x/c ≈ 0.2 </a:t>
                      </a:r>
                      <a:r>
                        <a:rPr lang="ko-KR" altLang="en-US" sz="900" b="0" dirty="0"/>
                        <a:t>부근에서 **국소적인 압력 증가</a:t>
                      </a:r>
                      <a:r>
                        <a:rPr lang="en-US" altLang="ko-KR" sz="900" b="0" dirty="0"/>
                        <a:t>(Cp </a:t>
                      </a:r>
                      <a:r>
                        <a:rPr lang="ko-KR" altLang="en-US" sz="900" b="0" dirty="0"/>
                        <a:t>상승</a:t>
                      </a:r>
                      <a:r>
                        <a:rPr lang="en-US" altLang="ko-KR" sz="900" b="0" dirty="0"/>
                        <a:t>)**</a:t>
                      </a:r>
                      <a:r>
                        <a:rPr lang="ko-KR" altLang="en-US" sz="900" b="0" dirty="0"/>
                        <a:t>가 나타나지만</a:t>
                      </a:r>
                      <a:r>
                        <a:rPr lang="en-US" altLang="ko-KR" sz="900" b="0" dirty="0"/>
                        <a:t>, RANS-SA </a:t>
                      </a:r>
                      <a:r>
                        <a:rPr lang="ko-KR" altLang="en-US" sz="900" b="0" dirty="0"/>
                        <a:t>모델은 이러한 복잡한 </a:t>
                      </a:r>
                      <a:r>
                        <a:rPr lang="en-US" altLang="ko-KR" sz="900" b="0" dirty="0"/>
                        <a:t>3D </a:t>
                      </a:r>
                      <a:r>
                        <a:rPr lang="ko-KR" altLang="en-US" sz="900" b="0" dirty="0"/>
                        <a:t>난류 구조를 충분히 예측하지 못해 단순한 감쇠 패턴</a:t>
                      </a:r>
                      <a:r>
                        <a:rPr lang="en-US" altLang="ko-KR" sz="900" b="0" dirty="0"/>
                        <a:t>(Cp </a:t>
                      </a:r>
                      <a:r>
                        <a:rPr lang="ko-KR" altLang="en-US" sz="900" b="0" dirty="0"/>
                        <a:t>감소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으로 계산되는 경향이 있다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즉</a:t>
                      </a:r>
                      <a:r>
                        <a:rPr lang="en-US" altLang="ko-KR" sz="900" b="0" dirty="0"/>
                        <a:t>, Tip </a:t>
                      </a:r>
                      <a:r>
                        <a:rPr lang="ko-KR" altLang="en-US" sz="900" b="0" dirty="0"/>
                        <a:t>근처의 실제 박리</a:t>
                      </a:r>
                      <a:r>
                        <a:rPr lang="en-US" altLang="ko-KR" sz="900" b="0" dirty="0"/>
                        <a:t>·</a:t>
                      </a:r>
                      <a:r>
                        <a:rPr lang="ko-KR" altLang="en-US" sz="900" b="0" dirty="0"/>
                        <a:t>와류 구조를 수치 모델이 따라가지 못한 결과라 할 수 있다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198599"/>
                  </a:ext>
                </a:extLst>
              </a:tr>
              <a:tr h="67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/>
                        <a:t>정리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 dirty="0"/>
                        <a:t>90% </a:t>
                      </a:r>
                      <a:r>
                        <a:rPr lang="ko-KR" altLang="en-US" sz="900" b="0" dirty="0"/>
                        <a:t>이상 </a:t>
                      </a:r>
                      <a:r>
                        <a:rPr lang="en-US" altLang="ko-KR" sz="900" b="0" dirty="0"/>
                        <a:t>span</a:t>
                      </a:r>
                      <a:r>
                        <a:rPr lang="ko-KR" altLang="en-US" sz="900" b="0" dirty="0"/>
                        <a:t>에서는 실험과 </a:t>
                      </a:r>
                      <a:r>
                        <a:rPr lang="en-US" altLang="ko-KR" sz="900" b="0" dirty="0"/>
                        <a:t>SU2 </a:t>
                      </a:r>
                      <a:r>
                        <a:rPr lang="ko-KR" altLang="en-US" sz="900" b="0" dirty="0"/>
                        <a:t>해석 사이에서 가장 큰 개형 차이가 나타나며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특히 </a:t>
                      </a:r>
                      <a:r>
                        <a:rPr lang="en-US" altLang="ko-KR" sz="900" b="0" dirty="0"/>
                        <a:t>x/c ≈ 0.17–0.23 </a:t>
                      </a:r>
                      <a:r>
                        <a:rPr lang="ko-KR" altLang="en-US" sz="900" b="0" dirty="0"/>
                        <a:t>구간에서 실험은 </a:t>
                      </a:r>
                      <a:r>
                        <a:rPr lang="en-US" altLang="ko-KR" sz="900" b="0" dirty="0"/>
                        <a:t>Cp </a:t>
                      </a:r>
                      <a:r>
                        <a:rPr lang="ko-KR" altLang="en-US" sz="900" b="0" dirty="0"/>
                        <a:t>상승</a:t>
                      </a:r>
                      <a:r>
                        <a:rPr lang="en-US" altLang="ko-KR" sz="900" b="0" dirty="0"/>
                        <a:t>, SU2</a:t>
                      </a:r>
                      <a:r>
                        <a:rPr lang="ko-KR" altLang="en-US" sz="900" b="0" dirty="0"/>
                        <a:t>는 </a:t>
                      </a:r>
                      <a:r>
                        <a:rPr lang="en-US" altLang="ko-KR" sz="900" b="0" dirty="0"/>
                        <a:t>Cp </a:t>
                      </a:r>
                      <a:r>
                        <a:rPr lang="ko-KR" altLang="en-US" sz="900" b="0" dirty="0"/>
                        <a:t>감소를 예측하는 반대 양상이 핵심적인 차이로 확인된다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이는 날개 끝단에서 주도적인 </a:t>
                      </a:r>
                      <a:r>
                        <a:rPr lang="en-US" altLang="ko-KR" sz="900" b="0" dirty="0"/>
                        <a:t>3</a:t>
                      </a:r>
                      <a:r>
                        <a:rPr lang="ko-KR" altLang="en-US" sz="900" b="0" dirty="0"/>
                        <a:t>차원 와류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박리</a:t>
                      </a:r>
                      <a:r>
                        <a:rPr lang="en-US" altLang="ko-KR" sz="900" b="0" dirty="0"/>
                        <a:t>, shock–vortex </a:t>
                      </a:r>
                      <a:r>
                        <a:rPr lang="ko-KR" altLang="en-US" sz="900" b="0" dirty="0"/>
                        <a:t>상호작용을 </a:t>
                      </a:r>
                      <a:r>
                        <a:rPr lang="en-US" altLang="ko-KR" sz="900" b="0" dirty="0"/>
                        <a:t>RANS </a:t>
                      </a:r>
                      <a:r>
                        <a:rPr lang="ko-KR" altLang="en-US" sz="900" b="0" dirty="0"/>
                        <a:t>기반 </a:t>
                      </a:r>
                      <a:r>
                        <a:rPr lang="en-US" altLang="ko-KR" sz="900" b="0" dirty="0"/>
                        <a:t>SA </a:t>
                      </a:r>
                      <a:r>
                        <a:rPr lang="ko-KR" altLang="en-US" sz="900" b="0" dirty="0"/>
                        <a:t>모델이 정확히 포착하기 어렵기 때문에 발생하는 대표적인 한계이며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이러한 차이는 </a:t>
                      </a:r>
                      <a:r>
                        <a:rPr lang="en-US" altLang="ko-KR" sz="900" b="0" dirty="0"/>
                        <a:t>Tip </a:t>
                      </a:r>
                      <a:r>
                        <a:rPr lang="ko-KR" altLang="en-US" sz="900" b="0" dirty="0"/>
                        <a:t>효과가 지배적으로 증가하는 방향성과 일치한다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따라서 본 연구에서는 </a:t>
                      </a:r>
                      <a:r>
                        <a:rPr lang="en-US" altLang="ko-KR" sz="900" b="0" dirty="0"/>
                        <a:t>90% </a:t>
                      </a:r>
                      <a:r>
                        <a:rPr lang="ko-KR" altLang="en-US" sz="900" b="0" dirty="0"/>
                        <a:t>이후 구간을 </a:t>
                      </a:r>
                      <a:r>
                        <a:rPr lang="en-US" altLang="ko-KR" sz="900" b="0" dirty="0"/>
                        <a:t>SU2 RANS-SA </a:t>
                      </a:r>
                      <a:r>
                        <a:rPr lang="ko-KR" altLang="en-US" sz="900" b="0" dirty="0"/>
                        <a:t>모델의 한계를 설명할 수 있는 대표적인 지점으로 판단한다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marL="80755" marR="80755" marT="40377" marB="40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077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709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/>
              <a:t>감사합니다</a:t>
            </a:r>
            <a:endParaRPr lang="en-US" altLang="ko-KR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C6FA57-FB52-0B8C-07EF-C79FFADB71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srgbClr val="4F81BD"/>
                </a:solidFill>
              </a:rPr>
              <a:pPr>
                <a:defRPr/>
              </a:pPr>
              <a:t>7</a:t>
            </a:fld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46CF1-6F82-5B02-CD30-C6651012E5E2}"/>
              </a:ext>
            </a:extLst>
          </p:cNvPr>
          <p:cNvSpPr txBox="1"/>
          <p:nvPr/>
        </p:nvSpPr>
        <p:spPr>
          <a:xfrm>
            <a:off x="8050779" y="5990541"/>
            <a:ext cx="4141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자세한 사항은 </a:t>
            </a:r>
            <a:r>
              <a:rPr lang="en-US" altLang="ko-KR" sz="1200" dirty="0"/>
              <a:t>Git hub</a:t>
            </a:r>
            <a:r>
              <a:rPr lang="ko-KR" altLang="en-US" sz="1200" dirty="0"/>
              <a:t>를 참조해 주시면 감사하겠습니다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ko-KR" altLang="en-US" sz="1200" dirty="0"/>
              <a:t>링크</a:t>
            </a:r>
            <a:r>
              <a:rPr lang="en-US" altLang="ko-KR" sz="1200" dirty="0"/>
              <a:t>:</a:t>
            </a:r>
            <a:r>
              <a:rPr lang="en-US" altLang="ko-KR" sz="1200" dirty="0">
                <a:hlinkClick r:id="rId3"/>
              </a:rPr>
              <a:t>https://github.com/</a:t>
            </a:r>
            <a:r>
              <a:rPr lang="en-US" altLang="ko-KR" sz="1200" dirty="0" err="1">
                <a:hlinkClick r:id="rId3"/>
              </a:rPr>
              <a:t>Bogeuns</a:t>
            </a:r>
            <a:r>
              <a:rPr lang="en-US" altLang="ko-KR" sz="1200" dirty="0">
                <a:hlinkClick r:id="rId3"/>
              </a:rPr>
              <a:t>/</a:t>
            </a:r>
            <a:r>
              <a:rPr lang="en-US" altLang="ko-KR" sz="1200" dirty="0" err="1">
                <a:hlinkClick r:id="rId3"/>
              </a:rPr>
              <a:t>CFD_Class_Lecture.git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1682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75804</TotalTime>
  <Words>1282</Words>
  <Application>Microsoft Office PowerPoint</Application>
  <PresentationFormat>와이드스크린</PresentationFormat>
  <Paragraphs>119</Paragraphs>
  <Slides>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HY견고딕</vt:lpstr>
      <vt:lpstr>맑은 고딕</vt:lpstr>
      <vt:lpstr>Arial</vt:lpstr>
      <vt:lpstr>Calibri</vt:lpstr>
      <vt:lpstr>Times New Roman</vt:lpstr>
      <vt:lpstr>Wingdings</vt:lpstr>
      <vt:lpstr>1_Office 테마</vt:lpstr>
      <vt:lpstr>SU2 보고서 (8주차) Onera M6_3D (section)해석 결과</vt:lpstr>
      <vt:lpstr>1. 해석 격자 조건</vt:lpstr>
      <vt:lpstr>1. 해석 결과</vt:lpstr>
      <vt:lpstr>Section 별 분석 (20,44%)</vt:lpstr>
      <vt:lpstr>Section 별 분석 (65,80%)</vt:lpstr>
      <vt:lpstr>Section 별 분석 (90,96,99%)</vt:lpstr>
      <vt:lpstr>감사합니다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자율비행제어연구실(문정호)</dc:title>
  <dc:creator>CJU</dc:creator>
  <cp:lastModifiedBy>윤현덕</cp:lastModifiedBy>
  <cp:revision>2011</cp:revision>
  <cp:lastPrinted>2025-10-22T17:01:47Z</cp:lastPrinted>
  <dcterms:created xsi:type="dcterms:W3CDTF">2022-05-24T00:47:27Z</dcterms:created>
  <dcterms:modified xsi:type="dcterms:W3CDTF">2025-11-19T05:07:31Z</dcterms:modified>
  <cp:version/>
</cp:coreProperties>
</file>