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725" r:id="rId2"/>
    <p:sldId id="1583" r:id="rId3"/>
    <p:sldId id="1582" r:id="rId4"/>
    <p:sldId id="1581" r:id="rId5"/>
    <p:sldId id="1579" r:id="rId6"/>
    <p:sldId id="1580" r:id="rId7"/>
    <p:sldId id="1585" r:id="rId8"/>
    <p:sldId id="1586" r:id="rId9"/>
    <p:sldId id="1584" r:id="rId10"/>
    <p:sldId id="155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39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B9CDE5"/>
    <a:srgbClr val="0066FF"/>
    <a:srgbClr val="A9A9A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>
          <a:schemeClr val="tx1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241DA88-1426-460D-A704-38602BF70CBC}" styleName="Dark Style 2 - Body/Background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75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8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  <a:prstDash val="sysDash"/>
            </a:ln>
          </a:top>
        </a:tcBdr>
        <a:fill>
          <a:solidFill>
            <a:schemeClr val="dk1">
              <a:tint val="4000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</a:tcBdr>
      </a:tcStyle>
    </a:seCell>
    <a:swCell>
      <a:tcTxStyle/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>
              <a:noFill/>
            </a:ln>
          </a:left>
        </a:tcBdr>
      </a:tcStyle>
    </a:neCell>
    <a:nwCell>
      <a:tcTxStyle/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22" autoAdjust="0"/>
    <p:restoredTop sz="94718" autoAdjust="0"/>
  </p:normalViewPr>
  <p:slideViewPr>
    <p:cSldViewPr snapToGrid="0">
      <p:cViewPr varScale="1">
        <p:scale>
          <a:sx n="102" d="100"/>
          <a:sy n="102" d="100"/>
        </p:scale>
        <p:origin x="1434" y="10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103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11\j\441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U2_forvtu\week_10\Total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U2_forvtu\week_11\Self-made\Tot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011592300962372E-2"/>
          <c:y val="6.4814814814814811E-2"/>
          <c:w val="0.90886329833770774"/>
          <c:h val="0.8416746864975212"/>
        </c:manualLayout>
      </c:layout>
      <c:scatterChart>
        <c:scatterStyle val="lineMarker"/>
        <c:varyColors val="0"/>
        <c:ser>
          <c:idx val="1"/>
          <c:order val="0"/>
          <c:tx>
            <c:v>NASA</c:v>
          </c:tx>
          <c:spPr>
            <a:ln w="19050" cap="rnd">
              <a:solidFill>
                <a:srgbClr val="FF0000">
                  <a:alpha val="85000"/>
                </a:srgbClr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Sheet1!$E$2:$E$52</c:f>
              <c:numCache>
                <c:formatCode>General</c:formatCode>
                <c:ptCount val="51"/>
                <c:pt idx="0">
                  <c:v>1</c:v>
                </c:pt>
                <c:pt idx="1">
                  <c:v>0.99139999999999995</c:v>
                </c:pt>
                <c:pt idx="2">
                  <c:v>0.91180000000000005</c:v>
                </c:pt>
                <c:pt idx="3">
                  <c:v>0.81869999999999998</c:v>
                </c:pt>
                <c:pt idx="4">
                  <c:v>0.76470000000000005</c:v>
                </c:pt>
                <c:pt idx="5">
                  <c:v>0.65959999999999996</c:v>
                </c:pt>
                <c:pt idx="6">
                  <c:v>0.58760000000000001</c:v>
                </c:pt>
                <c:pt idx="7">
                  <c:v>0.51659999999999995</c:v>
                </c:pt>
                <c:pt idx="8">
                  <c:v>0.4456</c:v>
                </c:pt>
                <c:pt idx="9">
                  <c:v>0.37640000000000001</c:v>
                </c:pt>
                <c:pt idx="10">
                  <c:v>0.30640000000000001</c:v>
                </c:pt>
                <c:pt idx="11">
                  <c:v>0.27079999999999999</c:v>
                </c:pt>
                <c:pt idx="12">
                  <c:v>0.2394</c:v>
                </c:pt>
                <c:pt idx="13">
                  <c:v>0.2074</c:v>
                </c:pt>
                <c:pt idx="14">
                  <c:v>0.15959999999999999</c:v>
                </c:pt>
                <c:pt idx="15">
                  <c:v>0.128</c:v>
                </c:pt>
                <c:pt idx="16">
                  <c:v>8.1000000000000003E-2</c:v>
                </c:pt>
                <c:pt idx="17">
                  <c:v>5.0599999999999999E-2</c:v>
                </c:pt>
                <c:pt idx="18">
                  <c:v>2.8299999999999999E-2</c:v>
                </c:pt>
                <c:pt idx="19">
                  <c:v>8.2000000000000007E-3</c:v>
                </c:pt>
                <c:pt idx="20">
                  <c:v>-2.9999999999999997E-4</c:v>
                </c:pt>
                <c:pt idx="21">
                  <c:v>1.4500000000000001E-2</c:v>
                </c:pt>
                <c:pt idx="22">
                  <c:v>2.9600000000000001E-2</c:v>
                </c:pt>
                <c:pt idx="23">
                  <c:v>4.8899999999999999E-2</c:v>
                </c:pt>
                <c:pt idx="24">
                  <c:v>7.5200000000000003E-2</c:v>
                </c:pt>
                <c:pt idx="25">
                  <c:v>0.1009</c:v>
                </c:pt>
                <c:pt idx="26">
                  <c:v>0.1283</c:v>
                </c:pt>
                <c:pt idx="27">
                  <c:v>0.15240000000000001</c:v>
                </c:pt>
                <c:pt idx="28">
                  <c:v>0.1832</c:v>
                </c:pt>
                <c:pt idx="29">
                  <c:v>0.2145</c:v>
                </c:pt>
                <c:pt idx="30">
                  <c:v>0.2482</c:v>
                </c:pt>
                <c:pt idx="31">
                  <c:v>0.28270000000000001</c:v>
                </c:pt>
                <c:pt idx="32">
                  <c:v>0.31890000000000002</c:v>
                </c:pt>
                <c:pt idx="33">
                  <c:v>0.3508</c:v>
                </c:pt>
                <c:pt idx="34">
                  <c:v>0.38990000000000002</c:v>
                </c:pt>
                <c:pt idx="35">
                  <c:v>0.42509999999999998</c:v>
                </c:pt>
                <c:pt idx="36">
                  <c:v>0.4602</c:v>
                </c:pt>
                <c:pt idx="37">
                  <c:v>0.49409999999999998</c:v>
                </c:pt>
                <c:pt idx="38">
                  <c:v>0.52969999999999995</c:v>
                </c:pt>
                <c:pt idx="39">
                  <c:v>0.56630000000000003</c:v>
                </c:pt>
                <c:pt idx="40">
                  <c:v>0.59709999999999996</c:v>
                </c:pt>
                <c:pt idx="41">
                  <c:v>0.62829999999999997</c:v>
                </c:pt>
                <c:pt idx="42">
                  <c:v>0.65900000000000003</c:v>
                </c:pt>
                <c:pt idx="43">
                  <c:v>0.71980010000000005</c:v>
                </c:pt>
                <c:pt idx="44">
                  <c:v>0.7893</c:v>
                </c:pt>
                <c:pt idx="45">
                  <c:v>0.88780000000000003</c:v>
                </c:pt>
                <c:pt idx="46">
                  <c:v>0.93069999999999997</c:v>
                </c:pt>
                <c:pt idx="47">
                  <c:v>0.95089999999999997</c:v>
                </c:pt>
                <c:pt idx="48">
                  <c:v>0.97410010000000002</c:v>
                </c:pt>
                <c:pt idx="49">
                  <c:v>0.98560000000000003</c:v>
                </c:pt>
                <c:pt idx="50">
                  <c:v>1</c:v>
                </c:pt>
              </c:numCache>
            </c:numRef>
          </c:xVal>
          <c:yVal>
            <c:numRef>
              <c:f>Sheet1!$G$2:$G$52</c:f>
              <c:numCache>
                <c:formatCode>General</c:formatCode>
                <c:ptCount val="51"/>
                <c:pt idx="0">
                  <c:v>-0.34901379999999999</c:v>
                </c:pt>
                <c:pt idx="1">
                  <c:v>-0.25542690000000001</c:v>
                </c:pt>
                <c:pt idx="2">
                  <c:v>-2.5058750000000001E-2</c:v>
                </c:pt>
                <c:pt idx="3">
                  <c:v>9.0125079999999996E-2</c:v>
                </c:pt>
                <c:pt idx="4">
                  <c:v>0.12612010000000001</c:v>
                </c:pt>
                <c:pt idx="5">
                  <c:v>0.1837125</c:v>
                </c:pt>
                <c:pt idx="6">
                  <c:v>0.23410510000000001</c:v>
                </c:pt>
                <c:pt idx="7">
                  <c:v>0.27729939999999997</c:v>
                </c:pt>
                <c:pt idx="8">
                  <c:v>0.32049319999999998</c:v>
                </c:pt>
                <c:pt idx="9">
                  <c:v>0.36368699999999998</c:v>
                </c:pt>
                <c:pt idx="10">
                  <c:v>0.42127940000000003</c:v>
                </c:pt>
                <c:pt idx="11">
                  <c:v>0.45007510000000001</c:v>
                </c:pt>
                <c:pt idx="12">
                  <c:v>0.4788713</c:v>
                </c:pt>
                <c:pt idx="13">
                  <c:v>0.50766750000000005</c:v>
                </c:pt>
                <c:pt idx="14">
                  <c:v>0.57245780000000002</c:v>
                </c:pt>
                <c:pt idx="15">
                  <c:v>0.63724899999999995</c:v>
                </c:pt>
                <c:pt idx="16">
                  <c:v>0.78842829999999997</c:v>
                </c:pt>
                <c:pt idx="17">
                  <c:v>0.9180102</c:v>
                </c:pt>
                <c:pt idx="18">
                  <c:v>0.9900002</c:v>
                </c:pt>
                <c:pt idx="19">
                  <c:v>0.16931389999999999</c:v>
                </c:pt>
                <c:pt idx="20">
                  <c:v>-6.2089999999999996</c:v>
                </c:pt>
                <c:pt idx="21">
                  <c:v>-5.1219510000000001</c:v>
                </c:pt>
                <c:pt idx="22">
                  <c:v>-3.6821510000000002</c:v>
                </c:pt>
                <c:pt idx="23">
                  <c:v>-3.4085890000000001</c:v>
                </c:pt>
                <c:pt idx="24">
                  <c:v>-3.0774349999999999</c:v>
                </c:pt>
                <c:pt idx="25">
                  <c:v>-2.7678780000000001</c:v>
                </c:pt>
                <c:pt idx="26">
                  <c:v>-2.559107</c:v>
                </c:pt>
                <c:pt idx="27">
                  <c:v>-2.422326</c:v>
                </c:pt>
                <c:pt idx="28">
                  <c:v>-2.2351519999999998</c:v>
                </c:pt>
                <c:pt idx="29">
                  <c:v>-2.0983710000000002</c:v>
                </c:pt>
                <c:pt idx="30">
                  <c:v>-1.947192</c:v>
                </c:pt>
                <c:pt idx="31">
                  <c:v>-1.8176099999999999</c:v>
                </c:pt>
                <c:pt idx="32">
                  <c:v>-1.6808289999999999</c:v>
                </c:pt>
                <c:pt idx="33">
                  <c:v>-1.5584450000000001</c:v>
                </c:pt>
                <c:pt idx="34">
                  <c:v>-1.3928689999999999</c:v>
                </c:pt>
                <c:pt idx="35">
                  <c:v>-1.2560880000000001</c:v>
                </c:pt>
                <c:pt idx="36">
                  <c:v>-1.133705</c:v>
                </c:pt>
                <c:pt idx="37">
                  <c:v>-1.018521</c:v>
                </c:pt>
                <c:pt idx="38">
                  <c:v>-0.8961382</c:v>
                </c:pt>
                <c:pt idx="39">
                  <c:v>-0.79535199999999995</c:v>
                </c:pt>
                <c:pt idx="40">
                  <c:v>-0.70176510000000003</c:v>
                </c:pt>
                <c:pt idx="41">
                  <c:v>-0.62977499999999997</c:v>
                </c:pt>
                <c:pt idx="42">
                  <c:v>-0.57218270000000004</c:v>
                </c:pt>
                <c:pt idx="43">
                  <c:v>-0.49299379999999998</c:v>
                </c:pt>
                <c:pt idx="44">
                  <c:v>-0.44260070000000001</c:v>
                </c:pt>
                <c:pt idx="45">
                  <c:v>-0.40660570000000001</c:v>
                </c:pt>
                <c:pt idx="46">
                  <c:v>-0.40660570000000001</c:v>
                </c:pt>
                <c:pt idx="47">
                  <c:v>-0.40660570000000001</c:v>
                </c:pt>
                <c:pt idx="48">
                  <c:v>-0.39940690000000001</c:v>
                </c:pt>
                <c:pt idx="49">
                  <c:v>-0.39940690000000001</c:v>
                </c:pt>
                <c:pt idx="50">
                  <c:v>-0.35621259999999999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8B5-462A-93FF-3532146DC9BD}"/>
            </c:ext>
          </c:extLst>
        </c:ser>
        <c:ser>
          <c:idx val="2"/>
          <c:order val="1"/>
          <c:tx>
            <c:v>su2</c:v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Sheet1!$B$2:$B$493</c:f>
              <c:numCache>
                <c:formatCode>General</c:formatCode>
                <c:ptCount val="492"/>
                <c:pt idx="0">
                  <c:v>1</c:v>
                </c:pt>
                <c:pt idx="1">
                  <c:v>0.99798299999999995</c:v>
                </c:pt>
                <c:pt idx="2">
                  <c:v>0.99592000000000003</c:v>
                </c:pt>
                <c:pt idx="3">
                  <c:v>0.99380999999999997</c:v>
                </c:pt>
                <c:pt idx="4">
                  <c:v>0.99165000000000003</c:v>
                </c:pt>
                <c:pt idx="5">
                  <c:v>0.98943999999999999</c:v>
                </c:pt>
                <c:pt idx="6">
                  <c:v>0.987178</c:v>
                </c:pt>
                <c:pt idx="7">
                  <c:v>0.98486099999999999</c:v>
                </c:pt>
                <c:pt idx="8">
                  <c:v>0.98248899999999995</c:v>
                </c:pt>
                <c:pt idx="9">
                  <c:v>0.98005900000000001</c:v>
                </c:pt>
                <c:pt idx="10">
                  <c:v>0.97757000000000005</c:v>
                </c:pt>
                <c:pt idx="11">
                  <c:v>0.97501899999999997</c:v>
                </c:pt>
                <c:pt idx="12">
                  <c:v>0.97240400000000005</c:v>
                </c:pt>
                <c:pt idx="13">
                  <c:v>0.969723</c:v>
                </c:pt>
                <c:pt idx="14">
                  <c:v>0.96697299999999997</c:v>
                </c:pt>
                <c:pt idx="15">
                  <c:v>0.96415300000000004</c:v>
                </c:pt>
                <c:pt idx="16">
                  <c:v>0.96125899999999997</c:v>
                </c:pt>
                <c:pt idx="17">
                  <c:v>0.95828999999999998</c:v>
                </c:pt>
                <c:pt idx="18">
                  <c:v>0.95524100000000001</c:v>
                </c:pt>
                <c:pt idx="19">
                  <c:v>0.95211000000000001</c:v>
                </c:pt>
                <c:pt idx="20">
                  <c:v>0.94889400000000002</c:v>
                </c:pt>
                <c:pt idx="21">
                  <c:v>0.94559000000000004</c:v>
                </c:pt>
                <c:pt idx="22">
                  <c:v>0.94219399999999998</c:v>
                </c:pt>
                <c:pt idx="23">
                  <c:v>0.93870299999999995</c:v>
                </c:pt>
                <c:pt idx="24">
                  <c:v>0.93511200000000005</c:v>
                </c:pt>
                <c:pt idx="25">
                  <c:v>0.93141799999999997</c:v>
                </c:pt>
                <c:pt idx="26">
                  <c:v>0.92761700000000002</c:v>
                </c:pt>
                <c:pt idx="27">
                  <c:v>0.92370300000000005</c:v>
                </c:pt>
                <c:pt idx="28">
                  <c:v>0.91967200000000005</c:v>
                </c:pt>
                <c:pt idx="29">
                  <c:v>0.91552</c:v>
                </c:pt>
                <c:pt idx="30">
                  <c:v>0.91124000000000005</c:v>
                </c:pt>
                <c:pt idx="31">
                  <c:v>0.90682799999999997</c:v>
                </c:pt>
                <c:pt idx="32">
                  <c:v>0.90227599999999997</c:v>
                </c:pt>
                <c:pt idx="33">
                  <c:v>0.89758000000000004</c:v>
                </c:pt>
                <c:pt idx="34">
                  <c:v>0.89273100000000005</c:v>
                </c:pt>
                <c:pt idx="35">
                  <c:v>0.88772399999999996</c:v>
                </c:pt>
                <c:pt idx="36">
                  <c:v>0.88254999999999995</c:v>
                </c:pt>
                <c:pt idx="37">
                  <c:v>0.87720100000000001</c:v>
                </c:pt>
                <c:pt idx="38">
                  <c:v>0.87166900000000003</c:v>
                </c:pt>
                <c:pt idx="39">
                  <c:v>0.86594499999999996</c:v>
                </c:pt>
                <c:pt idx="40">
                  <c:v>0.86001799999999995</c:v>
                </c:pt>
                <c:pt idx="41">
                  <c:v>0.85387800000000003</c:v>
                </c:pt>
                <c:pt idx="42">
                  <c:v>0.84751399999999999</c:v>
                </c:pt>
                <c:pt idx="43">
                  <c:v>0.84091400000000005</c:v>
                </c:pt>
                <c:pt idx="44">
                  <c:v>0.83406599999999997</c:v>
                </c:pt>
                <c:pt idx="45">
                  <c:v>0.82695399999999997</c:v>
                </c:pt>
                <c:pt idx="46">
                  <c:v>0.81956399999999996</c:v>
                </c:pt>
                <c:pt idx="47">
                  <c:v>0.81188099999999996</c:v>
                </c:pt>
                <c:pt idx="48">
                  <c:v>0.80388599999999999</c:v>
                </c:pt>
                <c:pt idx="49">
                  <c:v>0.79556199999999999</c:v>
                </c:pt>
                <c:pt idx="50">
                  <c:v>0.786887</c:v>
                </c:pt>
                <c:pt idx="51">
                  <c:v>0.77783999999999998</c:v>
                </c:pt>
                <c:pt idx="52">
                  <c:v>0.768397</c:v>
                </c:pt>
                <c:pt idx="53">
                  <c:v>0.75853300000000001</c:v>
                </c:pt>
                <c:pt idx="54">
                  <c:v>0.74821800000000005</c:v>
                </c:pt>
                <c:pt idx="55">
                  <c:v>0.73742300000000005</c:v>
                </c:pt>
                <c:pt idx="56">
                  <c:v>0.72611300000000001</c:v>
                </c:pt>
                <c:pt idx="57">
                  <c:v>0.714252</c:v>
                </c:pt>
                <c:pt idx="58">
                  <c:v>0.70179999999999998</c:v>
                </c:pt>
                <c:pt idx="59">
                  <c:v>0.68871099999999996</c:v>
                </c:pt>
                <c:pt idx="60">
                  <c:v>0.67493700000000001</c:v>
                </c:pt>
                <c:pt idx="61">
                  <c:v>0.66042299999999998</c:v>
                </c:pt>
                <c:pt idx="62">
                  <c:v>0.64510999999999996</c:v>
                </c:pt>
                <c:pt idx="63">
                  <c:v>0.62893100000000002</c:v>
                </c:pt>
                <c:pt idx="64">
                  <c:v>0.61180999999999996</c:v>
                </c:pt>
                <c:pt idx="65">
                  <c:v>0.593665</c:v>
                </c:pt>
                <c:pt idx="66">
                  <c:v>0.574403</c:v>
                </c:pt>
                <c:pt idx="67">
                  <c:v>0.55391699999999999</c:v>
                </c:pt>
                <c:pt idx="68">
                  <c:v>0.53208900000000003</c:v>
                </c:pt>
                <c:pt idx="69">
                  <c:v>0.50878500000000004</c:v>
                </c:pt>
                <c:pt idx="70">
                  <c:v>0.48384899999999997</c:v>
                </c:pt>
                <c:pt idx="71">
                  <c:v>0.45710699999999999</c:v>
                </c:pt>
                <c:pt idx="72">
                  <c:v>0.42835499999999999</c:v>
                </c:pt>
                <c:pt idx="73">
                  <c:v>0.39735999999999999</c:v>
                </c:pt>
                <c:pt idx="74">
                  <c:v>0.36385800000000001</c:v>
                </c:pt>
                <c:pt idx="75">
                  <c:v>0.32753599999999999</c:v>
                </c:pt>
                <c:pt idx="76">
                  <c:v>0.29160700000000001</c:v>
                </c:pt>
                <c:pt idx="77">
                  <c:v>0.259488</c:v>
                </c:pt>
                <c:pt idx="78">
                  <c:v>0.230772</c:v>
                </c:pt>
                <c:pt idx="79">
                  <c:v>0.205096</c:v>
                </c:pt>
                <c:pt idx="80">
                  <c:v>0.18213699999999999</c:v>
                </c:pt>
                <c:pt idx="81">
                  <c:v>0.161606</c:v>
                </c:pt>
                <c:pt idx="82">
                  <c:v>0.14324799999999999</c:v>
                </c:pt>
                <c:pt idx="83">
                  <c:v>0.126834</c:v>
                </c:pt>
                <c:pt idx="84">
                  <c:v>0.112161</c:v>
                </c:pt>
                <c:pt idx="85">
                  <c:v>9.9046400000000007E-2</c:v>
                </c:pt>
                <c:pt idx="86">
                  <c:v>8.7328299999999998E-2</c:v>
                </c:pt>
                <c:pt idx="87">
                  <c:v>7.6861799999999994E-2</c:v>
                </c:pt>
                <c:pt idx="88">
                  <c:v>6.7517900000000006E-2</c:v>
                </c:pt>
                <c:pt idx="89">
                  <c:v>5.9180999999999997E-2</c:v>
                </c:pt>
                <c:pt idx="90">
                  <c:v>5.1748099999999998E-2</c:v>
                </c:pt>
                <c:pt idx="91">
                  <c:v>4.5127199999999999E-2</c:v>
                </c:pt>
                <c:pt idx="92">
                  <c:v>3.9236300000000002E-2</c:v>
                </c:pt>
                <c:pt idx="93">
                  <c:v>3.4001900000000002E-2</c:v>
                </c:pt>
                <c:pt idx="94">
                  <c:v>2.9358599999999999E-2</c:v>
                </c:pt>
                <c:pt idx="95">
                  <c:v>2.5248E-2</c:v>
                </c:pt>
                <c:pt idx="96">
                  <c:v>2.1617899999999999E-2</c:v>
                </c:pt>
                <c:pt idx="97">
                  <c:v>1.84216E-2</c:v>
                </c:pt>
                <c:pt idx="98">
                  <c:v>1.5617000000000001E-2</c:v>
                </c:pt>
                <c:pt idx="99">
                  <c:v>1.3166300000000001E-2</c:v>
                </c:pt>
                <c:pt idx="100">
                  <c:v>1.1035100000000001E-2</c:v>
                </c:pt>
                <c:pt idx="101">
                  <c:v>9.1918999999999994E-3</c:v>
                </c:pt>
                <c:pt idx="102">
                  <c:v>7.6074899999999997E-3</c:v>
                </c:pt>
                <c:pt idx="103">
                  <c:v>6.25459E-3</c:v>
                </c:pt>
                <c:pt idx="104">
                  <c:v>5.1074299999999996E-3</c:v>
                </c:pt>
                <c:pt idx="105">
                  <c:v>4.14169E-3</c:v>
                </c:pt>
                <c:pt idx="106">
                  <c:v>3.33432E-3</c:v>
                </c:pt>
                <c:pt idx="107">
                  <c:v>2.66381E-3</c:v>
                </c:pt>
                <c:pt idx="108">
                  <c:v>2.11027E-3</c:v>
                </c:pt>
                <c:pt idx="109">
                  <c:v>1.65565E-3</c:v>
                </c:pt>
                <c:pt idx="110">
                  <c:v>1.28381E-3</c:v>
                </c:pt>
                <c:pt idx="111">
                  <c:v>9.8066199999999998E-4</c:v>
                </c:pt>
                <c:pt idx="112">
                  <c:v>7.3416400000000004E-4</c:v>
                </c:pt>
                <c:pt idx="113">
                  <c:v>5.3398300000000003E-4</c:v>
                </c:pt>
                <c:pt idx="114">
                  <c:v>3.7152600000000001E-4</c:v>
                </c:pt>
                <c:pt idx="115">
                  <c:v>2.3969700000000001E-4</c:v>
                </c:pt>
                <c:pt idx="116">
                  <c:v>1.32712E-4</c:v>
                </c:pt>
                <c:pt idx="117" formatCode="0.00E+00">
                  <c:v>4.5757999999999998E-5</c:v>
                </c:pt>
                <c:pt idx="118" formatCode="0.00E+00">
                  <c:v>-2.50135E-5</c:v>
                </c:pt>
                <c:pt idx="119" formatCode="0.00E+00">
                  <c:v>-8.2648800000000001E-5</c:v>
                </c:pt>
                <c:pt idx="120">
                  <c:v>-1.2966799999999999E-4</c:v>
                </c:pt>
                <c:pt idx="121">
                  <c:v>-1.6800300000000001E-4</c:v>
                </c:pt>
                <c:pt idx="122">
                  <c:v>-1.9926199999999999E-4</c:v>
                </c:pt>
                <c:pt idx="123">
                  <c:v>-2.24732E-4</c:v>
                </c:pt>
                <c:pt idx="124">
                  <c:v>-2.454E-4</c:v>
                </c:pt>
                <c:pt idx="125">
                  <c:v>-2.6201399999999998E-4</c:v>
                </c:pt>
                <c:pt idx="126">
                  <c:v>-2.7520600000000001E-4</c:v>
                </c:pt>
                <c:pt idx="127">
                  <c:v>-2.854E-4</c:v>
                </c:pt>
                <c:pt idx="128">
                  <c:v>-2.9283999999999999E-4</c:v>
                </c:pt>
                <c:pt idx="129">
                  <c:v>-2.97702E-4</c:v>
                </c:pt>
                <c:pt idx="130">
                  <c:v>-3.0001600000000001E-4</c:v>
                </c:pt>
                <c:pt idx="131">
                  <c:v>-2.9967900000000002E-4</c:v>
                </c:pt>
                <c:pt idx="132">
                  <c:v>-2.9646300000000001E-4</c:v>
                </c:pt>
                <c:pt idx="133">
                  <c:v>-2.9001E-4</c:v>
                </c:pt>
                <c:pt idx="134">
                  <c:v>-2.7978399999999999E-4</c:v>
                </c:pt>
                <c:pt idx="135">
                  <c:v>-2.6507400000000002E-4</c:v>
                </c:pt>
                <c:pt idx="136">
                  <c:v>-2.4499599999999998E-4</c:v>
                </c:pt>
                <c:pt idx="137">
                  <c:v>-2.1839099999999999E-4</c:v>
                </c:pt>
                <c:pt idx="138">
                  <c:v>-1.83828E-4</c:v>
                </c:pt>
                <c:pt idx="139">
                  <c:v>-1.3941299999999999E-4</c:v>
                </c:pt>
                <c:pt idx="140" formatCode="0.00E+00">
                  <c:v>-8.30134E-5</c:v>
                </c:pt>
                <c:pt idx="141">
                  <c:v>2.6715300000000001E-3</c:v>
                </c:pt>
                <c:pt idx="142">
                  <c:v>3.3314600000000001E-3</c:v>
                </c:pt>
                <c:pt idx="143">
                  <c:v>4.1159999999999999E-3</c:v>
                </c:pt>
                <c:pt idx="144">
                  <c:v>5.0439200000000003E-3</c:v>
                </c:pt>
                <c:pt idx="145">
                  <c:v>6.13584E-3</c:v>
                </c:pt>
                <c:pt idx="146">
                  <c:v>7.4144500000000004E-3</c:v>
                </c:pt>
                <c:pt idx="147">
                  <c:v>8.9047199999999996E-3</c:v>
                </c:pt>
                <c:pt idx="148">
                  <c:v>1.0633999999999999E-2</c:v>
                </c:pt>
                <c:pt idx="149">
                  <c:v>1.26325E-2</c:v>
                </c:pt>
                <c:pt idx="150">
                  <c:v>1.4933500000000001E-2</c:v>
                </c:pt>
                <c:pt idx="151">
                  <c:v>1.7573800000000001E-2</c:v>
                </c:pt>
                <c:pt idx="152">
                  <c:v>2.0594100000000001E-2</c:v>
                </c:pt>
                <c:pt idx="153">
                  <c:v>2.4039600000000001E-2</c:v>
                </c:pt>
                <c:pt idx="154">
                  <c:v>2.7960599999999999E-2</c:v>
                </c:pt>
                <c:pt idx="155">
                  <c:v>3.2412999999999997E-2</c:v>
                </c:pt>
                <c:pt idx="156">
                  <c:v>3.7459300000000001E-2</c:v>
                </c:pt>
                <c:pt idx="157">
                  <c:v>4.3168900000000003E-2</c:v>
                </c:pt>
                <c:pt idx="158">
                  <c:v>4.96196E-2</c:v>
                </c:pt>
                <c:pt idx="159">
                  <c:v>5.6897900000000001E-2</c:v>
                </c:pt>
                <c:pt idx="160">
                  <c:v>6.5100599999999995E-2</c:v>
                </c:pt>
                <c:pt idx="161">
                  <c:v>7.4335700000000005E-2</c:v>
                </c:pt>
                <c:pt idx="162">
                  <c:v>8.4723699999999999E-2</c:v>
                </c:pt>
                <c:pt idx="163">
                  <c:v>9.6398899999999996E-2</c:v>
                </c:pt>
                <c:pt idx="164">
                  <c:v>0.109511</c:v>
                </c:pt>
                <c:pt idx="165">
                  <c:v>0.12422800000000001</c:v>
                </c:pt>
                <c:pt idx="166">
                  <c:v>0.140733</c:v>
                </c:pt>
                <c:pt idx="167">
                  <c:v>0.15923399999999999</c:v>
                </c:pt>
                <c:pt idx="168">
                  <c:v>0.17995900000000001</c:v>
                </c:pt>
                <c:pt idx="169">
                  <c:v>0.20316000000000001</c:v>
                </c:pt>
                <c:pt idx="170">
                  <c:v>0.22911599999999999</c:v>
                </c:pt>
                <c:pt idx="171">
                  <c:v>0.25813399999999997</c:v>
                </c:pt>
                <c:pt idx="172">
                  <c:v>0.290549</c:v>
                </c:pt>
                <c:pt idx="173">
                  <c:v>0.32672800000000002</c:v>
                </c:pt>
                <c:pt idx="174">
                  <c:v>0.36706699999999998</c:v>
                </c:pt>
                <c:pt idx="175">
                  <c:v>0.40744999999999998</c:v>
                </c:pt>
                <c:pt idx="176">
                  <c:v>0.44391599999999998</c:v>
                </c:pt>
                <c:pt idx="177">
                  <c:v>0.47700399999999998</c:v>
                </c:pt>
                <c:pt idx="178">
                  <c:v>0.50716099999999997</c:v>
                </c:pt>
                <c:pt idx="179">
                  <c:v>0.53475600000000001</c:v>
                </c:pt>
                <c:pt idx="180">
                  <c:v>0.56010400000000005</c:v>
                </c:pt>
                <c:pt idx="181">
                  <c:v>0.58346699999999996</c:v>
                </c:pt>
                <c:pt idx="182">
                  <c:v>0.60507</c:v>
                </c:pt>
                <c:pt idx="183">
                  <c:v>0.62510600000000005</c:v>
                </c:pt>
                <c:pt idx="184">
                  <c:v>0.64373899999999995</c:v>
                </c:pt>
                <c:pt idx="185">
                  <c:v>0.66111200000000003</c:v>
                </c:pt>
                <c:pt idx="186">
                  <c:v>0.67735000000000001</c:v>
                </c:pt>
                <c:pt idx="187">
                  <c:v>0.69256099999999998</c:v>
                </c:pt>
                <c:pt idx="188">
                  <c:v>0.70684000000000002</c:v>
                </c:pt>
                <c:pt idx="189">
                  <c:v>0.72027099999999999</c:v>
                </c:pt>
                <c:pt idx="190">
                  <c:v>0.73292800000000002</c:v>
                </c:pt>
                <c:pt idx="191">
                  <c:v>0.74487700000000001</c:v>
                </c:pt>
                <c:pt idx="192">
                  <c:v>0.75617599999999996</c:v>
                </c:pt>
                <c:pt idx="193">
                  <c:v>0.76687700000000003</c:v>
                </c:pt>
                <c:pt idx="194">
                  <c:v>0.77702700000000002</c:v>
                </c:pt>
                <c:pt idx="195">
                  <c:v>0.78666800000000003</c:v>
                </c:pt>
                <c:pt idx="196">
                  <c:v>0.79583899999999996</c:v>
                </c:pt>
                <c:pt idx="197">
                  <c:v>0.80457199999999995</c:v>
                </c:pt>
                <c:pt idx="198">
                  <c:v>0.81289999999999996</c:v>
                </c:pt>
                <c:pt idx="199">
                  <c:v>0.820851</c:v>
                </c:pt>
                <c:pt idx="200">
                  <c:v>0.82844899999999999</c:v>
                </c:pt>
                <c:pt idx="201">
                  <c:v>0.83571799999999996</c:v>
                </c:pt>
                <c:pt idx="202">
                  <c:v>0.84268100000000001</c:v>
                </c:pt>
                <c:pt idx="203">
                  <c:v>0.84935499999999997</c:v>
                </c:pt>
                <c:pt idx="204">
                  <c:v>0.85575900000000005</c:v>
                </c:pt>
                <c:pt idx="205">
                  <c:v>0.86190999999999995</c:v>
                </c:pt>
                <c:pt idx="206">
                  <c:v>0.86782300000000001</c:v>
                </c:pt>
                <c:pt idx="207">
                  <c:v>0.87351100000000004</c:v>
                </c:pt>
                <c:pt idx="208">
                  <c:v>0.87898799999999999</c:v>
                </c:pt>
                <c:pt idx="209">
                  <c:v>0.88426499999999997</c:v>
                </c:pt>
                <c:pt idx="210">
                  <c:v>0.88935399999999998</c:v>
                </c:pt>
                <c:pt idx="211">
                  <c:v>0.89426499999999998</c:v>
                </c:pt>
                <c:pt idx="212">
                  <c:v>0.899007</c:v>
                </c:pt>
                <c:pt idx="213">
                  <c:v>0.90358899999999998</c:v>
                </c:pt>
                <c:pt idx="214">
                  <c:v>0.90801900000000002</c:v>
                </c:pt>
                <c:pt idx="215">
                  <c:v>0.91230599999999995</c:v>
                </c:pt>
                <c:pt idx="216">
                  <c:v>0.91645600000000005</c:v>
                </c:pt>
                <c:pt idx="217">
                  <c:v>0.92047599999999996</c:v>
                </c:pt>
                <c:pt idx="218">
                  <c:v>0.92437199999999997</c:v>
                </c:pt>
                <c:pt idx="219">
                  <c:v>0.92815099999999995</c:v>
                </c:pt>
                <c:pt idx="220">
                  <c:v>0.93181700000000001</c:v>
                </c:pt>
                <c:pt idx="221">
                  <c:v>0.93537599999999999</c:v>
                </c:pt>
                <c:pt idx="222">
                  <c:v>0.93883300000000003</c:v>
                </c:pt>
                <c:pt idx="223">
                  <c:v>0.94219200000000003</c:v>
                </c:pt>
                <c:pt idx="224">
                  <c:v>0.94545800000000002</c:v>
                </c:pt>
                <c:pt idx="225">
                  <c:v>0.94863399999999998</c:v>
                </c:pt>
                <c:pt idx="226">
                  <c:v>0.95172500000000004</c:v>
                </c:pt>
                <c:pt idx="227">
                  <c:v>0.954735</c:v>
                </c:pt>
                <c:pt idx="228">
                  <c:v>0.95766600000000002</c:v>
                </c:pt>
                <c:pt idx="229">
                  <c:v>0.96052099999999996</c:v>
                </c:pt>
                <c:pt idx="230">
                  <c:v>0.96330499999999997</c:v>
                </c:pt>
                <c:pt idx="231">
                  <c:v>0.96601899999999996</c:v>
                </c:pt>
                <c:pt idx="232">
                  <c:v>0.96866699999999994</c:v>
                </c:pt>
                <c:pt idx="233">
                  <c:v>0.97125099999999998</c:v>
                </c:pt>
                <c:pt idx="234">
                  <c:v>0.973773</c:v>
                </c:pt>
                <c:pt idx="235">
                  <c:v>0.97623700000000002</c:v>
                </c:pt>
                <c:pt idx="236">
                  <c:v>0.97864300000000004</c:v>
                </c:pt>
                <c:pt idx="237">
                  <c:v>0.98099499999999995</c:v>
                </c:pt>
                <c:pt idx="238">
                  <c:v>0.983294</c:v>
                </c:pt>
                <c:pt idx="239">
                  <c:v>0.98554200000000003</c:v>
                </c:pt>
                <c:pt idx="240">
                  <c:v>0.98774099999999998</c:v>
                </c:pt>
                <c:pt idx="241">
                  <c:v>0.98989300000000002</c:v>
                </c:pt>
                <c:pt idx="242">
                  <c:v>0.99199999999999999</c:v>
                </c:pt>
                <c:pt idx="243">
                  <c:v>0.994062</c:v>
                </c:pt>
                <c:pt idx="244">
                  <c:v>0.99608200000000002</c:v>
                </c:pt>
                <c:pt idx="245">
                  <c:v>0.99806099999999998</c:v>
                </c:pt>
                <c:pt idx="246">
                  <c:v>1</c:v>
                </c:pt>
                <c:pt idx="247">
                  <c:v>0.99798299999999995</c:v>
                </c:pt>
                <c:pt idx="248">
                  <c:v>0.99592000000000003</c:v>
                </c:pt>
                <c:pt idx="249">
                  <c:v>0.99380999999999997</c:v>
                </c:pt>
                <c:pt idx="250">
                  <c:v>0.99165000000000003</c:v>
                </c:pt>
                <c:pt idx="251">
                  <c:v>0.98943999999999999</c:v>
                </c:pt>
                <c:pt idx="252">
                  <c:v>0.987178</c:v>
                </c:pt>
                <c:pt idx="253">
                  <c:v>0.98486099999999999</c:v>
                </c:pt>
                <c:pt idx="254">
                  <c:v>0.98248899999999995</c:v>
                </c:pt>
                <c:pt idx="255">
                  <c:v>0.98005900000000001</c:v>
                </c:pt>
                <c:pt idx="256">
                  <c:v>0.97757000000000005</c:v>
                </c:pt>
                <c:pt idx="257">
                  <c:v>0.97501899999999997</c:v>
                </c:pt>
                <c:pt idx="258">
                  <c:v>0.97240400000000005</c:v>
                </c:pt>
                <c:pt idx="259">
                  <c:v>0.969723</c:v>
                </c:pt>
                <c:pt idx="260">
                  <c:v>0.96697299999999997</c:v>
                </c:pt>
                <c:pt idx="261">
                  <c:v>0.96415300000000004</c:v>
                </c:pt>
                <c:pt idx="262">
                  <c:v>0.96125899999999997</c:v>
                </c:pt>
                <c:pt idx="263">
                  <c:v>0.95828999999999998</c:v>
                </c:pt>
                <c:pt idx="264">
                  <c:v>0.95524100000000001</c:v>
                </c:pt>
                <c:pt idx="265">
                  <c:v>0.95211000000000001</c:v>
                </c:pt>
                <c:pt idx="266">
                  <c:v>0.94889400000000002</c:v>
                </c:pt>
                <c:pt idx="267">
                  <c:v>0.94559000000000004</c:v>
                </c:pt>
                <c:pt idx="268">
                  <c:v>0.94219399999999998</c:v>
                </c:pt>
                <c:pt idx="269">
                  <c:v>0.93870299999999995</c:v>
                </c:pt>
                <c:pt idx="270">
                  <c:v>0.93511200000000005</c:v>
                </c:pt>
                <c:pt idx="271">
                  <c:v>0.93141799999999997</c:v>
                </c:pt>
                <c:pt idx="272">
                  <c:v>0.92761700000000002</c:v>
                </c:pt>
                <c:pt idx="273">
                  <c:v>0.92370300000000005</c:v>
                </c:pt>
                <c:pt idx="274">
                  <c:v>0.91967200000000005</c:v>
                </c:pt>
                <c:pt idx="275">
                  <c:v>0.91552</c:v>
                </c:pt>
                <c:pt idx="276">
                  <c:v>0.91124000000000005</c:v>
                </c:pt>
                <c:pt idx="277">
                  <c:v>0.90682799999999997</c:v>
                </c:pt>
                <c:pt idx="278">
                  <c:v>0.90227599999999997</c:v>
                </c:pt>
                <c:pt idx="279">
                  <c:v>0.89758000000000004</c:v>
                </c:pt>
                <c:pt idx="280">
                  <c:v>0.89273100000000005</c:v>
                </c:pt>
                <c:pt idx="281">
                  <c:v>0.88772399999999996</c:v>
                </c:pt>
                <c:pt idx="282">
                  <c:v>0.88254999999999995</c:v>
                </c:pt>
                <c:pt idx="283">
                  <c:v>0.87720100000000001</c:v>
                </c:pt>
                <c:pt idx="284">
                  <c:v>0.87166900000000003</c:v>
                </c:pt>
                <c:pt idx="285">
                  <c:v>0.86594499999999996</c:v>
                </c:pt>
                <c:pt idx="286">
                  <c:v>0.86001799999999995</c:v>
                </c:pt>
                <c:pt idx="287">
                  <c:v>0.85387800000000003</c:v>
                </c:pt>
                <c:pt idx="288">
                  <c:v>0.84751399999999999</c:v>
                </c:pt>
                <c:pt idx="289">
                  <c:v>0.84091400000000005</c:v>
                </c:pt>
                <c:pt idx="290">
                  <c:v>0.83406599999999997</c:v>
                </c:pt>
                <c:pt idx="291">
                  <c:v>0.82695399999999997</c:v>
                </c:pt>
                <c:pt idx="292">
                  <c:v>0.81956399999999996</c:v>
                </c:pt>
                <c:pt idx="293">
                  <c:v>0.81188099999999996</c:v>
                </c:pt>
                <c:pt idx="294">
                  <c:v>0.80388599999999999</c:v>
                </c:pt>
                <c:pt idx="295">
                  <c:v>0.79556199999999999</c:v>
                </c:pt>
                <c:pt idx="296">
                  <c:v>0.786887</c:v>
                </c:pt>
                <c:pt idx="297">
                  <c:v>0.77783999999999998</c:v>
                </c:pt>
                <c:pt idx="298">
                  <c:v>0.768397</c:v>
                </c:pt>
                <c:pt idx="299">
                  <c:v>0.75853300000000001</c:v>
                </c:pt>
                <c:pt idx="300">
                  <c:v>0.74821800000000005</c:v>
                </c:pt>
                <c:pt idx="301">
                  <c:v>0.73742300000000005</c:v>
                </c:pt>
                <c:pt idx="302">
                  <c:v>0.72611300000000001</c:v>
                </c:pt>
                <c:pt idx="303">
                  <c:v>0.714252</c:v>
                </c:pt>
                <c:pt idx="304">
                  <c:v>0.70179999999999998</c:v>
                </c:pt>
                <c:pt idx="305">
                  <c:v>0.68871099999999996</c:v>
                </c:pt>
                <c:pt idx="306">
                  <c:v>0.67493700000000001</c:v>
                </c:pt>
                <c:pt idx="307">
                  <c:v>0.66042299999999998</c:v>
                </c:pt>
                <c:pt idx="308">
                  <c:v>0.64510999999999996</c:v>
                </c:pt>
                <c:pt idx="309">
                  <c:v>0.62893100000000002</c:v>
                </c:pt>
                <c:pt idx="310">
                  <c:v>0.61180999999999996</c:v>
                </c:pt>
                <c:pt idx="311">
                  <c:v>0.593665</c:v>
                </c:pt>
                <c:pt idx="312">
                  <c:v>0.574403</c:v>
                </c:pt>
                <c:pt idx="313">
                  <c:v>0.55391699999999999</c:v>
                </c:pt>
                <c:pt idx="314">
                  <c:v>0.53208900000000003</c:v>
                </c:pt>
                <c:pt idx="315">
                  <c:v>0.50878500000000004</c:v>
                </c:pt>
                <c:pt idx="316">
                  <c:v>0.48384899999999997</c:v>
                </c:pt>
                <c:pt idx="317">
                  <c:v>0.45710699999999999</c:v>
                </c:pt>
                <c:pt idx="318">
                  <c:v>0.42835499999999999</c:v>
                </c:pt>
                <c:pt idx="319">
                  <c:v>0.39735999999999999</c:v>
                </c:pt>
                <c:pt idx="320">
                  <c:v>0.36385800000000001</c:v>
                </c:pt>
                <c:pt idx="321">
                  <c:v>0.32753599999999999</c:v>
                </c:pt>
                <c:pt idx="322">
                  <c:v>0.29160700000000001</c:v>
                </c:pt>
                <c:pt idx="323">
                  <c:v>0.259488</c:v>
                </c:pt>
                <c:pt idx="324">
                  <c:v>0.230772</c:v>
                </c:pt>
                <c:pt idx="325">
                  <c:v>0.205096</c:v>
                </c:pt>
                <c:pt idx="326">
                  <c:v>0.18213699999999999</c:v>
                </c:pt>
                <c:pt idx="327">
                  <c:v>0.161606</c:v>
                </c:pt>
                <c:pt idx="328">
                  <c:v>0.14324799999999999</c:v>
                </c:pt>
                <c:pt idx="329">
                  <c:v>0.126834</c:v>
                </c:pt>
                <c:pt idx="330">
                  <c:v>0.112161</c:v>
                </c:pt>
                <c:pt idx="331">
                  <c:v>9.9046400000000007E-2</c:v>
                </c:pt>
                <c:pt idx="332">
                  <c:v>8.7328299999999998E-2</c:v>
                </c:pt>
                <c:pt idx="333">
                  <c:v>7.6861799999999994E-2</c:v>
                </c:pt>
                <c:pt idx="334">
                  <c:v>6.7517900000000006E-2</c:v>
                </c:pt>
                <c:pt idx="335">
                  <c:v>5.9180999999999997E-2</c:v>
                </c:pt>
                <c:pt idx="336">
                  <c:v>5.1748099999999998E-2</c:v>
                </c:pt>
                <c:pt idx="337">
                  <c:v>4.5127199999999999E-2</c:v>
                </c:pt>
                <c:pt idx="338">
                  <c:v>3.9236300000000002E-2</c:v>
                </c:pt>
                <c:pt idx="339">
                  <c:v>3.4001900000000002E-2</c:v>
                </c:pt>
                <c:pt idx="340">
                  <c:v>2.9358599999999999E-2</c:v>
                </c:pt>
                <c:pt idx="341">
                  <c:v>2.5248E-2</c:v>
                </c:pt>
                <c:pt idx="342">
                  <c:v>2.1617899999999999E-2</c:v>
                </c:pt>
                <c:pt idx="343">
                  <c:v>1.84216E-2</c:v>
                </c:pt>
                <c:pt idx="344">
                  <c:v>1.5617000000000001E-2</c:v>
                </c:pt>
                <c:pt idx="345">
                  <c:v>1.3166300000000001E-2</c:v>
                </c:pt>
                <c:pt idx="346">
                  <c:v>1.1035100000000001E-2</c:v>
                </c:pt>
                <c:pt idx="347">
                  <c:v>9.1918999999999994E-3</c:v>
                </c:pt>
                <c:pt idx="348">
                  <c:v>7.6074899999999997E-3</c:v>
                </c:pt>
                <c:pt idx="349">
                  <c:v>6.25459E-3</c:v>
                </c:pt>
                <c:pt idx="350">
                  <c:v>5.1074299999999996E-3</c:v>
                </c:pt>
                <c:pt idx="351">
                  <c:v>4.14169E-3</c:v>
                </c:pt>
                <c:pt idx="352">
                  <c:v>3.33432E-3</c:v>
                </c:pt>
                <c:pt idx="353">
                  <c:v>2.66381E-3</c:v>
                </c:pt>
                <c:pt idx="354">
                  <c:v>2.11027E-3</c:v>
                </c:pt>
                <c:pt idx="355">
                  <c:v>1.65565E-3</c:v>
                </c:pt>
                <c:pt idx="356">
                  <c:v>1.28381E-3</c:v>
                </c:pt>
                <c:pt idx="357">
                  <c:v>9.8066199999999998E-4</c:v>
                </c:pt>
                <c:pt idx="358">
                  <c:v>7.3416400000000004E-4</c:v>
                </c:pt>
                <c:pt idx="359">
                  <c:v>5.3398300000000003E-4</c:v>
                </c:pt>
                <c:pt idx="360">
                  <c:v>3.7152600000000001E-4</c:v>
                </c:pt>
                <c:pt idx="361">
                  <c:v>2.3969700000000001E-4</c:v>
                </c:pt>
                <c:pt idx="362">
                  <c:v>1.32712E-4</c:v>
                </c:pt>
                <c:pt idx="363" formatCode="0.00E+00">
                  <c:v>4.5757999999999998E-5</c:v>
                </c:pt>
                <c:pt idx="364" formatCode="0.00E+00">
                  <c:v>-2.50135E-5</c:v>
                </c:pt>
                <c:pt idx="365" formatCode="0.00E+00">
                  <c:v>-8.2648800000000001E-5</c:v>
                </c:pt>
                <c:pt idx="366">
                  <c:v>-1.2966799999999999E-4</c:v>
                </c:pt>
                <c:pt idx="367">
                  <c:v>-1.6800300000000001E-4</c:v>
                </c:pt>
                <c:pt idx="368">
                  <c:v>-1.9926199999999999E-4</c:v>
                </c:pt>
                <c:pt idx="369">
                  <c:v>-2.24732E-4</c:v>
                </c:pt>
                <c:pt idx="370">
                  <c:v>-2.454E-4</c:v>
                </c:pt>
                <c:pt idx="371">
                  <c:v>-2.6201399999999998E-4</c:v>
                </c:pt>
                <c:pt idx="372">
                  <c:v>-2.7520600000000001E-4</c:v>
                </c:pt>
                <c:pt idx="373">
                  <c:v>-2.854E-4</c:v>
                </c:pt>
                <c:pt idx="374">
                  <c:v>-2.9283999999999999E-4</c:v>
                </c:pt>
                <c:pt idx="375">
                  <c:v>-2.97702E-4</c:v>
                </c:pt>
                <c:pt idx="376">
                  <c:v>-3.0001600000000001E-4</c:v>
                </c:pt>
                <c:pt idx="377">
                  <c:v>-2.9967900000000002E-4</c:v>
                </c:pt>
                <c:pt idx="378">
                  <c:v>-2.9646300000000001E-4</c:v>
                </c:pt>
                <c:pt idx="379">
                  <c:v>-2.9001E-4</c:v>
                </c:pt>
                <c:pt idx="380">
                  <c:v>-2.7978399999999999E-4</c:v>
                </c:pt>
                <c:pt idx="381">
                  <c:v>-2.6507400000000002E-4</c:v>
                </c:pt>
                <c:pt idx="382">
                  <c:v>-2.4499599999999998E-4</c:v>
                </c:pt>
                <c:pt idx="383">
                  <c:v>-2.1839099999999999E-4</c:v>
                </c:pt>
                <c:pt idx="384">
                  <c:v>-1.83828E-4</c:v>
                </c:pt>
                <c:pt idx="385">
                  <c:v>-1.3941299999999999E-4</c:v>
                </c:pt>
                <c:pt idx="386" formatCode="0.00E+00">
                  <c:v>-8.30134E-5</c:v>
                </c:pt>
                <c:pt idx="387">
                  <c:v>2.6715300000000001E-3</c:v>
                </c:pt>
                <c:pt idx="388">
                  <c:v>3.3314600000000001E-3</c:v>
                </c:pt>
                <c:pt idx="389">
                  <c:v>4.1159999999999999E-3</c:v>
                </c:pt>
                <c:pt idx="390">
                  <c:v>5.0439200000000003E-3</c:v>
                </c:pt>
                <c:pt idx="391">
                  <c:v>6.13584E-3</c:v>
                </c:pt>
                <c:pt idx="392">
                  <c:v>7.4144500000000004E-3</c:v>
                </c:pt>
                <c:pt idx="393">
                  <c:v>8.9047199999999996E-3</c:v>
                </c:pt>
                <c:pt idx="394">
                  <c:v>1.0633999999999999E-2</c:v>
                </c:pt>
                <c:pt idx="395">
                  <c:v>1.26325E-2</c:v>
                </c:pt>
                <c:pt idx="396">
                  <c:v>1.4933500000000001E-2</c:v>
                </c:pt>
                <c:pt idx="397">
                  <c:v>1.7573800000000001E-2</c:v>
                </c:pt>
                <c:pt idx="398">
                  <c:v>2.0594100000000001E-2</c:v>
                </c:pt>
                <c:pt idx="399">
                  <c:v>2.4039600000000001E-2</c:v>
                </c:pt>
                <c:pt idx="400">
                  <c:v>2.7960599999999999E-2</c:v>
                </c:pt>
                <c:pt idx="401">
                  <c:v>3.2412999999999997E-2</c:v>
                </c:pt>
                <c:pt idx="402">
                  <c:v>3.7459300000000001E-2</c:v>
                </c:pt>
                <c:pt idx="403">
                  <c:v>4.3168900000000003E-2</c:v>
                </c:pt>
                <c:pt idx="404">
                  <c:v>4.96196E-2</c:v>
                </c:pt>
                <c:pt idx="405">
                  <c:v>5.6897900000000001E-2</c:v>
                </c:pt>
                <c:pt idx="406">
                  <c:v>6.5100599999999995E-2</c:v>
                </c:pt>
                <c:pt idx="407">
                  <c:v>7.4335700000000005E-2</c:v>
                </c:pt>
                <c:pt idx="408">
                  <c:v>8.4723699999999999E-2</c:v>
                </c:pt>
                <c:pt idx="409">
                  <c:v>9.6398899999999996E-2</c:v>
                </c:pt>
                <c:pt idx="410">
                  <c:v>0.109511</c:v>
                </c:pt>
                <c:pt idx="411">
                  <c:v>0.12422800000000001</c:v>
                </c:pt>
                <c:pt idx="412">
                  <c:v>0.140733</c:v>
                </c:pt>
                <c:pt idx="413">
                  <c:v>0.15923399999999999</c:v>
                </c:pt>
                <c:pt idx="414">
                  <c:v>0.17995900000000001</c:v>
                </c:pt>
                <c:pt idx="415">
                  <c:v>0.20316000000000001</c:v>
                </c:pt>
                <c:pt idx="416">
                  <c:v>0.22911599999999999</c:v>
                </c:pt>
                <c:pt idx="417">
                  <c:v>0.25813399999999997</c:v>
                </c:pt>
                <c:pt idx="418">
                  <c:v>0.290549</c:v>
                </c:pt>
                <c:pt idx="419">
                  <c:v>0.32672800000000002</c:v>
                </c:pt>
                <c:pt idx="420">
                  <c:v>0.36706699999999998</c:v>
                </c:pt>
                <c:pt idx="421">
                  <c:v>0.40744999999999998</c:v>
                </c:pt>
                <c:pt idx="422">
                  <c:v>0.44391599999999998</c:v>
                </c:pt>
                <c:pt idx="423">
                  <c:v>0.47700399999999998</c:v>
                </c:pt>
                <c:pt idx="424">
                  <c:v>0.50716099999999997</c:v>
                </c:pt>
                <c:pt idx="425">
                  <c:v>0.53475600000000001</c:v>
                </c:pt>
                <c:pt idx="426">
                  <c:v>0.56010400000000005</c:v>
                </c:pt>
                <c:pt idx="427">
                  <c:v>0.58346699999999996</c:v>
                </c:pt>
                <c:pt idx="428">
                  <c:v>0.60507</c:v>
                </c:pt>
                <c:pt idx="429">
                  <c:v>0.62510600000000005</c:v>
                </c:pt>
                <c:pt idx="430">
                  <c:v>0.64373899999999995</c:v>
                </c:pt>
                <c:pt idx="431">
                  <c:v>0.66111200000000003</c:v>
                </c:pt>
                <c:pt idx="432">
                  <c:v>0.67735000000000001</c:v>
                </c:pt>
                <c:pt idx="433">
                  <c:v>0.69256099999999998</c:v>
                </c:pt>
                <c:pt idx="434">
                  <c:v>0.70684000000000002</c:v>
                </c:pt>
                <c:pt idx="435">
                  <c:v>0.72027099999999999</c:v>
                </c:pt>
                <c:pt idx="436">
                  <c:v>0.73292800000000002</c:v>
                </c:pt>
                <c:pt idx="437">
                  <c:v>0.74487700000000001</c:v>
                </c:pt>
                <c:pt idx="438">
                  <c:v>0.75617599999999996</c:v>
                </c:pt>
                <c:pt idx="439">
                  <c:v>0.76687700000000003</c:v>
                </c:pt>
                <c:pt idx="440">
                  <c:v>0.77702700000000002</c:v>
                </c:pt>
                <c:pt idx="441">
                  <c:v>0.78666800000000003</c:v>
                </c:pt>
                <c:pt idx="442">
                  <c:v>0.79583899999999996</c:v>
                </c:pt>
                <c:pt idx="443">
                  <c:v>0.80457199999999995</c:v>
                </c:pt>
                <c:pt idx="444">
                  <c:v>0.81289999999999996</c:v>
                </c:pt>
                <c:pt idx="445">
                  <c:v>0.820851</c:v>
                </c:pt>
                <c:pt idx="446">
                  <c:v>0.82844899999999999</c:v>
                </c:pt>
                <c:pt idx="447">
                  <c:v>0.83571799999999996</c:v>
                </c:pt>
                <c:pt idx="448">
                  <c:v>0.84268100000000001</c:v>
                </c:pt>
                <c:pt idx="449">
                  <c:v>0.84935499999999997</c:v>
                </c:pt>
                <c:pt idx="450">
                  <c:v>0.85575900000000005</c:v>
                </c:pt>
                <c:pt idx="451">
                  <c:v>0.86190999999999995</c:v>
                </c:pt>
                <c:pt idx="452">
                  <c:v>0.86782300000000001</c:v>
                </c:pt>
                <c:pt idx="453">
                  <c:v>0.87351100000000004</c:v>
                </c:pt>
                <c:pt idx="454">
                  <c:v>0.87898799999999999</c:v>
                </c:pt>
                <c:pt idx="455">
                  <c:v>0.88426499999999997</c:v>
                </c:pt>
                <c:pt idx="456">
                  <c:v>0.88935399999999998</c:v>
                </c:pt>
                <c:pt idx="457">
                  <c:v>0.89426499999999998</c:v>
                </c:pt>
                <c:pt idx="458">
                  <c:v>0.899007</c:v>
                </c:pt>
                <c:pt idx="459">
                  <c:v>0.90358899999999998</c:v>
                </c:pt>
                <c:pt idx="460">
                  <c:v>0.90801900000000002</c:v>
                </c:pt>
                <c:pt idx="461">
                  <c:v>0.91230599999999995</c:v>
                </c:pt>
                <c:pt idx="462">
                  <c:v>0.91645600000000005</c:v>
                </c:pt>
                <c:pt idx="463">
                  <c:v>0.92047599999999996</c:v>
                </c:pt>
                <c:pt idx="464">
                  <c:v>0.92437199999999997</c:v>
                </c:pt>
                <c:pt idx="465">
                  <c:v>0.92815099999999995</c:v>
                </c:pt>
                <c:pt idx="466">
                  <c:v>0.93181700000000001</c:v>
                </c:pt>
                <c:pt idx="467">
                  <c:v>0.93537599999999999</c:v>
                </c:pt>
                <c:pt idx="468">
                  <c:v>0.93883300000000003</c:v>
                </c:pt>
                <c:pt idx="469">
                  <c:v>0.94219200000000003</c:v>
                </c:pt>
                <c:pt idx="470">
                  <c:v>0.94545800000000002</c:v>
                </c:pt>
                <c:pt idx="471">
                  <c:v>0.94863399999999998</c:v>
                </c:pt>
                <c:pt idx="472">
                  <c:v>0.95172500000000004</c:v>
                </c:pt>
                <c:pt idx="473">
                  <c:v>0.954735</c:v>
                </c:pt>
                <c:pt idx="474">
                  <c:v>0.95766600000000002</c:v>
                </c:pt>
                <c:pt idx="475">
                  <c:v>0.96052099999999996</c:v>
                </c:pt>
                <c:pt idx="476">
                  <c:v>0.96330499999999997</c:v>
                </c:pt>
                <c:pt idx="477">
                  <c:v>0.96601899999999996</c:v>
                </c:pt>
                <c:pt idx="478">
                  <c:v>0.96866699999999994</c:v>
                </c:pt>
                <c:pt idx="479">
                  <c:v>0.97125099999999998</c:v>
                </c:pt>
                <c:pt idx="480">
                  <c:v>0.973773</c:v>
                </c:pt>
                <c:pt idx="481">
                  <c:v>0.97623700000000002</c:v>
                </c:pt>
                <c:pt idx="482">
                  <c:v>0.97864300000000004</c:v>
                </c:pt>
                <c:pt idx="483">
                  <c:v>0.98099499999999995</c:v>
                </c:pt>
                <c:pt idx="484">
                  <c:v>0.983294</c:v>
                </c:pt>
                <c:pt idx="485">
                  <c:v>0.98554200000000003</c:v>
                </c:pt>
                <c:pt idx="486">
                  <c:v>0.98774099999999998</c:v>
                </c:pt>
                <c:pt idx="487">
                  <c:v>0.98989300000000002</c:v>
                </c:pt>
                <c:pt idx="488">
                  <c:v>0.99199999999999999</c:v>
                </c:pt>
                <c:pt idx="489">
                  <c:v>0.994062</c:v>
                </c:pt>
                <c:pt idx="490">
                  <c:v>0.99608200000000002</c:v>
                </c:pt>
                <c:pt idx="491">
                  <c:v>0.99806099999999998</c:v>
                </c:pt>
              </c:numCache>
            </c:numRef>
          </c:xVal>
          <c:yVal>
            <c:numRef>
              <c:f>Sheet1!$C$2:$C$493</c:f>
              <c:numCache>
                <c:formatCode>General</c:formatCode>
                <c:ptCount val="492"/>
                <c:pt idx="0">
                  <c:v>-7.7501600000000004E-2</c:v>
                </c:pt>
                <c:pt idx="1">
                  <c:v>-1.8132300000000001E-2</c:v>
                </c:pt>
                <c:pt idx="2">
                  <c:v>8.2075800000000008E-3</c:v>
                </c:pt>
                <c:pt idx="3">
                  <c:v>1.34541E-2</c:v>
                </c:pt>
                <c:pt idx="4">
                  <c:v>2.4984200000000002E-2</c:v>
                </c:pt>
                <c:pt idx="5">
                  <c:v>3.2194899999999999E-2</c:v>
                </c:pt>
                <c:pt idx="6">
                  <c:v>4.1013800000000003E-2</c:v>
                </c:pt>
                <c:pt idx="7">
                  <c:v>4.8106799999999998E-2</c:v>
                </c:pt>
                <c:pt idx="8">
                  <c:v>5.54534E-2</c:v>
                </c:pt>
                <c:pt idx="9">
                  <c:v>6.1992400000000003E-2</c:v>
                </c:pt>
                <c:pt idx="10">
                  <c:v>6.8496399999999999E-2</c:v>
                </c:pt>
                <c:pt idx="11">
                  <c:v>7.4577900000000003E-2</c:v>
                </c:pt>
                <c:pt idx="12">
                  <c:v>8.0547099999999996E-2</c:v>
                </c:pt>
                <c:pt idx="13">
                  <c:v>8.6255299999999993E-2</c:v>
                </c:pt>
                <c:pt idx="14">
                  <c:v>9.1839100000000007E-2</c:v>
                </c:pt>
                <c:pt idx="15">
                  <c:v>9.7244300000000006E-2</c:v>
                </c:pt>
                <c:pt idx="16">
                  <c:v>0.102537</c:v>
                </c:pt>
                <c:pt idx="17">
                  <c:v>0.10770100000000001</c:v>
                </c:pt>
                <c:pt idx="18">
                  <c:v>0.11277</c:v>
                </c:pt>
                <c:pt idx="19">
                  <c:v>0.117742</c:v>
                </c:pt>
                <c:pt idx="20">
                  <c:v>0.122637</c:v>
                </c:pt>
                <c:pt idx="21">
                  <c:v>0.12745899999999999</c:v>
                </c:pt>
                <c:pt idx="22">
                  <c:v>0.13222100000000001</c:v>
                </c:pt>
                <c:pt idx="23">
                  <c:v>0.13692699999999999</c:v>
                </c:pt>
                <c:pt idx="24">
                  <c:v>0.14158799999999999</c:v>
                </c:pt>
                <c:pt idx="25">
                  <c:v>0.146208</c:v>
                </c:pt>
                <c:pt idx="26">
                  <c:v>0.15079500000000001</c:v>
                </c:pt>
                <c:pt idx="27">
                  <c:v>0.15535299999999999</c:v>
                </c:pt>
                <c:pt idx="28">
                  <c:v>0.15989100000000001</c:v>
                </c:pt>
                <c:pt idx="29">
                  <c:v>0.164411</c:v>
                </c:pt>
                <c:pt idx="30">
                  <c:v>0.16891900000000001</c:v>
                </c:pt>
                <c:pt idx="31">
                  <c:v>0.17342099999999999</c:v>
                </c:pt>
                <c:pt idx="32">
                  <c:v>0.177921</c:v>
                </c:pt>
                <c:pt idx="33">
                  <c:v>0.182424</c:v>
                </c:pt>
                <c:pt idx="34">
                  <c:v>0.18693399999999999</c:v>
                </c:pt>
                <c:pt idx="35">
                  <c:v>0.19145499999999999</c:v>
                </c:pt>
                <c:pt idx="36">
                  <c:v>0.195993</c:v>
                </c:pt>
                <c:pt idx="37">
                  <c:v>0.20055000000000001</c:v>
                </c:pt>
                <c:pt idx="38">
                  <c:v>0.20513200000000001</c:v>
                </c:pt>
                <c:pt idx="39">
                  <c:v>0.20974300000000001</c:v>
                </c:pt>
                <c:pt idx="40">
                  <c:v>0.21438699999999999</c:v>
                </c:pt>
                <c:pt idx="41">
                  <c:v>0.21906900000000001</c:v>
                </c:pt>
                <c:pt idx="42">
                  <c:v>0.22379399999999999</c:v>
                </c:pt>
                <c:pt idx="43">
                  <c:v>0.22856599999999999</c:v>
                </c:pt>
                <c:pt idx="44">
                  <c:v>0.23338900000000001</c:v>
                </c:pt>
                <c:pt idx="45">
                  <c:v>0.23827000000000001</c:v>
                </c:pt>
                <c:pt idx="46">
                  <c:v>0.24321300000000001</c:v>
                </c:pt>
                <c:pt idx="47">
                  <c:v>0.248225</c:v>
                </c:pt>
                <c:pt idx="48">
                  <c:v>0.25330999999999998</c:v>
                </c:pt>
                <c:pt idx="49">
                  <c:v>0.25847500000000001</c:v>
                </c:pt>
                <c:pt idx="50">
                  <c:v>0.26372899999999999</c:v>
                </c:pt>
                <c:pt idx="51">
                  <c:v>0.26907599999999998</c:v>
                </c:pt>
                <c:pt idx="52">
                  <c:v>0.27452700000000002</c:v>
                </c:pt>
                <c:pt idx="53">
                  <c:v>0.28009000000000001</c:v>
                </c:pt>
                <c:pt idx="54">
                  <c:v>0.285775</c:v>
                </c:pt>
                <c:pt idx="55">
                  <c:v>0.29159299999999999</c:v>
                </c:pt>
                <c:pt idx="56">
                  <c:v>0.29755799999999999</c:v>
                </c:pt>
                <c:pt idx="57">
                  <c:v>0.30368400000000001</c:v>
                </c:pt>
                <c:pt idx="58">
                  <c:v>0.30998799999999999</c:v>
                </c:pt>
                <c:pt idx="59">
                  <c:v>0.31648999999999999</c:v>
                </c:pt>
                <c:pt idx="60">
                  <c:v>0.32321699999999998</c:v>
                </c:pt>
                <c:pt idx="61">
                  <c:v>0.33019100000000001</c:v>
                </c:pt>
                <c:pt idx="62">
                  <c:v>0.33745700000000001</c:v>
                </c:pt>
                <c:pt idx="63">
                  <c:v>0.34504400000000002</c:v>
                </c:pt>
                <c:pt idx="64">
                  <c:v>0.35302800000000001</c:v>
                </c:pt>
                <c:pt idx="65">
                  <c:v>0.36144500000000002</c:v>
                </c:pt>
                <c:pt idx="66">
                  <c:v>0.37043900000000002</c:v>
                </c:pt>
                <c:pt idx="67">
                  <c:v>0.38003199999999998</c:v>
                </c:pt>
                <c:pt idx="68">
                  <c:v>0.39055200000000001</c:v>
                </c:pt>
                <c:pt idx="69">
                  <c:v>0.40187899999999999</c:v>
                </c:pt>
                <c:pt idx="70">
                  <c:v>0.41506199999999999</c:v>
                </c:pt>
                <c:pt idx="71">
                  <c:v>0.42798700000000001</c:v>
                </c:pt>
                <c:pt idx="72">
                  <c:v>0.44899</c:v>
                </c:pt>
                <c:pt idx="73">
                  <c:v>0.47294199999999997</c:v>
                </c:pt>
                <c:pt idx="74">
                  <c:v>0.49313400000000002</c:v>
                </c:pt>
                <c:pt idx="75">
                  <c:v>0.51816899999999999</c:v>
                </c:pt>
                <c:pt idx="76">
                  <c:v>0.54313699999999998</c:v>
                </c:pt>
                <c:pt idx="77">
                  <c:v>0.56778300000000004</c:v>
                </c:pt>
                <c:pt idx="78">
                  <c:v>0.59454899999999999</c:v>
                </c:pt>
                <c:pt idx="79">
                  <c:v>0.62175999999999998</c:v>
                </c:pt>
                <c:pt idx="80">
                  <c:v>0.65090800000000004</c:v>
                </c:pt>
                <c:pt idx="81">
                  <c:v>0.68135999999999997</c:v>
                </c:pt>
                <c:pt idx="82">
                  <c:v>0.71348</c:v>
                </c:pt>
                <c:pt idx="83">
                  <c:v>0.74682400000000004</c:v>
                </c:pt>
                <c:pt idx="84">
                  <c:v>0.78126700000000004</c:v>
                </c:pt>
                <c:pt idx="85">
                  <c:v>0.81625700000000001</c:v>
                </c:pt>
                <c:pt idx="86">
                  <c:v>0.85128000000000004</c:v>
                </c:pt>
                <c:pt idx="87">
                  <c:v>0.885521</c:v>
                </c:pt>
                <c:pt idx="88">
                  <c:v>0.91803500000000005</c:v>
                </c:pt>
                <c:pt idx="89">
                  <c:v>0.94755199999999995</c:v>
                </c:pt>
                <c:pt idx="90">
                  <c:v>0.97253500000000004</c:v>
                </c:pt>
                <c:pt idx="91">
                  <c:v>0.99102999999999997</c:v>
                </c:pt>
                <c:pt idx="92">
                  <c:v>1.00064</c:v>
                </c:pt>
                <c:pt idx="93">
                  <c:v>0.99844299999999997</c:v>
                </c:pt>
                <c:pt idx="94">
                  <c:v>0.98092699999999999</c:v>
                </c:pt>
                <c:pt idx="95">
                  <c:v>0.94395600000000002</c:v>
                </c:pt>
                <c:pt idx="96">
                  <c:v>0.88283</c:v>
                </c:pt>
                <c:pt idx="97">
                  <c:v>0.79236600000000001</c:v>
                </c:pt>
                <c:pt idx="98">
                  <c:v>0.66722199999999998</c:v>
                </c:pt>
                <c:pt idx="99">
                  <c:v>0.502332</c:v>
                </c:pt>
                <c:pt idx="100">
                  <c:v>0.29348999999999997</c:v>
                </c:pt>
                <c:pt idx="101">
                  <c:v>3.8393200000000002E-2</c:v>
                </c:pt>
                <c:pt idx="102">
                  <c:v>-0.26289299999999999</c:v>
                </c:pt>
                <c:pt idx="103">
                  <c:v>-0.60680800000000001</c:v>
                </c:pt>
                <c:pt idx="104">
                  <c:v>-0.98661600000000005</c:v>
                </c:pt>
                <c:pt idx="105">
                  <c:v>-1.3921300000000001</c:v>
                </c:pt>
                <c:pt idx="106">
                  <c:v>-1.81132</c:v>
                </c:pt>
                <c:pt idx="107">
                  <c:v>-2.2319900000000001</c:v>
                </c:pt>
                <c:pt idx="108">
                  <c:v>-2.64229</c:v>
                </c:pt>
                <c:pt idx="109">
                  <c:v>-3.0331299999999999</c:v>
                </c:pt>
                <c:pt idx="110">
                  <c:v>-3.3974000000000002</c:v>
                </c:pt>
                <c:pt idx="111">
                  <c:v>-3.7322899999999999</c:v>
                </c:pt>
                <c:pt idx="112">
                  <c:v>-4.0355400000000001</c:v>
                </c:pt>
                <c:pt idx="113">
                  <c:v>-4.3072299999999997</c:v>
                </c:pt>
                <c:pt idx="114">
                  <c:v>-4.5502900000000004</c:v>
                </c:pt>
                <c:pt idx="115">
                  <c:v>-4.7671000000000001</c:v>
                </c:pt>
                <c:pt idx="116">
                  <c:v>-4.9596999999999998</c:v>
                </c:pt>
                <c:pt idx="117">
                  <c:v>-5.1304400000000001</c:v>
                </c:pt>
                <c:pt idx="118">
                  <c:v>-5.2848199999999999</c:v>
                </c:pt>
                <c:pt idx="119">
                  <c:v>-5.4230499999999999</c:v>
                </c:pt>
                <c:pt idx="120">
                  <c:v>-5.5476999999999999</c:v>
                </c:pt>
                <c:pt idx="121">
                  <c:v>-5.6612400000000003</c:v>
                </c:pt>
                <c:pt idx="122">
                  <c:v>-5.76302</c:v>
                </c:pt>
                <c:pt idx="123">
                  <c:v>-5.8563700000000001</c:v>
                </c:pt>
                <c:pt idx="124">
                  <c:v>-5.9431599999999998</c:v>
                </c:pt>
                <c:pt idx="125">
                  <c:v>-6.0229900000000001</c:v>
                </c:pt>
                <c:pt idx="126">
                  <c:v>-6.0968600000000004</c:v>
                </c:pt>
                <c:pt idx="127">
                  <c:v>-6.1684200000000002</c:v>
                </c:pt>
                <c:pt idx="128">
                  <c:v>-6.2363400000000002</c:v>
                </c:pt>
                <c:pt idx="129">
                  <c:v>-6.3009199999999996</c:v>
                </c:pt>
                <c:pt idx="130">
                  <c:v>-6.3646599999999998</c:v>
                </c:pt>
                <c:pt idx="131">
                  <c:v>-6.4275799999999998</c:v>
                </c:pt>
                <c:pt idx="132">
                  <c:v>-6.48996</c:v>
                </c:pt>
                <c:pt idx="133">
                  <c:v>-6.5522799999999997</c:v>
                </c:pt>
                <c:pt idx="134">
                  <c:v>-6.6153700000000004</c:v>
                </c:pt>
                <c:pt idx="135">
                  <c:v>-6.6775399999999996</c:v>
                </c:pt>
                <c:pt idx="136">
                  <c:v>-6.7402600000000001</c:v>
                </c:pt>
                <c:pt idx="137">
                  <c:v>-6.8023300000000004</c:v>
                </c:pt>
                <c:pt idx="138">
                  <c:v>-6.8657300000000001</c:v>
                </c:pt>
                <c:pt idx="139">
                  <c:v>-6.9264799999999997</c:v>
                </c:pt>
                <c:pt idx="140">
                  <c:v>-6.9850399999999997</c:v>
                </c:pt>
                <c:pt idx="141">
                  <c:v>-6.9034399999999998</c:v>
                </c:pt>
                <c:pt idx="142">
                  <c:v>-6.7711800000000002</c:v>
                </c:pt>
                <c:pt idx="143">
                  <c:v>-6.6146399999999996</c:v>
                </c:pt>
                <c:pt idx="144">
                  <c:v>-6.4365600000000001</c:v>
                </c:pt>
                <c:pt idx="145">
                  <c:v>-6.2391699999999997</c:v>
                </c:pt>
                <c:pt idx="146">
                  <c:v>-6.0268499999999996</c:v>
                </c:pt>
                <c:pt idx="147">
                  <c:v>-5.80314</c:v>
                </c:pt>
                <c:pt idx="148">
                  <c:v>-5.57219</c:v>
                </c:pt>
                <c:pt idx="149">
                  <c:v>-5.3379300000000001</c:v>
                </c:pt>
                <c:pt idx="150">
                  <c:v>-5.1034899999999999</c:v>
                </c:pt>
                <c:pt idx="151">
                  <c:v>-4.8719299999999999</c:v>
                </c:pt>
                <c:pt idx="152">
                  <c:v>-4.6456200000000001</c:v>
                </c:pt>
                <c:pt idx="153">
                  <c:v>-4.4263000000000003</c:v>
                </c:pt>
                <c:pt idx="154">
                  <c:v>-4.2151899999999998</c:v>
                </c:pt>
                <c:pt idx="155">
                  <c:v>-4.0132500000000002</c:v>
                </c:pt>
                <c:pt idx="156">
                  <c:v>-3.82091</c:v>
                </c:pt>
                <c:pt idx="157">
                  <c:v>-3.6382500000000002</c:v>
                </c:pt>
                <c:pt idx="158">
                  <c:v>-3.46516</c:v>
                </c:pt>
                <c:pt idx="159">
                  <c:v>-3.3012999999999999</c:v>
                </c:pt>
                <c:pt idx="160">
                  <c:v>-3.1461600000000001</c:v>
                </c:pt>
                <c:pt idx="161">
                  <c:v>-2.9990999999999999</c:v>
                </c:pt>
                <c:pt idx="162">
                  <c:v>-2.8593299999999999</c:v>
                </c:pt>
                <c:pt idx="163">
                  <c:v>-2.72601</c:v>
                </c:pt>
                <c:pt idx="164">
                  <c:v>-2.5981399999999999</c:v>
                </c:pt>
                <c:pt idx="165">
                  <c:v>-2.4747499999999998</c:v>
                </c:pt>
                <c:pt idx="166">
                  <c:v>-2.35459</c:v>
                </c:pt>
                <c:pt idx="167">
                  <c:v>-2.23658</c:v>
                </c:pt>
                <c:pt idx="168">
                  <c:v>-2.1190699999999998</c:v>
                </c:pt>
                <c:pt idx="169">
                  <c:v>-2.0009000000000001</c:v>
                </c:pt>
                <c:pt idx="170">
                  <c:v>-1.8796299999999999</c:v>
                </c:pt>
                <c:pt idx="171">
                  <c:v>-1.75474</c:v>
                </c:pt>
                <c:pt idx="172">
                  <c:v>-1.62113</c:v>
                </c:pt>
                <c:pt idx="173">
                  <c:v>-1.4814499999999999</c:v>
                </c:pt>
                <c:pt idx="174">
                  <c:v>-1.3368100000000001</c:v>
                </c:pt>
                <c:pt idx="175">
                  <c:v>-1.1859299999999999</c:v>
                </c:pt>
                <c:pt idx="176">
                  <c:v>-1.0469999999999999</c:v>
                </c:pt>
                <c:pt idx="177">
                  <c:v>-0.94076099999999996</c:v>
                </c:pt>
                <c:pt idx="178">
                  <c:v>-0.85214800000000002</c:v>
                </c:pt>
                <c:pt idx="179">
                  <c:v>-0.77323200000000003</c:v>
                </c:pt>
                <c:pt idx="180">
                  <c:v>-0.70289400000000002</c:v>
                </c:pt>
                <c:pt idx="181">
                  <c:v>-0.63971800000000001</c:v>
                </c:pt>
                <c:pt idx="182">
                  <c:v>-0.58248900000000003</c:v>
                </c:pt>
                <c:pt idx="183">
                  <c:v>-0.53063400000000005</c:v>
                </c:pt>
                <c:pt idx="184">
                  <c:v>-0.48355199999999998</c:v>
                </c:pt>
                <c:pt idx="185">
                  <c:v>-0.44093700000000002</c:v>
                </c:pt>
                <c:pt idx="186">
                  <c:v>-0.40246799999999999</c:v>
                </c:pt>
                <c:pt idx="187">
                  <c:v>-0.36793500000000001</c:v>
                </c:pt>
                <c:pt idx="188">
                  <c:v>-0.33710400000000001</c:v>
                </c:pt>
                <c:pt idx="189">
                  <c:v>-0.30976599999999999</c:v>
                </c:pt>
                <c:pt idx="190">
                  <c:v>-0.28568300000000002</c:v>
                </c:pt>
                <c:pt idx="191">
                  <c:v>-0.26461200000000001</c:v>
                </c:pt>
                <c:pt idx="192">
                  <c:v>-0.24628800000000001</c:v>
                </c:pt>
                <c:pt idx="193">
                  <c:v>-0.23044400000000001</c:v>
                </c:pt>
                <c:pt idx="194">
                  <c:v>-0.216803</c:v>
                </c:pt>
                <c:pt idx="195">
                  <c:v>-0.20510300000000001</c:v>
                </c:pt>
                <c:pt idx="196">
                  <c:v>-0.19508600000000001</c:v>
                </c:pt>
                <c:pt idx="197">
                  <c:v>-0.18651799999999999</c:v>
                </c:pt>
                <c:pt idx="198">
                  <c:v>-0.17918500000000001</c:v>
                </c:pt>
                <c:pt idx="199">
                  <c:v>-0.172898</c:v>
                </c:pt>
                <c:pt idx="200">
                  <c:v>-0.167491</c:v>
                </c:pt>
                <c:pt idx="201">
                  <c:v>-0.162823</c:v>
                </c:pt>
                <c:pt idx="202">
                  <c:v>-0.158774</c:v>
                </c:pt>
                <c:pt idx="203">
                  <c:v>-0.15524299999999999</c:v>
                </c:pt>
                <c:pt idx="204">
                  <c:v>-0.152147</c:v>
                </c:pt>
                <c:pt idx="205">
                  <c:v>-0.14941699999999999</c:v>
                </c:pt>
                <c:pt idx="206">
                  <c:v>-0.14699499999999999</c:v>
                </c:pt>
                <c:pt idx="207">
                  <c:v>-0.14483399999999999</c:v>
                </c:pt>
                <c:pt idx="208">
                  <c:v>-0.142896</c:v>
                </c:pt>
                <c:pt idx="209">
                  <c:v>-0.141149</c:v>
                </c:pt>
                <c:pt idx="210">
                  <c:v>-0.139569</c:v>
                </c:pt>
                <c:pt idx="211">
                  <c:v>-0.13813500000000001</c:v>
                </c:pt>
                <c:pt idx="212">
                  <c:v>-0.13683300000000001</c:v>
                </c:pt>
                <c:pt idx="213">
                  <c:v>-0.13564999999999999</c:v>
                </c:pt>
                <c:pt idx="214">
                  <c:v>-0.134579</c:v>
                </c:pt>
                <c:pt idx="215">
                  <c:v>-0.13361200000000001</c:v>
                </c:pt>
                <c:pt idx="216">
                  <c:v>-0.132743</c:v>
                </c:pt>
                <c:pt idx="217">
                  <c:v>-0.131969</c:v>
                </c:pt>
                <c:pt idx="218">
                  <c:v>-0.13128400000000001</c:v>
                </c:pt>
                <c:pt idx="219">
                  <c:v>-0.13068199999999999</c:v>
                </c:pt>
                <c:pt idx="220">
                  <c:v>-0.13015599999999999</c:v>
                </c:pt>
                <c:pt idx="221">
                  <c:v>-0.12970000000000001</c:v>
                </c:pt>
                <c:pt idx="222">
                  <c:v>-0.129302</c:v>
                </c:pt>
                <c:pt idx="223">
                  <c:v>-0.12895499999999999</c:v>
                </c:pt>
                <c:pt idx="224">
                  <c:v>-0.12864200000000001</c:v>
                </c:pt>
                <c:pt idx="225">
                  <c:v>-0.12835299999999999</c:v>
                </c:pt>
                <c:pt idx="226">
                  <c:v>-0.12806600000000001</c:v>
                </c:pt>
                <c:pt idx="227">
                  <c:v>-0.12776499999999999</c:v>
                </c:pt>
                <c:pt idx="228">
                  <c:v>-0.12742300000000001</c:v>
                </c:pt>
                <c:pt idx="229">
                  <c:v>-0.12701499999999999</c:v>
                </c:pt>
                <c:pt idx="230">
                  <c:v>-0.12650700000000001</c:v>
                </c:pt>
                <c:pt idx="231">
                  <c:v>-0.12586700000000001</c:v>
                </c:pt>
                <c:pt idx="232">
                  <c:v>-0.125056</c:v>
                </c:pt>
                <c:pt idx="233">
                  <c:v>-0.124029</c:v>
                </c:pt>
                <c:pt idx="234">
                  <c:v>-0.122767</c:v>
                </c:pt>
                <c:pt idx="235">
                  <c:v>-0.121185</c:v>
                </c:pt>
                <c:pt idx="236">
                  <c:v>-0.119349</c:v>
                </c:pt>
                <c:pt idx="237">
                  <c:v>-0.11706800000000001</c:v>
                </c:pt>
                <c:pt idx="238">
                  <c:v>-0.114663</c:v>
                </c:pt>
                <c:pt idx="239">
                  <c:v>-0.11158899999999999</c:v>
                </c:pt>
                <c:pt idx="240">
                  <c:v>-0.10892</c:v>
                </c:pt>
                <c:pt idx="241">
                  <c:v>-0.10496900000000001</c:v>
                </c:pt>
                <c:pt idx="242">
                  <c:v>-0.102976</c:v>
                </c:pt>
                <c:pt idx="243">
                  <c:v>-9.7917599999999994E-2</c:v>
                </c:pt>
                <c:pt idx="244">
                  <c:v>-9.3203999999999995E-2</c:v>
                </c:pt>
                <c:pt idx="245">
                  <c:v>-8.5066799999999998E-2</c:v>
                </c:pt>
                <c:pt idx="246">
                  <c:v>-7.7502100000000004E-2</c:v>
                </c:pt>
                <c:pt idx="247">
                  <c:v>-1.8132599999999999E-2</c:v>
                </c:pt>
                <c:pt idx="248">
                  <c:v>8.2072199999999994E-3</c:v>
                </c:pt>
                <c:pt idx="249">
                  <c:v>1.34538E-2</c:v>
                </c:pt>
                <c:pt idx="250">
                  <c:v>2.49838E-2</c:v>
                </c:pt>
                <c:pt idx="251">
                  <c:v>3.2194599999999997E-2</c:v>
                </c:pt>
                <c:pt idx="252">
                  <c:v>4.1013500000000001E-2</c:v>
                </c:pt>
                <c:pt idx="253">
                  <c:v>4.8106500000000003E-2</c:v>
                </c:pt>
                <c:pt idx="254">
                  <c:v>5.5453099999999998E-2</c:v>
                </c:pt>
                <c:pt idx="255">
                  <c:v>6.1992100000000001E-2</c:v>
                </c:pt>
                <c:pt idx="256">
                  <c:v>6.8496100000000004E-2</c:v>
                </c:pt>
                <c:pt idx="257">
                  <c:v>7.4577599999999994E-2</c:v>
                </c:pt>
                <c:pt idx="258">
                  <c:v>8.0546900000000005E-2</c:v>
                </c:pt>
                <c:pt idx="259">
                  <c:v>8.6254999999999998E-2</c:v>
                </c:pt>
                <c:pt idx="260">
                  <c:v>9.1838799999999998E-2</c:v>
                </c:pt>
                <c:pt idx="261">
                  <c:v>9.7243999999999997E-2</c:v>
                </c:pt>
                <c:pt idx="262">
                  <c:v>0.102537</c:v>
                </c:pt>
                <c:pt idx="263">
                  <c:v>0.1077</c:v>
                </c:pt>
                <c:pt idx="264">
                  <c:v>0.11276899999999999</c:v>
                </c:pt>
                <c:pt idx="265">
                  <c:v>0.117742</c:v>
                </c:pt>
                <c:pt idx="266">
                  <c:v>0.122637</c:v>
                </c:pt>
                <c:pt idx="267">
                  <c:v>0.12745899999999999</c:v>
                </c:pt>
                <c:pt idx="268">
                  <c:v>0.13222100000000001</c:v>
                </c:pt>
                <c:pt idx="269">
                  <c:v>0.13692699999999999</c:v>
                </c:pt>
                <c:pt idx="270">
                  <c:v>0.14158799999999999</c:v>
                </c:pt>
                <c:pt idx="271">
                  <c:v>0.146208</c:v>
                </c:pt>
                <c:pt idx="272">
                  <c:v>0.15079400000000001</c:v>
                </c:pt>
                <c:pt idx="273">
                  <c:v>0.15535299999999999</c:v>
                </c:pt>
                <c:pt idx="274">
                  <c:v>0.15989</c:v>
                </c:pt>
                <c:pt idx="275">
                  <c:v>0.16441</c:v>
                </c:pt>
                <c:pt idx="276">
                  <c:v>0.16891900000000001</c:v>
                </c:pt>
                <c:pt idx="277">
                  <c:v>0.17342099999999999</c:v>
                </c:pt>
                <c:pt idx="278">
                  <c:v>0.177921</c:v>
                </c:pt>
                <c:pt idx="279">
                  <c:v>0.182424</c:v>
                </c:pt>
                <c:pt idx="280">
                  <c:v>0.18693399999999999</c:v>
                </c:pt>
                <c:pt idx="281">
                  <c:v>0.19145499999999999</c:v>
                </c:pt>
                <c:pt idx="282">
                  <c:v>0.195992</c:v>
                </c:pt>
                <c:pt idx="283">
                  <c:v>0.20055000000000001</c:v>
                </c:pt>
                <c:pt idx="284">
                  <c:v>0.20513200000000001</c:v>
                </c:pt>
                <c:pt idx="285">
                  <c:v>0.20974300000000001</c:v>
                </c:pt>
                <c:pt idx="286">
                  <c:v>0.21438699999999999</c:v>
                </c:pt>
                <c:pt idx="287">
                  <c:v>0.21906900000000001</c:v>
                </c:pt>
                <c:pt idx="288">
                  <c:v>0.22379399999999999</c:v>
                </c:pt>
                <c:pt idx="289">
                  <c:v>0.22856499999999999</c:v>
                </c:pt>
                <c:pt idx="290">
                  <c:v>0.23338900000000001</c:v>
                </c:pt>
                <c:pt idx="291">
                  <c:v>0.23827000000000001</c:v>
                </c:pt>
                <c:pt idx="292">
                  <c:v>0.24321300000000001</c:v>
                </c:pt>
                <c:pt idx="293">
                  <c:v>0.248224</c:v>
                </c:pt>
                <c:pt idx="294">
                  <c:v>0.25330999999999998</c:v>
                </c:pt>
                <c:pt idx="295">
                  <c:v>0.25847500000000001</c:v>
                </c:pt>
                <c:pt idx="296">
                  <c:v>0.26372800000000002</c:v>
                </c:pt>
                <c:pt idx="297">
                  <c:v>0.26907599999999998</c:v>
                </c:pt>
                <c:pt idx="298">
                  <c:v>0.27452700000000002</c:v>
                </c:pt>
                <c:pt idx="299">
                  <c:v>0.28009000000000001</c:v>
                </c:pt>
                <c:pt idx="300">
                  <c:v>0.285775</c:v>
                </c:pt>
                <c:pt idx="301">
                  <c:v>0.29159299999999999</c:v>
                </c:pt>
                <c:pt idx="302">
                  <c:v>0.29755799999999999</c:v>
                </c:pt>
                <c:pt idx="303">
                  <c:v>0.30368400000000001</c:v>
                </c:pt>
                <c:pt idx="304">
                  <c:v>0.30998799999999999</c:v>
                </c:pt>
                <c:pt idx="305">
                  <c:v>0.31648999999999999</c:v>
                </c:pt>
                <c:pt idx="306">
                  <c:v>0.323216</c:v>
                </c:pt>
                <c:pt idx="307">
                  <c:v>0.33019100000000001</c:v>
                </c:pt>
                <c:pt idx="308">
                  <c:v>0.33745599999999998</c:v>
                </c:pt>
                <c:pt idx="309">
                  <c:v>0.34504400000000002</c:v>
                </c:pt>
                <c:pt idx="310">
                  <c:v>0.35302800000000001</c:v>
                </c:pt>
                <c:pt idx="311">
                  <c:v>0.36144500000000002</c:v>
                </c:pt>
                <c:pt idx="312">
                  <c:v>0.37043900000000002</c:v>
                </c:pt>
                <c:pt idx="313">
                  <c:v>0.38003199999999998</c:v>
                </c:pt>
                <c:pt idx="314">
                  <c:v>0.39055200000000001</c:v>
                </c:pt>
                <c:pt idx="315">
                  <c:v>0.40187899999999999</c:v>
                </c:pt>
                <c:pt idx="316">
                  <c:v>0.41506199999999999</c:v>
                </c:pt>
                <c:pt idx="317">
                  <c:v>0.42798700000000001</c:v>
                </c:pt>
                <c:pt idx="318">
                  <c:v>0.44899</c:v>
                </c:pt>
                <c:pt idx="319">
                  <c:v>0.47294199999999997</c:v>
                </c:pt>
                <c:pt idx="320">
                  <c:v>0.49313400000000002</c:v>
                </c:pt>
                <c:pt idx="321">
                  <c:v>0.51816899999999999</c:v>
                </c:pt>
                <c:pt idx="322">
                  <c:v>0.54313699999999998</c:v>
                </c:pt>
                <c:pt idx="323">
                  <c:v>0.56778300000000004</c:v>
                </c:pt>
                <c:pt idx="324">
                  <c:v>0.59454899999999999</c:v>
                </c:pt>
                <c:pt idx="325">
                  <c:v>0.62175999999999998</c:v>
                </c:pt>
                <c:pt idx="326">
                  <c:v>0.65090800000000004</c:v>
                </c:pt>
                <c:pt idx="327">
                  <c:v>0.68135999999999997</c:v>
                </c:pt>
                <c:pt idx="328">
                  <c:v>0.71347899999999997</c:v>
                </c:pt>
                <c:pt idx="329">
                  <c:v>0.74682400000000004</c:v>
                </c:pt>
                <c:pt idx="330">
                  <c:v>0.78126700000000004</c:v>
                </c:pt>
                <c:pt idx="331">
                  <c:v>0.81625599999999998</c:v>
                </c:pt>
                <c:pt idx="332">
                  <c:v>0.85128000000000004</c:v>
                </c:pt>
                <c:pt idx="333">
                  <c:v>0.885521</c:v>
                </c:pt>
                <c:pt idx="334">
                  <c:v>0.91803400000000002</c:v>
                </c:pt>
                <c:pt idx="335">
                  <c:v>0.94755199999999995</c:v>
                </c:pt>
                <c:pt idx="336">
                  <c:v>0.97253500000000004</c:v>
                </c:pt>
                <c:pt idx="337">
                  <c:v>0.99102999999999997</c:v>
                </c:pt>
                <c:pt idx="338">
                  <c:v>1.00064</c:v>
                </c:pt>
                <c:pt idx="339">
                  <c:v>0.99844299999999997</c:v>
                </c:pt>
                <c:pt idx="340">
                  <c:v>0.98092699999999999</c:v>
                </c:pt>
                <c:pt idx="341">
                  <c:v>0.94395600000000002</c:v>
                </c:pt>
                <c:pt idx="342">
                  <c:v>0.88283</c:v>
                </c:pt>
                <c:pt idx="343">
                  <c:v>0.79236600000000001</c:v>
                </c:pt>
                <c:pt idx="344">
                  <c:v>0.66722199999999998</c:v>
                </c:pt>
                <c:pt idx="345">
                  <c:v>0.502332</c:v>
                </c:pt>
                <c:pt idx="346">
                  <c:v>0.29348999999999997</c:v>
                </c:pt>
                <c:pt idx="347">
                  <c:v>3.8393200000000002E-2</c:v>
                </c:pt>
                <c:pt idx="348">
                  <c:v>-0.26289299999999999</c:v>
                </c:pt>
                <c:pt idx="349">
                  <c:v>-0.60680800000000001</c:v>
                </c:pt>
                <c:pt idx="350">
                  <c:v>-0.98661600000000005</c:v>
                </c:pt>
                <c:pt idx="351">
                  <c:v>-1.3921300000000001</c:v>
                </c:pt>
                <c:pt idx="352">
                  <c:v>-1.81132</c:v>
                </c:pt>
                <c:pt idx="353">
                  <c:v>-2.2319900000000001</c:v>
                </c:pt>
                <c:pt idx="354">
                  <c:v>-2.64229</c:v>
                </c:pt>
                <c:pt idx="355">
                  <c:v>-3.0331299999999999</c:v>
                </c:pt>
                <c:pt idx="356">
                  <c:v>-3.3974000000000002</c:v>
                </c:pt>
                <c:pt idx="357">
                  <c:v>-3.7322899999999999</c:v>
                </c:pt>
                <c:pt idx="358">
                  <c:v>-4.0355400000000001</c:v>
                </c:pt>
                <c:pt idx="359">
                  <c:v>-4.3072299999999997</c:v>
                </c:pt>
                <c:pt idx="360">
                  <c:v>-4.5502900000000004</c:v>
                </c:pt>
                <c:pt idx="361">
                  <c:v>-4.7671099999999997</c:v>
                </c:pt>
                <c:pt idx="362">
                  <c:v>-4.9596999999999998</c:v>
                </c:pt>
                <c:pt idx="363">
                  <c:v>-5.1304400000000001</c:v>
                </c:pt>
                <c:pt idx="364">
                  <c:v>-5.2848199999999999</c:v>
                </c:pt>
                <c:pt idx="365">
                  <c:v>-5.4230499999999999</c:v>
                </c:pt>
                <c:pt idx="366">
                  <c:v>-5.5476999999999999</c:v>
                </c:pt>
                <c:pt idx="367">
                  <c:v>-5.6612400000000003</c:v>
                </c:pt>
                <c:pt idx="368">
                  <c:v>-5.76302</c:v>
                </c:pt>
                <c:pt idx="369">
                  <c:v>-5.8563700000000001</c:v>
                </c:pt>
                <c:pt idx="370">
                  <c:v>-5.9431599999999998</c:v>
                </c:pt>
                <c:pt idx="371">
                  <c:v>-6.0229900000000001</c:v>
                </c:pt>
                <c:pt idx="372">
                  <c:v>-6.0968600000000004</c:v>
                </c:pt>
                <c:pt idx="373">
                  <c:v>-6.1684200000000002</c:v>
                </c:pt>
                <c:pt idx="374">
                  <c:v>-6.2363400000000002</c:v>
                </c:pt>
                <c:pt idx="375">
                  <c:v>-6.3009199999999996</c:v>
                </c:pt>
                <c:pt idx="376">
                  <c:v>-6.3646599999999998</c:v>
                </c:pt>
                <c:pt idx="377">
                  <c:v>-6.4275799999999998</c:v>
                </c:pt>
                <c:pt idx="378">
                  <c:v>-6.48996</c:v>
                </c:pt>
                <c:pt idx="379">
                  <c:v>-6.5522799999999997</c:v>
                </c:pt>
                <c:pt idx="380">
                  <c:v>-6.6153700000000004</c:v>
                </c:pt>
                <c:pt idx="381">
                  <c:v>-6.6775399999999996</c:v>
                </c:pt>
                <c:pt idx="382">
                  <c:v>-6.7402600000000001</c:v>
                </c:pt>
                <c:pt idx="383">
                  <c:v>-6.8023300000000004</c:v>
                </c:pt>
                <c:pt idx="384">
                  <c:v>-6.8657300000000001</c:v>
                </c:pt>
                <c:pt idx="385">
                  <c:v>-6.9264900000000003</c:v>
                </c:pt>
                <c:pt idx="386">
                  <c:v>-6.9850399999999997</c:v>
                </c:pt>
                <c:pt idx="387">
                  <c:v>-6.9034399999999998</c:v>
                </c:pt>
                <c:pt idx="388">
                  <c:v>-6.7711800000000002</c:v>
                </c:pt>
                <c:pt idx="389">
                  <c:v>-6.6146399999999996</c:v>
                </c:pt>
                <c:pt idx="390">
                  <c:v>-6.4365600000000001</c:v>
                </c:pt>
                <c:pt idx="391">
                  <c:v>-6.2391800000000002</c:v>
                </c:pt>
                <c:pt idx="392">
                  <c:v>-6.0268499999999996</c:v>
                </c:pt>
                <c:pt idx="393">
                  <c:v>-5.80314</c:v>
                </c:pt>
                <c:pt idx="394">
                  <c:v>-5.57219</c:v>
                </c:pt>
                <c:pt idx="395">
                  <c:v>-5.3379300000000001</c:v>
                </c:pt>
                <c:pt idx="396">
                  <c:v>-5.1034899999999999</c:v>
                </c:pt>
                <c:pt idx="397">
                  <c:v>-4.8719299999999999</c:v>
                </c:pt>
                <c:pt idx="398">
                  <c:v>-4.6456200000000001</c:v>
                </c:pt>
                <c:pt idx="399">
                  <c:v>-4.42631</c:v>
                </c:pt>
                <c:pt idx="400">
                  <c:v>-4.2151899999999998</c:v>
                </c:pt>
                <c:pt idx="401">
                  <c:v>-4.0132500000000002</c:v>
                </c:pt>
                <c:pt idx="402">
                  <c:v>-3.82091</c:v>
                </c:pt>
                <c:pt idx="403">
                  <c:v>-3.6382500000000002</c:v>
                </c:pt>
                <c:pt idx="404">
                  <c:v>-3.46516</c:v>
                </c:pt>
                <c:pt idx="405">
                  <c:v>-3.30131</c:v>
                </c:pt>
                <c:pt idx="406">
                  <c:v>-3.1461600000000001</c:v>
                </c:pt>
                <c:pt idx="407">
                  <c:v>-2.9990999999999999</c:v>
                </c:pt>
                <c:pt idx="408">
                  <c:v>-2.8593299999999999</c:v>
                </c:pt>
                <c:pt idx="409">
                  <c:v>-2.72601</c:v>
                </c:pt>
                <c:pt idx="410">
                  <c:v>-2.5981399999999999</c:v>
                </c:pt>
                <c:pt idx="411">
                  <c:v>-2.4747499999999998</c:v>
                </c:pt>
                <c:pt idx="412">
                  <c:v>-2.35459</c:v>
                </c:pt>
                <c:pt idx="413">
                  <c:v>-2.23658</c:v>
                </c:pt>
                <c:pt idx="414">
                  <c:v>-2.1190699999999998</c:v>
                </c:pt>
                <c:pt idx="415">
                  <c:v>-2.0009000000000001</c:v>
                </c:pt>
                <c:pt idx="416">
                  <c:v>-1.8796299999999999</c:v>
                </c:pt>
                <c:pt idx="417">
                  <c:v>-1.75474</c:v>
                </c:pt>
                <c:pt idx="418">
                  <c:v>-1.62113</c:v>
                </c:pt>
                <c:pt idx="419">
                  <c:v>-1.4814499999999999</c:v>
                </c:pt>
                <c:pt idx="420">
                  <c:v>-1.3368100000000001</c:v>
                </c:pt>
                <c:pt idx="421">
                  <c:v>-1.1859299999999999</c:v>
                </c:pt>
                <c:pt idx="422">
                  <c:v>-1.0469999999999999</c:v>
                </c:pt>
                <c:pt idx="423">
                  <c:v>-0.94076199999999999</c:v>
                </c:pt>
                <c:pt idx="424">
                  <c:v>-0.85214800000000002</c:v>
                </c:pt>
                <c:pt idx="425">
                  <c:v>-0.77323299999999995</c:v>
                </c:pt>
                <c:pt idx="426">
                  <c:v>-0.70289400000000002</c:v>
                </c:pt>
                <c:pt idx="427">
                  <c:v>-0.63971800000000001</c:v>
                </c:pt>
                <c:pt idx="428">
                  <c:v>-0.58248900000000003</c:v>
                </c:pt>
                <c:pt idx="429">
                  <c:v>-0.53063499999999997</c:v>
                </c:pt>
                <c:pt idx="430">
                  <c:v>-0.48355199999999998</c:v>
                </c:pt>
                <c:pt idx="431">
                  <c:v>-0.44093700000000002</c:v>
                </c:pt>
                <c:pt idx="432">
                  <c:v>-0.40246799999999999</c:v>
                </c:pt>
                <c:pt idx="433">
                  <c:v>-0.36793599999999999</c:v>
                </c:pt>
                <c:pt idx="434">
                  <c:v>-0.33710400000000001</c:v>
                </c:pt>
                <c:pt idx="435">
                  <c:v>-0.30976599999999999</c:v>
                </c:pt>
                <c:pt idx="436">
                  <c:v>-0.28568300000000002</c:v>
                </c:pt>
                <c:pt idx="437">
                  <c:v>-0.26461200000000001</c:v>
                </c:pt>
                <c:pt idx="438">
                  <c:v>-0.24628800000000001</c:v>
                </c:pt>
                <c:pt idx="439">
                  <c:v>-0.23044400000000001</c:v>
                </c:pt>
                <c:pt idx="440">
                  <c:v>-0.216804</c:v>
                </c:pt>
                <c:pt idx="441">
                  <c:v>-0.20510300000000001</c:v>
                </c:pt>
                <c:pt idx="442">
                  <c:v>-0.19508600000000001</c:v>
                </c:pt>
                <c:pt idx="443">
                  <c:v>-0.18651799999999999</c:v>
                </c:pt>
                <c:pt idx="444">
                  <c:v>-0.17918500000000001</c:v>
                </c:pt>
                <c:pt idx="445">
                  <c:v>-0.172898</c:v>
                </c:pt>
                <c:pt idx="446">
                  <c:v>-0.167491</c:v>
                </c:pt>
                <c:pt idx="447">
                  <c:v>-0.162823</c:v>
                </c:pt>
                <c:pt idx="448">
                  <c:v>-0.158774</c:v>
                </c:pt>
                <c:pt idx="449">
                  <c:v>-0.15524299999999999</c:v>
                </c:pt>
                <c:pt idx="450">
                  <c:v>-0.152147</c:v>
                </c:pt>
                <c:pt idx="451">
                  <c:v>-0.14941699999999999</c:v>
                </c:pt>
                <c:pt idx="452">
                  <c:v>-0.14699499999999999</c:v>
                </c:pt>
                <c:pt idx="453">
                  <c:v>-0.14483399999999999</c:v>
                </c:pt>
                <c:pt idx="454">
                  <c:v>-0.142896</c:v>
                </c:pt>
                <c:pt idx="455">
                  <c:v>-0.141149</c:v>
                </c:pt>
                <c:pt idx="456">
                  <c:v>-0.139569</c:v>
                </c:pt>
                <c:pt idx="457">
                  <c:v>-0.13813500000000001</c:v>
                </c:pt>
                <c:pt idx="458">
                  <c:v>-0.13683300000000001</c:v>
                </c:pt>
                <c:pt idx="459">
                  <c:v>-0.13564999999999999</c:v>
                </c:pt>
                <c:pt idx="460">
                  <c:v>-0.134579</c:v>
                </c:pt>
                <c:pt idx="461">
                  <c:v>-0.13361200000000001</c:v>
                </c:pt>
                <c:pt idx="462">
                  <c:v>-0.132743</c:v>
                </c:pt>
                <c:pt idx="463">
                  <c:v>-0.131969</c:v>
                </c:pt>
                <c:pt idx="464">
                  <c:v>-0.13128400000000001</c:v>
                </c:pt>
                <c:pt idx="465">
                  <c:v>-0.13068199999999999</c:v>
                </c:pt>
                <c:pt idx="466">
                  <c:v>-0.13015599999999999</c:v>
                </c:pt>
                <c:pt idx="467">
                  <c:v>-0.12970000000000001</c:v>
                </c:pt>
                <c:pt idx="468">
                  <c:v>-0.129302</c:v>
                </c:pt>
                <c:pt idx="469">
                  <c:v>-0.12895499999999999</c:v>
                </c:pt>
                <c:pt idx="470">
                  <c:v>-0.12864200000000001</c:v>
                </c:pt>
                <c:pt idx="471">
                  <c:v>-0.12835299999999999</c:v>
                </c:pt>
                <c:pt idx="472">
                  <c:v>-0.12806600000000001</c:v>
                </c:pt>
                <c:pt idx="473">
                  <c:v>-0.12776499999999999</c:v>
                </c:pt>
                <c:pt idx="474">
                  <c:v>-0.12742300000000001</c:v>
                </c:pt>
                <c:pt idx="475">
                  <c:v>-0.12701499999999999</c:v>
                </c:pt>
                <c:pt idx="476">
                  <c:v>-0.12650700000000001</c:v>
                </c:pt>
                <c:pt idx="477">
                  <c:v>-0.12586700000000001</c:v>
                </c:pt>
                <c:pt idx="478">
                  <c:v>-0.125057</c:v>
                </c:pt>
                <c:pt idx="479">
                  <c:v>-0.124029</c:v>
                </c:pt>
                <c:pt idx="480">
                  <c:v>-0.122767</c:v>
                </c:pt>
                <c:pt idx="481">
                  <c:v>-0.121185</c:v>
                </c:pt>
                <c:pt idx="482">
                  <c:v>-0.11935</c:v>
                </c:pt>
                <c:pt idx="483">
                  <c:v>-0.11706900000000001</c:v>
                </c:pt>
                <c:pt idx="484">
                  <c:v>-0.114664</c:v>
                </c:pt>
                <c:pt idx="485">
                  <c:v>-0.11158899999999999</c:v>
                </c:pt>
                <c:pt idx="486">
                  <c:v>-0.10892</c:v>
                </c:pt>
                <c:pt idx="487">
                  <c:v>-0.10496999999999999</c:v>
                </c:pt>
                <c:pt idx="488">
                  <c:v>-0.102977</c:v>
                </c:pt>
                <c:pt idx="489">
                  <c:v>-9.7918000000000005E-2</c:v>
                </c:pt>
                <c:pt idx="490">
                  <c:v>-9.3204499999999996E-2</c:v>
                </c:pt>
                <c:pt idx="491">
                  <c:v>-8.5067299999999998E-2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8B5-462A-93FF-3532146DC9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8460639"/>
        <c:axId val="1748472159"/>
      </c:scatterChart>
      <c:valAx>
        <c:axId val="1748460639"/>
        <c:scaling>
          <c:orientation val="minMax"/>
          <c:max val="1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8472159"/>
        <c:crosses val="autoZero"/>
        <c:crossBetween val="midCat"/>
      </c:valAx>
      <c:valAx>
        <c:axId val="1748472159"/>
        <c:scaling>
          <c:orientation val="maxMin"/>
          <c:max val="1"/>
          <c:min val="-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84606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065266841644799"/>
          <c:y val="9.3170749489647112E-2"/>
          <c:w val="0.16073622047244093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539370078740152E-2"/>
          <c:y val="5.0925925925925923E-2"/>
          <c:w val="0.89646062992125986"/>
          <c:h val="0.8416746864975212"/>
        </c:manualLayout>
      </c:layout>
      <c:scatterChart>
        <c:scatterStyle val="lineMarker"/>
        <c:varyColors val="0"/>
        <c:ser>
          <c:idx val="1"/>
          <c:order val="0"/>
          <c:tx>
            <c:v>NACA 0012</c:v>
          </c:tx>
          <c:spPr>
            <a:ln w="19050">
              <a:solidFill>
                <a:schemeClr val="tx1"/>
              </a:solidFill>
            </a:ln>
          </c:spPr>
          <c:marker>
            <c:symbol val="none"/>
          </c:marker>
          <c:xVal>
            <c:numRef>
              <c:f>'1_target'!$A$2:$A$201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'1_target'!$B$2:$B$201</c:f>
              <c:numCache>
                <c:formatCode>General</c:formatCode>
                <c:ptCount val="200"/>
                <c:pt idx="0">
                  <c:v>0.93690200000000001</c:v>
                </c:pt>
                <c:pt idx="1">
                  <c:v>0.57355500000000004</c:v>
                </c:pt>
                <c:pt idx="2">
                  <c:v>0.51731300000000002</c:v>
                </c:pt>
                <c:pt idx="3">
                  <c:v>0.457569</c:v>
                </c:pt>
                <c:pt idx="4">
                  <c:v>0.414327</c:v>
                </c:pt>
                <c:pt idx="5">
                  <c:v>0.381799</c:v>
                </c:pt>
                <c:pt idx="6">
                  <c:v>0.352798</c:v>
                </c:pt>
                <c:pt idx="7">
                  <c:v>0.32706000000000002</c:v>
                </c:pt>
                <c:pt idx="8">
                  <c:v>0.30343599999999998</c:v>
                </c:pt>
                <c:pt idx="9">
                  <c:v>0.28147800000000001</c:v>
                </c:pt>
                <c:pt idx="10">
                  <c:v>0.26083800000000001</c:v>
                </c:pt>
                <c:pt idx="11">
                  <c:v>0.241255</c:v>
                </c:pt>
                <c:pt idx="12">
                  <c:v>0.22256999999999999</c:v>
                </c:pt>
                <c:pt idx="13">
                  <c:v>0.20464499999999999</c:v>
                </c:pt>
                <c:pt idx="14">
                  <c:v>0.187385</c:v>
                </c:pt>
                <c:pt idx="15">
                  <c:v>0.17071900000000001</c:v>
                </c:pt>
                <c:pt idx="16">
                  <c:v>0.15456800000000001</c:v>
                </c:pt>
                <c:pt idx="17">
                  <c:v>0.13886100000000001</c:v>
                </c:pt>
                <c:pt idx="18">
                  <c:v>0.123569</c:v>
                </c:pt>
                <c:pt idx="19">
                  <c:v>0.108639</c:v>
                </c:pt>
                <c:pt idx="20">
                  <c:v>9.4052899999999995E-2</c:v>
                </c:pt>
                <c:pt idx="21">
                  <c:v>7.97794E-2</c:v>
                </c:pt>
                <c:pt idx="22">
                  <c:v>6.5764100000000006E-2</c:v>
                </c:pt>
                <c:pt idx="23">
                  <c:v>5.2008199999999997E-2</c:v>
                </c:pt>
                <c:pt idx="24">
                  <c:v>3.8446099999999997E-2</c:v>
                </c:pt>
                <c:pt idx="25">
                  <c:v>2.5058500000000001E-2</c:v>
                </c:pt>
                <c:pt idx="26">
                  <c:v>1.18225E-2</c:v>
                </c:pt>
                <c:pt idx="27">
                  <c:v>-1.28137E-3</c:v>
                </c:pt>
                <c:pt idx="28">
                  <c:v>-1.42706E-2</c:v>
                </c:pt>
                <c:pt idx="29">
                  <c:v>-2.7143899999999999E-2</c:v>
                </c:pt>
                <c:pt idx="30">
                  <c:v>-3.9916399999999998E-2</c:v>
                </c:pt>
                <c:pt idx="31">
                  <c:v>-5.2637099999999999E-2</c:v>
                </c:pt>
                <c:pt idx="32">
                  <c:v>-6.5388000000000002E-2</c:v>
                </c:pt>
                <c:pt idx="33">
                  <c:v>-7.8187800000000002E-2</c:v>
                </c:pt>
                <c:pt idx="34">
                  <c:v>-9.1018699999999994E-2</c:v>
                </c:pt>
                <c:pt idx="35">
                  <c:v>-0.10391599999999999</c:v>
                </c:pt>
                <c:pt idx="36">
                  <c:v>-0.116843</c:v>
                </c:pt>
                <c:pt idx="37">
                  <c:v>-0.12989200000000001</c:v>
                </c:pt>
                <c:pt idx="38">
                  <c:v>-0.14305100000000001</c:v>
                </c:pt>
                <c:pt idx="39">
                  <c:v>-0.156366</c:v>
                </c:pt>
                <c:pt idx="40">
                  <c:v>-0.16986699999999999</c:v>
                </c:pt>
                <c:pt idx="41">
                  <c:v>-0.18356</c:v>
                </c:pt>
                <c:pt idx="42">
                  <c:v>-0.19749800000000001</c:v>
                </c:pt>
                <c:pt idx="43">
                  <c:v>-0.211675</c:v>
                </c:pt>
                <c:pt idx="44">
                  <c:v>-0.22611300000000001</c:v>
                </c:pt>
                <c:pt idx="45">
                  <c:v>-0.24077699999999999</c:v>
                </c:pt>
                <c:pt idx="46">
                  <c:v>-0.255693</c:v>
                </c:pt>
                <c:pt idx="47">
                  <c:v>-0.27082600000000001</c:v>
                </c:pt>
                <c:pt idx="48">
                  <c:v>-0.28610999999999998</c:v>
                </c:pt>
                <c:pt idx="49">
                  <c:v>-0.30136600000000002</c:v>
                </c:pt>
                <c:pt idx="50">
                  <c:v>-0.31677100000000002</c:v>
                </c:pt>
                <c:pt idx="51">
                  <c:v>-0.33331699999999997</c:v>
                </c:pt>
                <c:pt idx="52">
                  <c:v>-0.35189300000000001</c:v>
                </c:pt>
                <c:pt idx="53">
                  <c:v>-0.36996499999999999</c:v>
                </c:pt>
                <c:pt idx="54">
                  <c:v>-0.38108300000000001</c:v>
                </c:pt>
                <c:pt idx="55">
                  <c:v>-0.38046600000000003</c:v>
                </c:pt>
                <c:pt idx="56">
                  <c:v>-0.37559300000000001</c:v>
                </c:pt>
                <c:pt idx="57">
                  <c:v>-0.39241799999999999</c:v>
                </c:pt>
                <c:pt idx="58">
                  <c:v>-0.45864700000000003</c:v>
                </c:pt>
                <c:pt idx="59">
                  <c:v>-0.55920700000000001</c:v>
                </c:pt>
                <c:pt idx="60">
                  <c:v>-0.630826</c:v>
                </c:pt>
                <c:pt idx="61">
                  <c:v>-0.65441000000000005</c:v>
                </c:pt>
                <c:pt idx="62">
                  <c:v>-0.65080700000000002</c:v>
                </c:pt>
                <c:pt idx="63">
                  <c:v>-0.64015500000000003</c:v>
                </c:pt>
                <c:pt idx="64">
                  <c:v>-0.63027999999999995</c:v>
                </c:pt>
                <c:pt idx="65">
                  <c:v>-0.62121000000000004</c:v>
                </c:pt>
                <c:pt idx="66">
                  <c:v>-0.61116199999999998</c:v>
                </c:pt>
                <c:pt idx="67">
                  <c:v>-0.59962499999999996</c:v>
                </c:pt>
                <c:pt idx="68">
                  <c:v>-0.58689199999999997</c:v>
                </c:pt>
                <c:pt idx="69">
                  <c:v>-0.57340999999999998</c:v>
                </c:pt>
                <c:pt idx="70">
                  <c:v>-0.55906199999999995</c:v>
                </c:pt>
                <c:pt idx="71">
                  <c:v>-0.54314899999999999</c:v>
                </c:pt>
                <c:pt idx="72">
                  <c:v>-0.52496900000000002</c:v>
                </c:pt>
                <c:pt idx="73">
                  <c:v>-0.50457399999999997</c:v>
                </c:pt>
                <c:pt idx="74">
                  <c:v>-0.48252800000000001</c:v>
                </c:pt>
                <c:pt idx="75">
                  <c:v>-0.459262</c:v>
                </c:pt>
                <c:pt idx="76">
                  <c:v>-0.434558</c:v>
                </c:pt>
                <c:pt idx="77">
                  <c:v>-0.40791300000000003</c:v>
                </c:pt>
                <c:pt idx="78">
                  <c:v>-0.37906699999999999</c:v>
                </c:pt>
                <c:pt idx="79">
                  <c:v>-0.34792200000000001</c:v>
                </c:pt>
                <c:pt idx="80">
                  <c:v>-0.31427899999999998</c:v>
                </c:pt>
                <c:pt idx="81">
                  <c:v>-0.27793800000000002</c:v>
                </c:pt>
                <c:pt idx="82">
                  <c:v>-0.238515</c:v>
                </c:pt>
                <c:pt idx="83">
                  <c:v>-0.195633</c:v>
                </c:pt>
                <c:pt idx="84">
                  <c:v>-0.148787</c:v>
                </c:pt>
                <c:pt idx="85">
                  <c:v>-9.7076099999999999E-2</c:v>
                </c:pt>
                <c:pt idx="86">
                  <c:v>-3.9628900000000002E-2</c:v>
                </c:pt>
                <c:pt idx="87">
                  <c:v>2.4557599999999999E-2</c:v>
                </c:pt>
                <c:pt idx="88">
                  <c:v>9.6744800000000006E-2</c:v>
                </c:pt>
                <c:pt idx="89">
                  <c:v>0.17849699999999999</c:v>
                </c:pt>
                <c:pt idx="90">
                  <c:v>0.27141100000000001</c:v>
                </c:pt>
                <c:pt idx="91">
                  <c:v>0.37737100000000001</c:v>
                </c:pt>
                <c:pt idx="92">
                  <c:v>0.49721700000000002</c:v>
                </c:pt>
                <c:pt idx="93">
                  <c:v>0.63022100000000003</c:v>
                </c:pt>
                <c:pt idx="94">
                  <c:v>0.77283500000000005</c:v>
                </c:pt>
                <c:pt idx="95">
                  <c:v>0.91864900000000005</c:v>
                </c:pt>
                <c:pt idx="96">
                  <c:v>1.04227</c:v>
                </c:pt>
                <c:pt idx="97">
                  <c:v>1.14656</c:v>
                </c:pt>
                <c:pt idx="98">
                  <c:v>1.1659600000000001</c:v>
                </c:pt>
                <c:pt idx="99">
                  <c:v>1.12618</c:v>
                </c:pt>
                <c:pt idx="100">
                  <c:v>1.1094599999999999</c:v>
                </c:pt>
                <c:pt idx="101">
                  <c:v>0.99961599999999995</c:v>
                </c:pt>
                <c:pt idx="102">
                  <c:v>0.79260299999999995</c:v>
                </c:pt>
                <c:pt idx="103">
                  <c:v>0.59914000000000001</c:v>
                </c:pt>
                <c:pt idx="104">
                  <c:v>0.40623399999999998</c:v>
                </c:pt>
                <c:pt idx="105">
                  <c:v>0.231764</c:v>
                </c:pt>
                <c:pt idx="106">
                  <c:v>8.1145900000000007E-2</c:v>
                </c:pt>
                <c:pt idx="107">
                  <c:v>-4.6346699999999998E-2</c:v>
                </c:pt>
                <c:pt idx="108">
                  <c:v>-0.153782</c:v>
                </c:pt>
                <c:pt idx="109">
                  <c:v>-0.244723</c:v>
                </c:pt>
                <c:pt idx="110">
                  <c:v>-0.32205099999999998</c:v>
                </c:pt>
                <c:pt idx="111">
                  <c:v>-0.388515</c:v>
                </c:pt>
                <c:pt idx="112">
                  <c:v>-0.446349</c:v>
                </c:pt>
                <c:pt idx="113">
                  <c:v>-0.49733300000000003</c:v>
                </c:pt>
                <c:pt idx="114">
                  <c:v>-0.54248200000000002</c:v>
                </c:pt>
                <c:pt idx="115">
                  <c:v>-0.58262800000000003</c:v>
                </c:pt>
                <c:pt idx="116">
                  <c:v>-0.61892100000000005</c:v>
                </c:pt>
                <c:pt idx="117">
                  <c:v>-0.65252900000000003</c:v>
                </c:pt>
                <c:pt idx="118">
                  <c:v>-0.68405099999999996</c:v>
                </c:pt>
                <c:pt idx="119">
                  <c:v>-0.71369300000000002</c:v>
                </c:pt>
                <c:pt idx="120">
                  <c:v>-0.741232</c:v>
                </c:pt>
                <c:pt idx="121">
                  <c:v>-0.76628300000000005</c:v>
                </c:pt>
                <c:pt idx="122">
                  <c:v>-0.78903500000000004</c:v>
                </c:pt>
                <c:pt idx="123">
                  <c:v>-0.81065699999999996</c:v>
                </c:pt>
                <c:pt idx="124">
                  <c:v>-0.83213400000000004</c:v>
                </c:pt>
                <c:pt idx="125">
                  <c:v>-0.85334399999999999</c:v>
                </c:pt>
                <c:pt idx="126">
                  <c:v>-0.87296399999999996</c:v>
                </c:pt>
                <c:pt idx="127">
                  <c:v>-0.890768</c:v>
                </c:pt>
                <c:pt idx="128">
                  <c:v>-0.90741799999999995</c:v>
                </c:pt>
                <c:pt idx="129">
                  <c:v>-0.92385899999999999</c:v>
                </c:pt>
                <c:pt idx="130">
                  <c:v>-0.93997399999999998</c:v>
                </c:pt>
                <c:pt idx="131">
                  <c:v>-0.95515000000000005</c:v>
                </c:pt>
                <c:pt idx="132">
                  <c:v>-0.96874000000000005</c:v>
                </c:pt>
                <c:pt idx="133">
                  <c:v>-0.98079700000000003</c:v>
                </c:pt>
                <c:pt idx="134">
                  <c:v>-0.99157399999999996</c:v>
                </c:pt>
                <c:pt idx="135">
                  <c:v>-1.0015400000000001</c:v>
                </c:pt>
                <c:pt idx="136">
                  <c:v>-1.0110399999999999</c:v>
                </c:pt>
                <c:pt idx="137">
                  <c:v>-1.0202</c:v>
                </c:pt>
                <c:pt idx="138">
                  <c:v>-1.0291999999999999</c:v>
                </c:pt>
                <c:pt idx="139">
                  <c:v>-1.0380400000000001</c:v>
                </c:pt>
                <c:pt idx="140">
                  <c:v>-1.0466899999999999</c:v>
                </c:pt>
                <c:pt idx="141">
                  <c:v>-1.0546599999999999</c:v>
                </c:pt>
                <c:pt idx="142">
                  <c:v>-1.0617000000000001</c:v>
                </c:pt>
                <c:pt idx="143">
                  <c:v>-1.0681</c:v>
                </c:pt>
                <c:pt idx="144">
                  <c:v>-1.0744100000000001</c:v>
                </c:pt>
                <c:pt idx="145">
                  <c:v>-1.08084</c:v>
                </c:pt>
                <c:pt idx="146">
                  <c:v>-1.08727</c:v>
                </c:pt>
                <c:pt idx="147">
                  <c:v>-1.0931999999999999</c:v>
                </c:pt>
                <c:pt idx="148">
                  <c:v>-1.09856</c:v>
                </c:pt>
                <c:pt idx="149">
                  <c:v>-1.1028</c:v>
                </c:pt>
                <c:pt idx="150">
                  <c:v>-1.1065100000000001</c:v>
                </c:pt>
                <c:pt idx="151">
                  <c:v>-1.10991</c:v>
                </c:pt>
                <c:pt idx="152">
                  <c:v>-1.11249</c:v>
                </c:pt>
                <c:pt idx="153">
                  <c:v>-1.10947</c:v>
                </c:pt>
                <c:pt idx="154">
                  <c:v>-1.10754</c:v>
                </c:pt>
                <c:pt idx="155">
                  <c:v>-1.11405</c:v>
                </c:pt>
                <c:pt idx="156">
                  <c:v>-1.10575</c:v>
                </c:pt>
                <c:pt idx="157">
                  <c:v>-0.89675400000000005</c:v>
                </c:pt>
                <c:pt idx="158">
                  <c:v>-0.254884</c:v>
                </c:pt>
                <c:pt idx="159">
                  <c:v>3.3910000000000003E-2</c:v>
                </c:pt>
                <c:pt idx="160">
                  <c:v>1.9513699999999998E-2</c:v>
                </c:pt>
                <c:pt idx="161">
                  <c:v>-1.0774799999999999E-2</c:v>
                </c:pt>
                <c:pt idx="162">
                  <c:v>-8.2404100000000001E-3</c:v>
                </c:pt>
                <c:pt idx="163">
                  <c:v>-3.2999100000000001E-3</c:v>
                </c:pt>
                <c:pt idx="164">
                  <c:v>-2.1560099999999999E-3</c:v>
                </c:pt>
                <c:pt idx="165">
                  <c:v>6.90305E-4</c:v>
                </c:pt>
                <c:pt idx="166">
                  <c:v>5.6602299999999996E-3</c:v>
                </c:pt>
                <c:pt idx="167">
                  <c:v>1.1738E-2</c:v>
                </c:pt>
                <c:pt idx="168">
                  <c:v>1.8556799999999998E-2</c:v>
                </c:pt>
                <c:pt idx="169">
                  <c:v>2.6189299999999999E-2</c:v>
                </c:pt>
                <c:pt idx="170">
                  <c:v>3.4503699999999998E-2</c:v>
                </c:pt>
                <c:pt idx="171">
                  <c:v>4.3434800000000003E-2</c:v>
                </c:pt>
                <c:pt idx="172">
                  <c:v>5.2910600000000002E-2</c:v>
                </c:pt>
                <c:pt idx="173">
                  <c:v>6.2943799999999994E-2</c:v>
                </c:pt>
                <c:pt idx="174">
                  <c:v>7.3463899999999999E-2</c:v>
                </c:pt>
                <c:pt idx="175">
                  <c:v>8.4488400000000005E-2</c:v>
                </c:pt>
                <c:pt idx="176">
                  <c:v>9.5949999999999994E-2</c:v>
                </c:pt>
                <c:pt idx="177">
                  <c:v>0.10789700000000001</c:v>
                </c:pt>
                <c:pt idx="178">
                  <c:v>0.120272</c:v>
                </c:pt>
                <c:pt idx="179">
                  <c:v>0.13312099999999999</c:v>
                </c:pt>
                <c:pt idx="180">
                  <c:v>0.14643200000000001</c:v>
                </c:pt>
                <c:pt idx="181">
                  <c:v>0.160222</c:v>
                </c:pt>
                <c:pt idx="182">
                  <c:v>0.17452200000000001</c:v>
                </c:pt>
                <c:pt idx="183">
                  <c:v>0.18934999999999999</c:v>
                </c:pt>
                <c:pt idx="184">
                  <c:v>0.20475499999999999</c:v>
                </c:pt>
                <c:pt idx="185">
                  <c:v>0.22078900000000001</c:v>
                </c:pt>
                <c:pt idx="186">
                  <c:v>0.237516</c:v>
                </c:pt>
                <c:pt idx="187">
                  <c:v>0.25499899999999998</c:v>
                </c:pt>
                <c:pt idx="188">
                  <c:v>0.27337299999999998</c:v>
                </c:pt>
                <c:pt idx="189">
                  <c:v>0.29274800000000001</c:v>
                </c:pt>
                <c:pt idx="190">
                  <c:v>0.31337399999999999</c:v>
                </c:pt>
                <c:pt idx="191">
                  <c:v>0.335565</c:v>
                </c:pt>
                <c:pt idx="192">
                  <c:v>0.35969800000000002</c:v>
                </c:pt>
                <c:pt idx="193">
                  <c:v>0.38680300000000001</c:v>
                </c:pt>
                <c:pt idx="194">
                  <c:v>0.41749199999999997</c:v>
                </c:pt>
                <c:pt idx="195">
                  <c:v>0.45705299999999999</c:v>
                </c:pt>
                <c:pt idx="196">
                  <c:v>0.51408600000000004</c:v>
                </c:pt>
                <c:pt idx="197">
                  <c:v>0.56841699999999995</c:v>
                </c:pt>
                <c:pt idx="198">
                  <c:v>0.88595400000000002</c:v>
                </c:pt>
                <c:pt idx="199">
                  <c:v>0.755749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EB-4231-9D78-E80EA042FB44}"/>
            </c:ext>
          </c:extLst>
        </c:ser>
        <c:ser>
          <c:idx val="0"/>
          <c:order val="1"/>
          <c:tx>
            <c:v>Optimized</c:v>
          </c:tx>
          <c:spPr>
            <a:ln w="19050" cap="rnd">
              <a:solidFill>
                <a:srgbClr val="FF0000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'30_target'!$A$2:$A$201</c:f>
              <c:numCache>
                <c:formatCode>General</c:formatCode>
                <c:ptCount val="200"/>
                <c:pt idx="0">
                  <c:v>0.99975000000000003</c:v>
                </c:pt>
                <c:pt idx="1">
                  <c:v>0.999</c:v>
                </c:pt>
                <c:pt idx="2">
                  <c:v>0.99775999999999998</c:v>
                </c:pt>
                <c:pt idx="3">
                  <c:v>0.99602000000000002</c:v>
                </c:pt>
                <c:pt idx="4">
                  <c:v>0.99378</c:v>
                </c:pt>
                <c:pt idx="5">
                  <c:v>0.99104999999999999</c:v>
                </c:pt>
                <c:pt idx="6">
                  <c:v>0.98784000000000005</c:v>
                </c:pt>
                <c:pt idx="7">
                  <c:v>0.98412999999999995</c:v>
                </c:pt>
                <c:pt idx="8">
                  <c:v>0.97994999999999999</c:v>
                </c:pt>
                <c:pt idx="9">
                  <c:v>0.97528000000000004</c:v>
                </c:pt>
                <c:pt idx="10">
                  <c:v>0.97014999999999996</c:v>
                </c:pt>
                <c:pt idx="11">
                  <c:v>0.96453999999999995</c:v>
                </c:pt>
                <c:pt idx="12">
                  <c:v>0.95847000000000004</c:v>
                </c:pt>
                <c:pt idx="13">
                  <c:v>0.95194000000000001</c:v>
                </c:pt>
                <c:pt idx="14">
                  <c:v>0.94496000000000002</c:v>
                </c:pt>
                <c:pt idx="15">
                  <c:v>0.93754000000000004</c:v>
                </c:pt>
                <c:pt idx="16">
                  <c:v>0.92969000000000002</c:v>
                </c:pt>
                <c:pt idx="17">
                  <c:v>0.9214</c:v>
                </c:pt>
                <c:pt idx="18">
                  <c:v>0.91269999999999996</c:v>
                </c:pt>
                <c:pt idx="19">
                  <c:v>0.90358000000000005</c:v>
                </c:pt>
                <c:pt idx="20">
                  <c:v>0.89405999999999997</c:v>
                </c:pt>
                <c:pt idx="21">
                  <c:v>0.88414999999999999</c:v>
                </c:pt>
                <c:pt idx="22">
                  <c:v>0.87385000000000002</c:v>
                </c:pt>
                <c:pt idx="23">
                  <c:v>0.86317999999999995</c:v>
                </c:pt>
                <c:pt idx="24">
                  <c:v>0.85216000000000003</c:v>
                </c:pt>
                <c:pt idx="25">
                  <c:v>0.84077000000000002</c:v>
                </c:pt>
                <c:pt idx="26">
                  <c:v>0.82904999999999995</c:v>
                </c:pt>
                <c:pt idx="27">
                  <c:v>0.81701000000000001</c:v>
                </c:pt>
                <c:pt idx="28">
                  <c:v>0.80464000000000002</c:v>
                </c:pt>
                <c:pt idx="29">
                  <c:v>0.79196999999999995</c:v>
                </c:pt>
                <c:pt idx="30">
                  <c:v>0.77900999999999998</c:v>
                </c:pt>
                <c:pt idx="31">
                  <c:v>0.76578000000000002</c:v>
                </c:pt>
                <c:pt idx="32">
                  <c:v>0.75227999999999995</c:v>
                </c:pt>
                <c:pt idx="33">
                  <c:v>0.73851999999999995</c:v>
                </c:pt>
                <c:pt idx="34">
                  <c:v>0.72453000000000001</c:v>
                </c:pt>
                <c:pt idx="35">
                  <c:v>0.71031999999999995</c:v>
                </c:pt>
                <c:pt idx="36">
                  <c:v>0.69589000000000001</c:v>
                </c:pt>
                <c:pt idx="37">
                  <c:v>0.68127000000000004</c:v>
                </c:pt>
                <c:pt idx="38">
                  <c:v>0.66647000000000001</c:v>
                </c:pt>
                <c:pt idx="39">
                  <c:v>0.65149999999999997</c:v>
                </c:pt>
                <c:pt idx="40">
                  <c:v>0.63637999999999995</c:v>
                </c:pt>
                <c:pt idx="41">
                  <c:v>0.62112999999999996</c:v>
                </c:pt>
                <c:pt idx="42">
                  <c:v>0.60575999999999997</c:v>
                </c:pt>
                <c:pt idx="43">
                  <c:v>0.59028000000000003</c:v>
                </c:pt>
                <c:pt idx="44">
                  <c:v>0.57471000000000005</c:v>
                </c:pt>
                <c:pt idx="45">
                  <c:v>0.55906</c:v>
                </c:pt>
                <c:pt idx="46">
                  <c:v>0.54335999999999995</c:v>
                </c:pt>
                <c:pt idx="47">
                  <c:v>0.52761000000000002</c:v>
                </c:pt>
                <c:pt idx="48">
                  <c:v>0.51183999999999996</c:v>
                </c:pt>
                <c:pt idx="49">
                  <c:v>0.49604999999999999</c:v>
                </c:pt>
                <c:pt idx="50">
                  <c:v>0.48026999999999997</c:v>
                </c:pt>
                <c:pt idx="51">
                  <c:v>0.46450999999999998</c:v>
                </c:pt>
                <c:pt idx="52">
                  <c:v>0.44878000000000001</c:v>
                </c:pt>
                <c:pt idx="53">
                  <c:v>0.43310999999999999</c:v>
                </c:pt>
                <c:pt idx="54">
                  <c:v>0.41749999999999998</c:v>
                </c:pt>
                <c:pt idx="55">
                  <c:v>0.40196999999999999</c:v>
                </c:pt>
                <c:pt idx="56">
                  <c:v>0.38653999999999999</c:v>
                </c:pt>
                <c:pt idx="57">
                  <c:v>0.37123</c:v>
                </c:pt>
                <c:pt idx="58">
                  <c:v>0.35604000000000002</c:v>
                </c:pt>
                <c:pt idx="59">
                  <c:v>0.34099000000000002</c:v>
                </c:pt>
                <c:pt idx="60">
                  <c:v>0.32611000000000001</c:v>
                </c:pt>
                <c:pt idx="61">
                  <c:v>0.31140000000000001</c:v>
                </c:pt>
                <c:pt idx="62">
                  <c:v>0.29687000000000002</c:v>
                </c:pt>
                <c:pt idx="63">
                  <c:v>0.28255000000000002</c:v>
                </c:pt>
                <c:pt idx="64">
                  <c:v>0.26845000000000002</c:v>
                </c:pt>
                <c:pt idx="65">
                  <c:v>0.25457000000000002</c:v>
                </c:pt>
                <c:pt idx="66">
                  <c:v>0.24093999999999999</c:v>
                </c:pt>
                <c:pt idx="67">
                  <c:v>0.22756999999999999</c:v>
                </c:pt>
                <c:pt idx="68">
                  <c:v>0.21446999999999999</c:v>
                </c:pt>
                <c:pt idx="69">
                  <c:v>0.20166000000000001</c:v>
                </c:pt>
                <c:pt idx="70">
                  <c:v>0.18914</c:v>
                </c:pt>
                <c:pt idx="71">
                  <c:v>0.17693</c:v>
                </c:pt>
                <c:pt idx="72">
                  <c:v>0.16503999999999999</c:v>
                </c:pt>
                <c:pt idx="73">
                  <c:v>0.15348999999999999</c:v>
                </c:pt>
                <c:pt idx="74">
                  <c:v>0.14229</c:v>
                </c:pt>
                <c:pt idx="75">
                  <c:v>0.13144</c:v>
                </c:pt>
                <c:pt idx="76">
                  <c:v>0.12095</c:v>
                </c:pt>
                <c:pt idx="77">
                  <c:v>0.11085</c:v>
                </c:pt>
                <c:pt idx="78">
                  <c:v>0.10113</c:v>
                </c:pt>
                <c:pt idx="79">
                  <c:v>9.1810000000000003E-2</c:v>
                </c:pt>
                <c:pt idx="80">
                  <c:v>8.2900000000000001E-2</c:v>
                </c:pt>
                <c:pt idx="81">
                  <c:v>7.4399999999999994E-2</c:v>
                </c:pt>
                <c:pt idx="82">
                  <c:v>6.633E-2</c:v>
                </c:pt>
                <c:pt idx="83">
                  <c:v>5.8689999999999999E-2</c:v>
                </c:pt>
                <c:pt idx="84">
                  <c:v>5.1490000000000001E-2</c:v>
                </c:pt>
                <c:pt idx="85">
                  <c:v>4.4740000000000002E-2</c:v>
                </c:pt>
                <c:pt idx="86">
                  <c:v>3.8440000000000002E-2</c:v>
                </c:pt>
                <c:pt idx="87">
                  <c:v>3.2599999999999997E-2</c:v>
                </c:pt>
                <c:pt idx="88">
                  <c:v>2.7230000000000001E-2</c:v>
                </c:pt>
                <c:pt idx="89">
                  <c:v>2.232E-2</c:v>
                </c:pt>
                <c:pt idx="90">
                  <c:v>1.7899999999999999E-2</c:v>
                </c:pt>
                <c:pt idx="91">
                  <c:v>1.3950000000000001E-2</c:v>
                </c:pt>
                <c:pt idx="92">
                  <c:v>1.0489999999999999E-2</c:v>
                </c:pt>
                <c:pt idx="93">
                  <c:v>7.5199999999999998E-3</c:v>
                </c:pt>
                <c:pt idx="94">
                  <c:v>5.0400000000000002E-3</c:v>
                </c:pt>
                <c:pt idx="95">
                  <c:v>3.0500000000000002E-3</c:v>
                </c:pt>
                <c:pt idx="96">
                  <c:v>1.56E-3</c:v>
                </c:pt>
                <c:pt idx="97">
                  <c:v>5.5999999999999995E-4</c:v>
                </c:pt>
                <c:pt idx="98" formatCode="0.00E+00">
                  <c:v>6.0000000000000002E-5</c:v>
                </c:pt>
                <c:pt idx="99">
                  <c:v>0</c:v>
                </c:pt>
                <c:pt idx="100" formatCode="0.00E+00">
                  <c:v>6.0000000000000002E-5</c:v>
                </c:pt>
                <c:pt idx="101">
                  <c:v>5.5999999999999995E-4</c:v>
                </c:pt>
                <c:pt idx="102">
                  <c:v>1.56E-3</c:v>
                </c:pt>
                <c:pt idx="103">
                  <c:v>3.0500000000000002E-3</c:v>
                </c:pt>
                <c:pt idx="104">
                  <c:v>5.0400000000000002E-3</c:v>
                </c:pt>
                <c:pt idx="105">
                  <c:v>7.5199999999999998E-3</c:v>
                </c:pt>
                <c:pt idx="106">
                  <c:v>1.0489999999999999E-2</c:v>
                </c:pt>
                <c:pt idx="107">
                  <c:v>1.3950000000000001E-2</c:v>
                </c:pt>
                <c:pt idx="108">
                  <c:v>1.7899999999999999E-2</c:v>
                </c:pt>
                <c:pt idx="109">
                  <c:v>2.232E-2</c:v>
                </c:pt>
                <c:pt idx="110">
                  <c:v>2.7230000000000001E-2</c:v>
                </c:pt>
                <c:pt idx="111">
                  <c:v>3.2599999999999997E-2</c:v>
                </c:pt>
                <c:pt idx="112">
                  <c:v>3.8440000000000002E-2</c:v>
                </c:pt>
                <c:pt idx="113">
                  <c:v>4.4740000000000002E-2</c:v>
                </c:pt>
                <c:pt idx="114">
                  <c:v>5.1490000000000001E-2</c:v>
                </c:pt>
                <c:pt idx="115">
                  <c:v>5.8689999999999999E-2</c:v>
                </c:pt>
                <c:pt idx="116">
                  <c:v>6.633E-2</c:v>
                </c:pt>
                <c:pt idx="117">
                  <c:v>7.4399999999999994E-2</c:v>
                </c:pt>
                <c:pt idx="118">
                  <c:v>8.2900000000000001E-2</c:v>
                </c:pt>
                <c:pt idx="119">
                  <c:v>9.1810000000000003E-2</c:v>
                </c:pt>
                <c:pt idx="120">
                  <c:v>0.10113</c:v>
                </c:pt>
                <c:pt idx="121">
                  <c:v>0.11085</c:v>
                </c:pt>
                <c:pt idx="122">
                  <c:v>0.12095</c:v>
                </c:pt>
                <c:pt idx="123">
                  <c:v>0.13144</c:v>
                </c:pt>
                <c:pt idx="124">
                  <c:v>0.14229</c:v>
                </c:pt>
                <c:pt idx="125">
                  <c:v>0.15348999999999999</c:v>
                </c:pt>
                <c:pt idx="126">
                  <c:v>0.16503999999999999</c:v>
                </c:pt>
                <c:pt idx="127">
                  <c:v>0.17693</c:v>
                </c:pt>
                <c:pt idx="128">
                  <c:v>0.18914</c:v>
                </c:pt>
                <c:pt idx="129">
                  <c:v>0.20166000000000001</c:v>
                </c:pt>
                <c:pt idx="130">
                  <c:v>0.21446999999999999</c:v>
                </c:pt>
                <c:pt idx="131">
                  <c:v>0.22756999999999999</c:v>
                </c:pt>
                <c:pt idx="132">
                  <c:v>0.24093999999999999</c:v>
                </c:pt>
                <c:pt idx="133">
                  <c:v>0.25457000000000002</c:v>
                </c:pt>
                <c:pt idx="134">
                  <c:v>0.26845000000000002</c:v>
                </c:pt>
                <c:pt idx="135">
                  <c:v>0.28255000000000002</c:v>
                </c:pt>
                <c:pt idx="136">
                  <c:v>0.29687000000000002</c:v>
                </c:pt>
                <c:pt idx="137">
                  <c:v>0.31140000000000001</c:v>
                </c:pt>
                <c:pt idx="138">
                  <c:v>0.32611000000000001</c:v>
                </c:pt>
                <c:pt idx="139">
                  <c:v>0.34099000000000002</c:v>
                </c:pt>
                <c:pt idx="140">
                  <c:v>0.35604000000000002</c:v>
                </c:pt>
                <c:pt idx="141">
                  <c:v>0.37123</c:v>
                </c:pt>
                <c:pt idx="142">
                  <c:v>0.38653999999999999</c:v>
                </c:pt>
                <c:pt idx="143">
                  <c:v>0.40196999999999999</c:v>
                </c:pt>
                <c:pt idx="144">
                  <c:v>0.41749999999999998</c:v>
                </c:pt>
                <c:pt idx="145">
                  <c:v>0.43310999999999999</c:v>
                </c:pt>
                <c:pt idx="146">
                  <c:v>0.44878000000000001</c:v>
                </c:pt>
                <c:pt idx="147">
                  <c:v>0.46450999999999998</c:v>
                </c:pt>
                <c:pt idx="148">
                  <c:v>0.48026999999999997</c:v>
                </c:pt>
                <c:pt idx="149">
                  <c:v>0.49604999999999999</c:v>
                </c:pt>
                <c:pt idx="150">
                  <c:v>0.51183999999999996</c:v>
                </c:pt>
                <c:pt idx="151">
                  <c:v>0.52761000000000002</c:v>
                </c:pt>
                <c:pt idx="152">
                  <c:v>0.54335999999999995</c:v>
                </c:pt>
                <c:pt idx="153">
                  <c:v>0.55906</c:v>
                </c:pt>
                <c:pt idx="154">
                  <c:v>0.57471000000000005</c:v>
                </c:pt>
                <c:pt idx="155">
                  <c:v>0.59028000000000003</c:v>
                </c:pt>
                <c:pt idx="156">
                  <c:v>0.60575999999999997</c:v>
                </c:pt>
                <c:pt idx="157">
                  <c:v>0.62112999999999996</c:v>
                </c:pt>
                <c:pt idx="158">
                  <c:v>0.63637999999999995</c:v>
                </c:pt>
                <c:pt idx="159">
                  <c:v>0.65149999999999997</c:v>
                </c:pt>
                <c:pt idx="160">
                  <c:v>0.66647000000000001</c:v>
                </c:pt>
                <c:pt idx="161">
                  <c:v>0.68127000000000004</c:v>
                </c:pt>
                <c:pt idx="162">
                  <c:v>0.69589000000000001</c:v>
                </c:pt>
                <c:pt idx="163">
                  <c:v>0.71031999999999995</c:v>
                </c:pt>
                <c:pt idx="164">
                  <c:v>0.72453000000000001</c:v>
                </c:pt>
                <c:pt idx="165">
                  <c:v>0.73851999999999995</c:v>
                </c:pt>
                <c:pt idx="166">
                  <c:v>0.75227999999999995</c:v>
                </c:pt>
                <c:pt idx="167">
                  <c:v>0.76578000000000002</c:v>
                </c:pt>
                <c:pt idx="168">
                  <c:v>0.77900999999999998</c:v>
                </c:pt>
                <c:pt idx="169">
                  <c:v>0.79196999999999995</c:v>
                </c:pt>
                <c:pt idx="170">
                  <c:v>0.80464000000000002</c:v>
                </c:pt>
                <c:pt idx="171">
                  <c:v>0.81701000000000001</c:v>
                </c:pt>
                <c:pt idx="172">
                  <c:v>0.82904999999999995</c:v>
                </c:pt>
                <c:pt idx="173">
                  <c:v>0.84077000000000002</c:v>
                </c:pt>
                <c:pt idx="174">
                  <c:v>0.85216000000000003</c:v>
                </c:pt>
                <c:pt idx="175">
                  <c:v>0.86317999999999995</c:v>
                </c:pt>
                <c:pt idx="176">
                  <c:v>0.87385000000000002</c:v>
                </c:pt>
                <c:pt idx="177">
                  <c:v>0.88414999999999999</c:v>
                </c:pt>
                <c:pt idx="178">
                  <c:v>0.89405999999999997</c:v>
                </c:pt>
                <c:pt idx="179">
                  <c:v>0.90358000000000005</c:v>
                </c:pt>
                <c:pt idx="180">
                  <c:v>0.91269999999999996</c:v>
                </c:pt>
                <c:pt idx="181">
                  <c:v>0.9214</c:v>
                </c:pt>
                <c:pt idx="182">
                  <c:v>0.92969000000000002</c:v>
                </c:pt>
                <c:pt idx="183">
                  <c:v>0.93754000000000004</c:v>
                </c:pt>
                <c:pt idx="184">
                  <c:v>0.94496000000000002</c:v>
                </c:pt>
                <c:pt idx="185">
                  <c:v>0.95194000000000001</c:v>
                </c:pt>
                <c:pt idx="186">
                  <c:v>0.95847000000000004</c:v>
                </c:pt>
                <c:pt idx="187">
                  <c:v>0.96453999999999995</c:v>
                </c:pt>
                <c:pt idx="188">
                  <c:v>0.97014999999999996</c:v>
                </c:pt>
                <c:pt idx="189">
                  <c:v>0.97528000000000004</c:v>
                </c:pt>
                <c:pt idx="190">
                  <c:v>0.97994999999999999</c:v>
                </c:pt>
                <c:pt idx="191">
                  <c:v>0.98412999999999995</c:v>
                </c:pt>
                <c:pt idx="192">
                  <c:v>0.98784000000000005</c:v>
                </c:pt>
                <c:pt idx="193">
                  <c:v>0.99104999999999999</c:v>
                </c:pt>
                <c:pt idx="194">
                  <c:v>0.99378</c:v>
                </c:pt>
                <c:pt idx="195">
                  <c:v>0.99602000000000002</c:v>
                </c:pt>
                <c:pt idx="196">
                  <c:v>0.99775999999999998</c:v>
                </c:pt>
                <c:pt idx="197">
                  <c:v>0.999</c:v>
                </c:pt>
                <c:pt idx="198">
                  <c:v>0.99975000000000003</c:v>
                </c:pt>
                <c:pt idx="199">
                  <c:v>1</c:v>
                </c:pt>
              </c:numCache>
            </c:numRef>
          </c:xVal>
          <c:yVal>
            <c:numRef>
              <c:f>'30_target'!$B$2:$B$201</c:f>
              <c:numCache>
                <c:formatCode>General</c:formatCode>
                <c:ptCount val="200"/>
                <c:pt idx="0">
                  <c:v>0.96457899999999996</c:v>
                </c:pt>
                <c:pt idx="1">
                  <c:v>0.60425200000000001</c:v>
                </c:pt>
                <c:pt idx="2">
                  <c:v>0.53808400000000001</c:v>
                </c:pt>
                <c:pt idx="3">
                  <c:v>0.46646100000000001</c:v>
                </c:pt>
                <c:pt idx="4">
                  <c:v>0.41159400000000002</c:v>
                </c:pt>
                <c:pt idx="5">
                  <c:v>0.36888599999999999</c:v>
                </c:pt>
                <c:pt idx="6">
                  <c:v>0.33487800000000001</c:v>
                </c:pt>
                <c:pt idx="7">
                  <c:v>0.31193100000000001</c:v>
                </c:pt>
                <c:pt idx="8">
                  <c:v>0.300008</c:v>
                </c:pt>
                <c:pt idx="9">
                  <c:v>0.29693999999999998</c:v>
                </c:pt>
                <c:pt idx="10">
                  <c:v>0.29841400000000001</c:v>
                </c:pt>
                <c:pt idx="11">
                  <c:v>0.29942200000000002</c:v>
                </c:pt>
                <c:pt idx="12">
                  <c:v>0.29591499999999998</c:v>
                </c:pt>
                <c:pt idx="13">
                  <c:v>0.28593299999999999</c:v>
                </c:pt>
                <c:pt idx="14">
                  <c:v>0.26968900000000001</c:v>
                </c:pt>
                <c:pt idx="15">
                  <c:v>0.24898200000000001</c:v>
                </c:pt>
                <c:pt idx="16">
                  <c:v>0.226245</c:v>
                </c:pt>
                <c:pt idx="17">
                  <c:v>0.203766</c:v>
                </c:pt>
                <c:pt idx="18">
                  <c:v>0.18312600000000001</c:v>
                </c:pt>
                <c:pt idx="19">
                  <c:v>0.16486700000000001</c:v>
                </c:pt>
                <c:pt idx="20">
                  <c:v>0.14880299999999999</c:v>
                </c:pt>
                <c:pt idx="21">
                  <c:v>0.13433800000000001</c:v>
                </c:pt>
                <c:pt idx="22">
                  <c:v>0.12078999999999999</c:v>
                </c:pt>
                <c:pt idx="23">
                  <c:v>0.107683</c:v>
                </c:pt>
                <c:pt idx="24">
                  <c:v>9.4659599999999997E-2</c:v>
                </c:pt>
                <c:pt idx="25">
                  <c:v>8.1600000000000006E-2</c:v>
                </c:pt>
                <c:pt idx="26">
                  <c:v>6.8483799999999997E-2</c:v>
                </c:pt>
                <c:pt idx="27">
                  <c:v>5.5347199999999999E-2</c:v>
                </c:pt>
                <c:pt idx="28">
                  <c:v>4.2239499999999999E-2</c:v>
                </c:pt>
                <c:pt idx="29">
                  <c:v>2.92134E-2</c:v>
                </c:pt>
                <c:pt idx="30">
                  <c:v>1.6289700000000001E-2</c:v>
                </c:pt>
                <c:pt idx="31">
                  <c:v>3.4552099999999998E-3</c:v>
                </c:pt>
                <c:pt idx="32">
                  <c:v>-9.3522099999999997E-3</c:v>
                </c:pt>
                <c:pt idx="33">
                  <c:v>-2.2133300000000002E-2</c:v>
                </c:pt>
                <c:pt idx="34">
                  <c:v>-3.4877600000000002E-2</c:v>
                </c:pt>
                <c:pt idx="35">
                  <c:v>-4.7623899999999997E-2</c:v>
                </c:pt>
                <c:pt idx="36">
                  <c:v>-6.0323300000000003E-2</c:v>
                </c:pt>
                <c:pt idx="37">
                  <c:v>-7.3063199999999995E-2</c:v>
                </c:pt>
                <c:pt idx="38">
                  <c:v>-8.5812200000000005E-2</c:v>
                </c:pt>
                <c:pt idx="39">
                  <c:v>-9.8617399999999994E-2</c:v>
                </c:pt>
                <c:pt idx="40">
                  <c:v>-0.111489</c:v>
                </c:pt>
                <c:pt idx="41">
                  <c:v>-0.12443700000000001</c:v>
                </c:pt>
                <c:pt idx="42">
                  <c:v>-0.13750000000000001</c:v>
                </c:pt>
                <c:pt idx="43">
                  <c:v>-0.15068400000000001</c:v>
                </c:pt>
                <c:pt idx="44">
                  <c:v>-0.16401299999999999</c:v>
                </c:pt>
                <c:pt idx="45">
                  <c:v>-0.17747499999999999</c:v>
                </c:pt>
                <c:pt idx="46">
                  <c:v>-0.19106100000000001</c:v>
                </c:pt>
                <c:pt idx="47">
                  <c:v>-0.20473</c:v>
                </c:pt>
                <c:pt idx="48">
                  <c:v>-0.21851699999999999</c:v>
                </c:pt>
                <c:pt idx="49">
                  <c:v>-0.23255899999999999</c:v>
                </c:pt>
                <c:pt idx="50">
                  <c:v>-0.24706</c:v>
                </c:pt>
                <c:pt idx="51">
                  <c:v>-0.26202999999999999</c:v>
                </c:pt>
                <c:pt idx="52">
                  <c:v>-0.27701900000000002</c:v>
                </c:pt>
                <c:pt idx="53">
                  <c:v>-0.29126400000000002</c:v>
                </c:pt>
                <c:pt idx="54">
                  <c:v>-0.30487799999999998</c:v>
                </c:pt>
                <c:pt idx="55">
                  <c:v>-0.31978000000000001</c:v>
                </c:pt>
                <c:pt idx="56">
                  <c:v>-0.338063</c:v>
                </c:pt>
                <c:pt idx="57">
                  <c:v>-0.35582200000000003</c:v>
                </c:pt>
                <c:pt idx="58">
                  <c:v>-0.36214299999999999</c:v>
                </c:pt>
                <c:pt idx="59">
                  <c:v>-0.34961599999999998</c:v>
                </c:pt>
                <c:pt idx="60">
                  <c:v>-0.33460699999999999</c:v>
                </c:pt>
                <c:pt idx="61">
                  <c:v>-0.36538999999999999</c:v>
                </c:pt>
                <c:pt idx="62">
                  <c:v>-0.48659999999999998</c:v>
                </c:pt>
                <c:pt idx="63">
                  <c:v>-0.63309300000000002</c:v>
                </c:pt>
                <c:pt idx="64">
                  <c:v>-0.70116100000000003</c:v>
                </c:pt>
                <c:pt idx="65">
                  <c:v>-0.70824900000000002</c:v>
                </c:pt>
                <c:pt idx="66">
                  <c:v>-0.696295</c:v>
                </c:pt>
                <c:pt idx="67">
                  <c:v>-0.68742199999999998</c:v>
                </c:pt>
                <c:pt idx="68">
                  <c:v>-0.68297200000000002</c:v>
                </c:pt>
                <c:pt idx="69">
                  <c:v>-0.67840800000000001</c:v>
                </c:pt>
                <c:pt idx="70">
                  <c:v>-0.67105999999999999</c:v>
                </c:pt>
                <c:pt idx="71">
                  <c:v>-0.66031899999999999</c:v>
                </c:pt>
                <c:pt idx="72">
                  <c:v>-0.64677499999999999</c:v>
                </c:pt>
                <c:pt idx="73">
                  <c:v>-0.63176900000000002</c:v>
                </c:pt>
                <c:pt idx="74">
                  <c:v>-0.61597599999999997</c:v>
                </c:pt>
                <c:pt idx="75">
                  <c:v>-0.59882800000000003</c:v>
                </c:pt>
                <c:pt idx="76">
                  <c:v>-0.57918000000000003</c:v>
                </c:pt>
                <c:pt idx="77">
                  <c:v>-0.55635100000000004</c:v>
                </c:pt>
                <c:pt idx="78">
                  <c:v>-0.53050699999999995</c:v>
                </c:pt>
                <c:pt idx="79">
                  <c:v>-0.50174600000000003</c:v>
                </c:pt>
                <c:pt idx="80">
                  <c:v>-0.46986299999999998</c:v>
                </c:pt>
                <c:pt idx="81">
                  <c:v>-0.43450800000000001</c:v>
                </c:pt>
                <c:pt idx="82">
                  <c:v>-0.39510400000000001</c:v>
                </c:pt>
                <c:pt idx="83">
                  <c:v>-0.35111900000000001</c:v>
                </c:pt>
                <c:pt idx="84">
                  <c:v>-0.30174299999999998</c:v>
                </c:pt>
                <c:pt idx="85">
                  <c:v>-0.24578</c:v>
                </c:pt>
                <c:pt idx="86">
                  <c:v>-0.18209700000000001</c:v>
                </c:pt>
                <c:pt idx="87">
                  <c:v>-0.10944</c:v>
                </c:pt>
                <c:pt idx="88">
                  <c:v>-2.63124E-2</c:v>
                </c:pt>
                <c:pt idx="89">
                  <c:v>6.89612E-2</c:v>
                </c:pt>
                <c:pt idx="90">
                  <c:v>0.17801400000000001</c:v>
                </c:pt>
                <c:pt idx="91">
                  <c:v>0.30235000000000001</c:v>
                </c:pt>
                <c:pt idx="92">
                  <c:v>0.441834</c:v>
                </c:pt>
                <c:pt idx="93">
                  <c:v>0.59395600000000004</c:v>
                </c:pt>
                <c:pt idx="94">
                  <c:v>0.75326400000000004</c:v>
                </c:pt>
                <c:pt idx="95">
                  <c:v>0.91107700000000003</c:v>
                </c:pt>
                <c:pt idx="96">
                  <c:v>1.0405500000000001</c:v>
                </c:pt>
                <c:pt idx="97">
                  <c:v>1.1467499999999999</c:v>
                </c:pt>
                <c:pt idx="98">
                  <c:v>1.16801</c:v>
                </c:pt>
                <c:pt idx="99">
                  <c:v>1.13022</c:v>
                </c:pt>
                <c:pt idx="100">
                  <c:v>1.11687</c:v>
                </c:pt>
                <c:pt idx="101">
                  <c:v>1.00925</c:v>
                </c:pt>
                <c:pt idx="102">
                  <c:v>0.79405000000000003</c:v>
                </c:pt>
                <c:pt idx="103">
                  <c:v>0.57785900000000001</c:v>
                </c:pt>
                <c:pt idx="104">
                  <c:v>0.34854099999999999</c:v>
                </c:pt>
                <c:pt idx="105">
                  <c:v>0.13272800000000001</c:v>
                </c:pt>
                <c:pt idx="106">
                  <c:v>-5.7100400000000003E-2</c:v>
                </c:pt>
                <c:pt idx="107">
                  <c:v>-0.21842600000000001</c:v>
                </c:pt>
                <c:pt idx="108">
                  <c:v>-0.35245300000000002</c:v>
                </c:pt>
                <c:pt idx="109">
                  <c:v>-0.462536</c:v>
                </c:pt>
                <c:pt idx="110">
                  <c:v>-0.55182299999999995</c:v>
                </c:pt>
                <c:pt idx="111">
                  <c:v>-0.62395199999999995</c:v>
                </c:pt>
                <c:pt idx="112">
                  <c:v>-0.682284</c:v>
                </c:pt>
                <c:pt idx="113">
                  <c:v>-0.72987800000000003</c:v>
                </c:pt>
                <c:pt idx="114">
                  <c:v>-0.76845399999999997</c:v>
                </c:pt>
                <c:pt idx="115">
                  <c:v>-0.79893800000000004</c:v>
                </c:pt>
                <c:pt idx="116">
                  <c:v>-0.82252800000000004</c:v>
                </c:pt>
                <c:pt idx="117">
                  <c:v>-0.84084000000000003</c:v>
                </c:pt>
                <c:pt idx="118">
                  <c:v>-0.85527900000000001</c:v>
                </c:pt>
                <c:pt idx="119">
                  <c:v>-0.86706799999999995</c:v>
                </c:pt>
                <c:pt idx="120">
                  <c:v>-0.87695900000000004</c:v>
                </c:pt>
                <c:pt idx="121">
                  <c:v>-0.88446599999999997</c:v>
                </c:pt>
                <c:pt idx="122">
                  <c:v>-0.88847200000000004</c:v>
                </c:pt>
                <c:pt idx="123">
                  <c:v>-0.88896799999999998</c:v>
                </c:pt>
                <c:pt idx="124">
                  <c:v>-0.88734000000000002</c:v>
                </c:pt>
                <c:pt idx="125">
                  <c:v>-0.88508100000000001</c:v>
                </c:pt>
                <c:pt idx="126">
                  <c:v>-0.88219499999999995</c:v>
                </c:pt>
                <c:pt idx="127">
                  <c:v>-0.87849500000000003</c:v>
                </c:pt>
                <c:pt idx="128">
                  <c:v>-0.87416400000000005</c:v>
                </c:pt>
                <c:pt idx="129">
                  <c:v>-0.869398</c:v>
                </c:pt>
                <c:pt idx="130">
                  <c:v>-0.86380199999999996</c:v>
                </c:pt>
                <c:pt idx="131">
                  <c:v>-0.85666900000000001</c:v>
                </c:pt>
                <c:pt idx="132">
                  <c:v>-0.84765199999999996</c:v>
                </c:pt>
                <c:pt idx="133">
                  <c:v>-0.83705399999999996</c:v>
                </c:pt>
                <c:pt idx="134">
                  <c:v>-0.82558799999999999</c:v>
                </c:pt>
                <c:pt idx="135">
                  <c:v>-0.81389800000000001</c:v>
                </c:pt>
                <c:pt idx="136">
                  <c:v>-0.80233600000000005</c:v>
                </c:pt>
                <c:pt idx="137">
                  <c:v>-0.79109200000000002</c:v>
                </c:pt>
                <c:pt idx="138">
                  <c:v>-0.78041899999999997</c:v>
                </c:pt>
                <c:pt idx="139">
                  <c:v>-0.77084900000000001</c:v>
                </c:pt>
                <c:pt idx="140">
                  <c:v>-0.76281200000000005</c:v>
                </c:pt>
                <c:pt idx="141">
                  <c:v>-0.75633499999999998</c:v>
                </c:pt>
                <c:pt idx="142">
                  <c:v>-0.75109599999999999</c:v>
                </c:pt>
                <c:pt idx="143">
                  <c:v>-0.74693500000000002</c:v>
                </c:pt>
                <c:pt idx="144">
                  <c:v>-0.74412299999999998</c:v>
                </c:pt>
                <c:pt idx="145">
                  <c:v>-0.74303600000000003</c:v>
                </c:pt>
                <c:pt idx="146">
                  <c:v>-0.744004</c:v>
                </c:pt>
                <c:pt idx="147">
                  <c:v>-0.74697100000000005</c:v>
                </c:pt>
                <c:pt idx="148">
                  <c:v>-0.75153400000000004</c:v>
                </c:pt>
                <c:pt idx="149">
                  <c:v>-0.75635799999999997</c:v>
                </c:pt>
                <c:pt idx="150">
                  <c:v>-0.75989200000000001</c:v>
                </c:pt>
                <c:pt idx="151">
                  <c:v>-0.76068000000000002</c:v>
                </c:pt>
                <c:pt idx="152">
                  <c:v>-0.75787300000000002</c:v>
                </c:pt>
                <c:pt idx="153">
                  <c:v>-0.751023</c:v>
                </c:pt>
                <c:pt idx="154">
                  <c:v>-0.74033800000000005</c:v>
                </c:pt>
                <c:pt idx="155">
                  <c:v>-0.72795299999999996</c:v>
                </c:pt>
                <c:pt idx="156">
                  <c:v>-0.71653100000000003</c:v>
                </c:pt>
                <c:pt idx="157">
                  <c:v>-0.70127399999999995</c:v>
                </c:pt>
                <c:pt idx="158">
                  <c:v>-0.66473400000000005</c:v>
                </c:pt>
                <c:pt idx="159">
                  <c:v>-0.58960999999999997</c:v>
                </c:pt>
                <c:pt idx="160">
                  <c:v>-0.49612400000000001</c:v>
                </c:pt>
                <c:pt idx="161">
                  <c:v>-0.43699300000000002</c:v>
                </c:pt>
                <c:pt idx="162">
                  <c:v>-0.419769</c:v>
                </c:pt>
                <c:pt idx="163">
                  <c:v>-0.41588000000000003</c:v>
                </c:pt>
                <c:pt idx="164">
                  <c:v>-0.40004800000000001</c:v>
                </c:pt>
                <c:pt idx="165">
                  <c:v>-0.36664200000000002</c:v>
                </c:pt>
                <c:pt idx="166">
                  <c:v>-0.32404899999999998</c:v>
                </c:pt>
                <c:pt idx="167">
                  <c:v>-0.28218900000000002</c:v>
                </c:pt>
                <c:pt idx="168">
                  <c:v>-0.24304700000000001</c:v>
                </c:pt>
                <c:pt idx="169">
                  <c:v>-0.20391799999999999</c:v>
                </c:pt>
                <c:pt idx="170">
                  <c:v>-0.16417499999999999</c:v>
                </c:pt>
                <c:pt idx="171">
                  <c:v>-0.124945</c:v>
                </c:pt>
                <c:pt idx="172">
                  <c:v>-8.7084999999999996E-2</c:v>
                </c:pt>
                <c:pt idx="173">
                  <c:v>-5.0701299999999998E-2</c:v>
                </c:pt>
                <c:pt idx="174">
                  <c:v>-1.5808200000000001E-2</c:v>
                </c:pt>
                <c:pt idx="175">
                  <c:v>1.7328E-2</c:v>
                </c:pt>
                <c:pt idx="176">
                  <c:v>4.8368700000000001E-2</c:v>
                </c:pt>
                <c:pt idx="177">
                  <c:v>7.6965199999999998E-2</c:v>
                </c:pt>
                <c:pt idx="178">
                  <c:v>0.102593</c:v>
                </c:pt>
                <c:pt idx="179">
                  <c:v>0.124763</c:v>
                </c:pt>
                <c:pt idx="180">
                  <c:v>0.14305000000000001</c:v>
                </c:pt>
                <c:pt idx="181">
                  <c:v>0.15749199999999999</c:v>
                </c:pt>
                <c:pt idx="182">
                  <c:v>0.16889299999999999</c:v>
                </c:pt>
                <c:pt idx="183">
                  <c:v>0.17912900000000001</c:v>
                </c:pt>
                <c:pt idx="184">
                  <c:v>0.19106899999999999</c:v>
                </c:pt>
                <c:pt idx="185">
                  <c:v>0.20791699999999999</c:v>
                </c:pt>
                <c:pt idx="186">
                  <c:v>0.232013</c:v>
                </c:pt>
                <c:pt idx="187">
                  <c:v>0.263631</c:v>
                </c:pt>
                <c:pt idx="188">
                  <c:v>0.30059999999999998</c:v>
                </c:pt>
                <c:pt idx="189">
                  <c:v>0.33901399999999998</c:v>
                </c:pt>
                <c:pt idx="190">
                  <c:v>0.37519799999999998</c:v>
                </c:pt>
                <c:pt idx="191">
                  <c:v>0.40698099999999998</c:v>
                </c:pt>
                <c:pt idx="192">
                  <c:v>0.434089</c:v>
                </c:pt>
                <c:pt idx="193">
                  <c:v>0.45869199999999999</c:v>
                </c:pt>
                <c:pt idx="194">
                  <c:v>0.48321599999999998</c:v>
                </c:pt>
                <c:pt idx="195">
                  <c:v>0.51690700000000001</c:v>
                </c:pt>
                <c:pt idx="196">
                  <c:v>0.56852899999999995</c:v>
                </c:pt>
                <c:pt idx="197">
                  <c:v>0.61912999999999996</c:v>
                </c:pt>
                <c:pt idx="198">
                  <c:v>0.97171399999999997</c:v>
                </c:pt>
                <c:pt idx="199">
                  <c:v>0.80962400000000001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EB-4231-9D78-E80EA042FB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0595535"/>
        <c:axId val="1690597455"/>
      </c:scatterChart>
      <c:valAx>
        <c:axId val="1690595535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0597455"/>
        <c:crosses val="autoZero"/>
        <c:crossBetween val="midCat"/>
      </c:valAx>
      <c:valAx>
        <c:axId val="1690597455"/>
        <c:scaling>
          <c:orientation val="maxMin"/>
          <c:max val="1"/>
          <c:min val="-1.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90595535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0415405326476388"/>
          <c:y val="7.7947175996489287E-2"/>
          <c:w val="0.27386788040239424"/>
          <c:h val="0.16743438320209975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011592300962372E-2"/>
          <c:y val="2.7708515602216391E-2"/>
          <c:w val="0.90608552055993008"/>
          <c:h val="0.89814814814814814"/>
        </c:manualLayout>
      </c:layout>
      <c:scatterChart>
        <c:scatterStyle val="lineMarker"/>
        <c:varyColors val="0"/>
        <c:ser>
          <c:idx val="0"/>
          <c:order val="0"/>
          <c:tx>
            <c:v>Python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Sheet1!$A$2:$A$155</c:f>
              <c:numCache>
                <c:formatCode>General</c:formatCode>
                <c:ptCount val="154"/>
                <c:pt idx="1">
                  <c:v>4.8041399999999998E-2</c:v>
                </c:pt>
                <c:pt idx="2">
                  <c:v>4.6077800000000002E-2</c:v>
                </c:pt>
                <c:pt idx="3">
                  <c:v>4.4110900000000001E-2</c:v>
                </c:pt>
                <c:pt idx="4">
                  <c:v>4.2142100000000002E-2</c:v>
                </c:pt>
                <c:pt idx="5">
                  <c:v>4.0172800000000002E-2</c:v>
                </c:pt>
                <c:pt idx="6">
                  <c:v>3.8204099999999998E-2</c:v>
                </c:pt>
                <c:pt idx="7">
                  <c:v>3.62373E-2</c:v>
                </c:pt>
                <c:pt idx="8">
                  <c:v>3.4273900000000003E-2</c:v>
                </c:pt>
                <c:pt idx="9">
                  <c:v>3.23156E-2</c:v>
                </c:pt>
                <c:pt idx="10">
                  <c:v>3.0364499999999999E-2</c:v>
                </c:pt>
                <c:pt idx="11">
                  <c:v>2.8424000000000001E-2</c:v>
                </c:pt>
                <c:pt idx="12">
                  <c:v>2.64987E-2</c:v>
                </c:pt>
                <c:pt idx="13">
                  <c:v>2.45953E-2</c:v>
                </c:pt>
                <c:pt idx="14">
                  <c:v>2.2678899999999998E-2</c:v>
                </c:pt>
                <c:pt idx="15">
                  <c:v>2.0739799999999999E-2</c:v>
                </c:pt>
                <c:pt idx="16">
                  <c:v>1.88107E-2</c:v>
                </c:pt>
                <c:pt idx="17">
                  <c:v>1.69646E-2</c:v>
                </c:pt>
                <c:pt idx="18">
                  <c:v>1.5285999999999999E-2</c:v>
                </c:pt>
                <c:pt idx="19">
                  <c:v>1.3788699999999999E-2</c:v>
                </c:pt>
                <c:pt idx="20">
                  <c:v>1.24262E-2</c:v>
                </c:pt>
                <c:pt idx="21">
                  <c:v>1.11261E-2</c:v>
                </c:pt>
                <c:pt idx="22">
                  <c:v>9.8547700000000005E-3</c:v>
                </c:pt>
                <c:pt idx="23">
                  <c:v>8.6124500000000007E-3</c:v>
                </c:pt>
                <c:pt idx="24">
                  <c:v>7.4013300000000002E-3</c:v>
                </c:pt>
                <c:pt idx="25">
                  <c:v>6.2250999999999999E-3</c:v>
                </c:pt>
                <c:pt idx="26">
                  <c:v>5.0892200000000002E-3</c:v>
                </c:pt>
                <c:pt idx="27">
                  <c:v>4.0015399999999996E-3</c:v>
                </c:pt>
                <c:pt idx="28">
                  <c:v>2.9735299999999998E-3</c:v>
                </c:pt>
                <c:pt idx="29">
                  <c:v>2.0226599999999999E-3</c:v>
                </c:pt>
                <c:pt idx="30">
                  <c:v>1.1772600000000001E-3</c:v>
                </c:pt>
                <c:pt idx="31">
                  <c:v>4.8767E-4</c:v>
                </c:pt>
                <c:pt idx="32" formatCode="0.00E+00">
                  <c:v>5.5708799999999998E-5</c:v>
                </c:pt>
                <c:pt idx="33">
                  <c:v>1.04356E-4</c:v>
                </c:pt>
                <c:pt idx="34">
                  <c:v>7.6137600000000002E-4</c:v>
                </c:pt>
                <c:pt idx="35">
                  <c:v>1.87911E-3</c:v>
                </c:pt>
                <c:pt idx="36">
                  <c:v>3.29094E-3</c:v>
                </c:pt>
                <c:pt idx="37">
                  <c:v>4.8830699999999998E-3</c:v>
                </c:pt>
                <c:pt idx="38">
                  <c:v>6.5859999999999998E-3</c:v>
                </c:pt>
                <c:pt idx="39">
                  <c:v>8.3551500000000004E-3</c:v>
                </c:pt>
                <c:pt idx="40">
                  <c:v>1.01566E-2</c:v>
                </c:pt>
                <c:pt idx="41">
                  <c:v>1.1953099999999999E-2</c:v>
                </c:pt>
                <c:pt idx="42">
                  <c:v>1.37289E-2</c:v>
                </c:pt>
                <c:pt idx="43">
                  <c:v>1.5608199999999999E-2</c:v>
                </c:pt>
                <c:pt idx="44">
                  <c:v>1.76189E-2</c:v>
                </c:pt>
                <c:pt idx="45">
                  <c:v>1.97202E-2</c:v>
                </c:pt>
                <c:pt idx="46">
                  <c:v>2.1855599999999999E-2</c:v>
                </c:pt>
                <c:pt idx="47">
                  <c:v>2.3995900000000001E-2</c:v>
                </c:pt>
                <c:pt idx="48">
                  <c:v>2.6134600000000001E-2</c:v>
                </c:pt>
                <c:pt idx="49">
                  <c:v>2.8286100000000002E-2</c:v>
                </c:pt>
                <c:pt idx="50">
                  <c:v>3.0447100000000001E-2</c:v>
                </c:pt>
                <c:pt idx="51">
                  <c:v>3.2613900000000001E-2</c:v>
                </c:pt>
                <c:pt idx="52">
                  <c:v>3.4784599999999999E-2</c:v>
                </c:pt>
                <c:pt idx="53">
                  <c:v>3.69576E-2</c:v>
                </c:pt>
                <c:pt idx="54">
                  <c:v>3.9132100000000003E-2</c:v>
                </c:pt>
                <c:pt idx="55">
                  <c:v>4.1307299999999998E-2</c:v>
                </c:pt>
                <c:pt idx="56">
                  <c:v>4.3482399999999997E-2</c:v>
                </c:pt>
                <c:pt idx="57">
                  <c:v>4.5656799999999997E-2</c:v>
                </c:pt>
                <c:pt idx="58">
                  <c:v>4.7829700000000003E-2</c:v>
                </c:pt>
                <c:pt idx="59">
                  <c:v>5.6163699999999997E-2</c:v>
                </c:pt>
                <c:pt idx="60">
                  <c:v>6.3991800000000001E-2</c:v>
                </c:pt>
                <c:pt idx="61">
                  <c:v>7.3840500000000003E-2</c:v>
                </c:pt>
                <c:pt idx="62">
                  <c:v>8.6189399999999999E-2</c:v>
                </c:pt>
                <c:pt idx="63">
                  <c:v>0.101407</c:v>
                </c:pt>
                <c:pt idx="64">
                  <c:v>0.11856899999999999</c:v>
                </c:pt>
                <c:pt idx="65">
                  <c:v>0.137181</c:v>
                </c:pt>
                <c:pt idx="66">
                  <c:v>0.157167</c:v>
                </c:pt>
                <c:pt idx="67">
                  <c:v>0.178559</c:v>
                </c:pt>
                <c:pt idx="68">
                  <c:v>0.201291</c:v>
                </c:pt>
                <c:pt idx="69">
                  <c:v>0.22525000000000001</c:v>
                </c:pt>
                <c:pt idx="70">
                  <c:v>0.25029200000000001</c:v>
                </c:pt>
                <c:pt idx="71">
                  <c:v>0.27628799999999998</c:v>
                </c:pt>
                <c:pt idx="72">
                  <c:v>0.30298199999999997</c:v>
                </c:pt>
                <c:pt idx="73">
                  <c:v>0.32999400000000001</c:v>
                </c:pt>
                <c:pt idx="74">
                  <c:v>0.35716999999999999</c:v>
                </c:pt>
                <c:pt idx="75">
                  <c:v>0.38444</c:v>
                </c:pt>
                <c:pt idx="76">
                  <c:v>0.411746</c:v>
                </c:pt>
                <c:pt idx="77">
                  <c:v>0.439027</c:v>
                </c:pt>
                <c:pt idx="78">
                  <c:v>0.46621499999999999</c:v>
                </c:pt>
                <c:pt idx="79">
                  <c:v>0.49324200000000001</c:v>
                </c:pt>
                <c:pt idx="80">
                  <c:v>0.52004499999999998</c:v>
                </c:pt>
                <c:pt idx="81">
                  <c:v>0.54656199999999999</c:v>
                </c:pt>
                <c:pt idx="82">
                  <c:v>0.57273499999999999</c:v>
                </c:pt>
                <c:pt idx="83">
                  <c:v>0.59850999999999999</c:v>
                </c:pt>
                <c:pt idx="84">
                  <c:v>0.623834</c:v>
                </c:pt>
                <c:pt idx="85">
                  <c:v>0.64865799999999996</c:v>
                </c:pt>
                <c:pt idx="86">
                  <c:v>0.67293999999999998</c:v>
                </c:pt>
                <c:pt idx="87">
                  <c:v>0.69663900000000001</c:v>
                </c:pt>
                <c:pt idx="88">
                  <c:v>0.71972199999999997</c:v>
                </c:pt>
                <c:pt idx="89">
                  <c:v>0.74215699999999996</c:v>
                </c:pt>
                <c:pt idx="90">
                  <c:v>0.76391799999999999</c:v>
                </c:pt>
                <c:pt idx="91">
                  <c:v>0.78498599999999996</c:v>
                </c:pt>
                <c:pt idx="92">
                  <c:v>0.80534399999999995</c:v>
                </c:pt>
                <c:pt idx="93">
                  <c:v>0.82499800000000001</c:v>
                </c:pt>
                <c:pt idx="94">
                  <c:v>0.84397100000000003</c:v>
                </c:pt>
                <c:pt idx="95">
                  <c:v>0.86226199999999997</c:v>
                </c:pt>
                <c:pt idx="96">
                  <c:v>0.87984099999999998</c:v>
                </c:pt>
                <c:pt idx="97">
                  <c:v>0.89663899999999996</c:v>
                </c:pt>
                <c:pt idx="98">
                  <c:v>0.91250900000000001</c:v>
                </c:pt>
                <c:pt idx="99">
                  <c:v>0.92716799999999999</c:v>
                </c:pt>
                <c:pt idx="100">
                  <c:v>0.94032400000000005</c:v>
                </c:pt>
                <c:pt idx="101">
                  <c:v>0.95201000000000002</c:v>
                </c:pt>
                <c:pt idx="102">
                  <c:v>0.96247799999999994</c:v>
                </c:pt>
                <c:pt idx="103">
                  <c:v>0.97184000000000004</c:v>
                </c:pt>
                <c:pt idx="104">
                  <c:v>0.980186</c:v>
                </c:pt>
                <c:pt idx="105">
                  <c:v>0.98760499999999996</c:v>
                </c:pt>
                <c:pt idx="106">
                  <c:v>0.99418200000000001</c:v>
                </c:pt>
                <c:pt idx="107">
                  <c:v>0.99429900000000004</c:v>
                </c:pt>
                <c:pt idx="108">
                  <c:v>0.98787400000000003</c:v>
                </c:pt>
                <c:pt idx="109">
                  <c:v>0.98064799999999996</c:v>
                </c:pt>
                <c:pt idx="110">
                  <c:v>0.97253299999999998</c:v>
                </c:pt>
                <c:pt idx="111">
                  <c:v>0.96343599999999996</c:v>
                </c:pt>
                <c:pt idx="112">
                  <c:v>0.95325400000000005</c:v>
                </c:pt>
                <c:pt idx="113">
                  <c:v>0.94187100000000001</c:v>
                </c:pt>
                <c:pt idx="114">
                  <c:v>0.92905099999999996</c:v>
                </c:pt>
                <c:pt idx="115">
                  <c:v>0.91467399999999999</c:v>
                </c:pt>
                <c:pt idx="116">
                  <c:v>0.89901200000000003</c:v>
                </c:pt>
                <c:pt idx="117">
                  <c:v>0.88238099999999997</c:v>
                </c:pt>
                <c:pt idx="118">
                  <c:v>0.86494899999999997</c:v>
                </c:pt>
                <c:pt idx="119">
                  <c:v>0.84678699999999996</c:v>
                </c:pt>
                <c:pt idx="120">
                  <c:v>0.82792100000000002</c:v>
                </c:pt>
                <c:pt idx="121">
                  <c:v>0.80834600000000001</c:v>
                </c:pt>
                <c:pt idx="122">
                  <c:v>0.78802700000000003</c:v>
                </c:pt>
                <c:pt idx="123">
                  <c:v>0.76695599999999997</c:v>
                </c:pt>
                <c:pt idx="124">
                  <c:v>0.74514800000000003</c:v>
                </c:pt>
                <c:pt idx="125">
                  <c:v>0.72262199999999999</c:v>
                </c:pt>
                <c:pt idx="126">
                  <c:v>0.69940199999999997</c:v>
                </c:pt>
                <c:pt idx="127">
                  <c:v>0.67552000000000001</c:v>
                </c:pt>
                <c:pt idx="128">
                  <c:v>0.651007</c:v>
                </c:pt>
                <c:pt idx="129">
                  <c:v>0.62589899999999998</c:v>
                </c:pt>
                <c:pt idx="130">
                  <c:v>0.60023599999999999</c:v>
                </c:pt>
                <c:pt idx="131">
                  <c:v>0.574071</c:v>
                </c:pt>
                <c:pt idx="132">
                  <c:v>0.547458</c:v>
                </c:pt>
                <c:pt idx="133">
                  <c:v>0.52045600000000003</c:v>
                </c:pt>
                <c:pt idx="134">
                  <c:v>0.49312499999999998</c:v>
                </c:pt>
                <c:pt idx="135">
                  <c:v>0.46554099999999998</c:v>
                </c:pt>
                <c:pt idx="136">
                  <c:v>0.43776700000000002</c:v>
                </c:pt>
                <c:pt idx="137">
                  <c:v>0.40987099999999999</c:v>
                </c:pt>
                <c:pt idx="138">
                  <c:v>0.38192799999999999</c:v>
                </c:pt>
                <c:pt idx="139">
                  <c:v>0.35401700000000003</c:v>
                </c:pt>
                <c:pt idx="140">
                  <c:v>0.32621099999999997</c:v>
                </c:pt>
                <c:pt idx="141">
                  <c:v>0.298597</c:v>
                </c:pt>
                <c:pt idx="142">
                  <c:v>0.27139600000000003</c:v>
                </c:pt>
                <c:pt idx="143">
                  <c:v>0.245084</c:v>
                </c:pt>
                <c:pt idx="144">
                  <c:v>0.21982699999999999</c:v>
                </c:pt>
                <c:pt idx="145">
                  <c:v>0.19581699999999999</c:v>
                </c:pt>
                <c:pt idx="146">
                  <c:v>0.17319399999999999</c:v>
                </c:pt>
                <c:pt idx="147">
                  <c:v>0.15207699999999999</c:v>
                </c:pt>
                <c:pt idx="148">
                  <c:v>0.13253200000000001</c:v>
                </c:pt>
                <c:pt idx="149">
                  <c:v>0.114455</c:v>
                </c:pt>
                <c:pt idx="150">
                  <c:v>9.7910999999999998E-2</c:v>
                </c:pt>
                <c:pt idx="151">
                  <c:v>8.3584099999999995E-2</c:v>
                </c:pt>
                <c:pt idx="152">
                  <c:v>7.2185600000000003E-2</c:v>
                </c:pt>
                <c:pt idx="153">
                  <c:v>6.3084699999999994E-2</c:v>
                </c:pt>
              </c:numCache>
            </c:numRef>
          </c:xVal>
          <c:yVal>
            <c:numRef>
              <c:f>Sheet1!$B$2:$B$155</c:f>
              <c:numCache>
                <c:formatCode>General</c:formatCode>
                <c:ptCount val="154"/>
                <c:pt idx="1">
                  <c:v>-1.5766199999999999</c:v>
                </c:pt>
                <c:pt idx="2">
                  <c:v>-1.72001</c:v>
                </c:pt>
                <c:pt idx="3">
                  <c:v>-1.7156499999999999</c:v>
                </c:pt>
                <c:pt idx="4">
                  <c:v>-1.7611699999999999</c:v>
                </c:pt>
                <c:pt idx="5">
                  <c:v>-1.7894600000000001</c:v>
                </c:pt>
                <c:pt idx="6">
                  <c:v>-1.8400700000000001</c:v>
                </c:pt>
                <c:pt idx="7">
                  <c:v>-1.88676</c:v>
                </c:pt>
                <c:pt idx="8">
                  <c:v>-1.9434899999999999</c:v>
                </c:pt>
                <c:pt idx="9">
                  <c:v>-2.0061499999999999</c:v>
                </c:pt>
                <c:pt idx="10">
                  <c:v>-2.0799500000000002</c:v>
                </c:pt>
                <c:pt idx="11">
                  <c:v>-2.1526100000000001</c:v>
                </c:pt>
                <c:pt idx="12">
                  <c:v>-2.1654200000000001</c:v>
                </c:pt>
                <c:pt idx="13">
                  <c:v>-2.20581</c:v>
                </c:pt>
                <c:pt idx="14">
                  <c:v>-2.4327200000000002</c:v>
                </c:pt>
                <c:pt idx="15">
                  <c:v>-2.85039</c:v>
                </c:pt>
                <c:pt idx="16">
                  <c:v>-3.2841300000000002</c:v>
                </c:pt>
                <c:pt idx="17">
                  <c:v>-3.34639</c:v>
                </c:pt>
                <c:pt idx="18">
                  <c:v>-2.9670299999999998</c:v>
                </c:pt>
                <c:pt idx="19">
                  <c:v>-2.46577</c:v>
                </c:pt>
                <c:pt idx="20">
                  <c:v>-2.1185800000000001</c:v>
                </c:pt>
                <c:pt idx="21">
                  <c:v>-1.9717</c:v>
                </c:pt>
                <c:pt idx="22">
                  <c:v>-1.8962600000000001</c:v>
                </c:pt>
                <c:pt idx="23">
                  <c:v>-1.8370599999999999</c:v>
                </c:pt>
                <c:pt idx="24">
                  <c:v>-1.79874</c:v>
                </c:pt>
                <c:pt idx="25">
                  <c:v>-1.7782500000000001</c:v>
                </c:pt>
                <c:pt idx="26">
                  <c:v>-1.77274</c:v>
                </c:pt>
                <c:pt idx="27">
                  <c:v>-1.7810299999999999</c:v>
                </c:pt>
                <c:pt idx="28">
                  <c:v>-1.80141</c:v>
                </c:pt>
                <c:pt idx="29">
                  <c:v>-1.84771</c:v>
                </c:pt>
                <c:pt idx="30">
                  <c:v>-1.97106</c:v>
                </c:pt>
                <c:pt idx="31">
                  <c:v>-2.1635200000000001</c:v>
                </c:pt>
                <c:pt idx="32">
                  <c:v>-1.93696</c:v>
                </c:pt>
                <c:pt idx="33">
                  <c:v>-0.83290399999999998</c:v>
                </c:pt>
                <c:pt idx="34">
                  <c:v>0.476632</c:v>
                </c:pt>
                <c:pt idx="35">
                  <c:v>1.2780499999999999</c:v>
                </c:pt>
                <c:pt idx="36">
                  <c:v>1.59107</c:v>
                </c:pt>
                <c:pt idx="37">
                  <c:v>1.63063</c:v>
                </c:pt>
                <c:pt idx="38">
                  <c:v>1.5673900000000001</c:v>
                </c:pt>
                <c:pt idx="39">
                  <c:v>1.4787600000000001</c:v>
                </c:pt>
                <c:pt idx="40">
                  <c:v>1.3807199999999999</c:v>
                </c:pt>
                <c:pt idx="41">
                  <c:v>1.3008599999999999</c:v>
                </c:pt>
                <c:pt idx="42">
                  <c:v>1.3116399999999999</c:v>
                </c:pt>
                <c:pt idx="43">
                  <c:v>1.3308599999999999</c:v>
                </c:pt>
                <c:pt idx="44">
                  <c:v>1.27207</c:v>
                </c:pt>
                <c:pt idx="45">
                  <c:v>1.1821299999999999</c:v>
                </c:pt>
                <c:pt idx="46">
                  <c:v>1.12317</c:v>
                </c:pt>
                <c:pt idx="47">
                  <c:v>1.0953900000000001</c:v>
                </c:pt>
                <c:pt idx="48">
                  <c:v>1.0615699999999999</c:v>
                </c:pt>
                <c:pt idx="49">
                  <c:v>1.01831</c:v>
                </c:pt>
                <c:pt idx="50">
                  <c:v>0.98825099999999999</c:v>
                </c:pt>
                <c:pt idx="51">
                  <c:v>0.96426000000000001</c:v>
                </c:pt>
                <c:pt idx="52">
                  <c:v>0.94289100000000003</c:v>
                </c:pt>
                <c:pt idx="53">
                  <c:v>0.92322700000000002</c:v>
                </c:pt>
                <c:pt idx="54">
                  <c:v>0.90529400000000004</c:v>
                </c:pt>
                <c:pt idx="55">
                  <c:v>0.88475199999999998</c:v>
                </c:pt>
                <c:pt idx="56">
                  <c:v>0.86225200000000002</c:v>
                </c:pt>
                <c:pt idx="57">
                  <c:v>0.84944699999999995</c:v>
                </c:pt>
                <c:pt idx="58">
                  <c:v>0.88649900000000004</c:v>
                </c:pt>
                <c:pt idx="59">
                  <c:v>0.72854399999999997</c:v>
                </c:pt>
                <c:pt idx="60">
                  <c:v>0.71938100000000005</c:v>
                </c:pt>
                <c:pt idx="61">
                  <c:v>0.67427599999999999</c:v>
                </c:pt>
                <c:pt idx="62">
                  <c:v>0.60848599999999997</c:v>
                </c:pt>
                <c:pt idx="63">
                  <c:v>0.55525899999999995</c:v>
                </c:pt>
                <c:pt idx="64">
                  <c:v>0.53343200000000002</c:v>
                </c:pt>
                <c:pt idx="65">
                  <c:v>0.50512500000000005</c:v>
                </c:pt>
                <c:pt idx="66">
                  <c:v>0.46451900000000002</c:v>
                </c:pt>
                <c:pt idx="67">
                  <c:v>0.43882199999999999</c:v>
                </c:pt>
                <c:pt idx="68">
                  <c:v>0.41941600000000001</c:v>
                </c:pt>
                <c:pt idx="69">
                  <c:v>0.39741700000000002</c:v>
                </c:pt>
                <c:pt idx="70">
                  <c:v>0.39045000000000002</c:v>
                </c:pt>
                <c:pt idx="71">
                  <c:v>0.37974200000000002</c:v>
                </c:pt>
                <c:pt idx="72">
                  <c:v>0.36190099999999997</c:v>
                </c:pt>
                <c:pt idx="73">
                  <c:v>0.34663300000000002</c:v>
                </c:pt>
                <c:pt idx="74">
                  <c:v>0.33232</c:v>
                </c:pt>
                <c:pt idx="75">
                  <c:v>0.31942500000000001</c:v>
                </c:pt>
                <c:pt idx="76">
                  <c:v>0.30715300000000001</c:v>
                </c:pt>
                <c:pt idx="77">
                  <c:v>0.29341699999999998</c:v>
                </c:pt>
                <c:pt idx="78">
                  <c:v>0.27858500000000003</c:v>
                </c:pt>
                <c:pt idx="79">
                  <c:v>0.26393100000000003</c:v>
                </c:pt>
                <c:pt idx="80">
                  <c:v>0.25091599999999997</c:v>
                </c:pt>
                <c:pt idx="81">
                  <c:v>0.24057700000000001</c:v>
                </c:pt>
                <c:pt idx="82">
                  <c:v>0.231603</c:v>
                </c:pt>
                <c:pt idx="83">
                  <c:v>0.22306300000000001</c:v>
                </c:pt>
                <c:pt idx="84">
                  <c:v>0.21285599999999999</c:v>
                </c:pt>
                <c:pt idx="85">
                  <c:v>0.203236</c:v>
                </c:pt>
                <c:pt idx="86">
                  <c:v>0.195217</c:v>
                </c:pt>
                <c:pt idx="87">
                  <c:v>0.18715999999999999</c:v>
                </c:pt>
                <c:pt idx="88">
                  <c:v>0.17816000000000001</c:v>
                </c:pt>
                <c:pt idx="89">
                  <c:v>0.16861000000000001</c:v>
                </c:pt>
                <c:pt idx="90">
                  <c:v>0.159856</c:v>
                </c:pt>
                <c:pt idx="91">
                  <c:v>0.15043799999999999</c:v>
                </c:pt>
                <c:pt idx="92">
                  <c:v>0.141987</c:v>
                </c:pt>
                <c:pt idx="93">
                  <c:v>0.13373599999999999</c:v>
                </c:pt>
                <c:pt idx="94">
                  <c:v>0.123824</c:v>
                </c:pt>
                <c:pt idx="95">
                  <c:v>0.114494</c:v>
                </c:pt>
                <c:pt idx="96">
                  <c:v>0.10559300000000001</c:v>
                </c:pt>
                <c:pt idx="97">
                  <c:v>9.4824900000000004E-2</c:v>
                </c:pt>
                <c:pt idx="98">
                  <c:v>9.0486499999999997E-2</c:v>
                </c:pt>
                <c:pt idx="99">
                  <c:v>8.7349300000000005E-2</c:v>
                </c:pt>
                <c:pt idx="100">
                  <c:v>6.9627800000000004E-2</c:v>
                </c:pt>
                <c:pt idx="101">
                  <c:v>5.44088E-2</c:v>
                </c:pt>
                <c:pt idx="102">
                  <c:v>5.3254700000000002E-2</c:v>
                </c:pt>
                <c:pt idx="103">
                  <c:v>5.5731700000000002E-2</c:v>
                </c:pt>
                <c:pt idx="104">
                  <c:v>5.10462E-2</c:v>
                </c:pt>
                <c:pt idx="105">
                  <c:v>4.3075099999999998E-2</c:v>
                </c:pt>
                <c:pt idx="106">
                  <c:v>8.5884500000000003E-2</c:v>
                </c:pt>
                <c:pt idx="107">
                  <c:v>-0.22964000000000001</c:v>
                </c:pt>
                <c:pt idx="108">
                  <c:v>-0.31123200000000001</c:v>
                </c:pt>
                <c:pt idx="109">
                  <c:v>-0.35730400000000001</c:v>
                </c:pt>
                <c:pt idx="110">
                  <c:v>-0.421294</c:v>
                </c:pt>
                <c:pt idx="111">
                  <c:v>-0.48714499999999999</c:v>
                </c:pt>
                <c:pt idx="112">
                  <c:v>-0.56298400000000004</c:v>
                </c:pt>
                <c:pt idx="113">
                  <c:v>-0.63302400000000003</c:v>
                </c:pt>
                <c:pt idx="114">
                  <c:v>-0.70041900000000001</c:v>
                </c:pt>
                <c:pt idx="115">
                  <c:v>-0.763598</c:v>
                </c:pt>
                <c:pt idx="116">
                  <c:v>-0.80526399999999998</c:v>
                </c:pt>
                <c:pt idx="117">
                  <c:v>-0.83065299999999997</c:v>
                </c:pt>
                <c:pt idx="118">
                  <c:v>-0.84526400000000002</c:v>
                </c:pt>
                <c:pt idx="119">
                  <c:v>-0.84887800000000002</c:v>
                </c:pt>
                <c:pt idx="120">
                  <c:v>-0.84256399999999998</c:v>
                </c:pt>
                <c:pt idx="121">
                  <c:v>-0.83089400000000002</c:v>
                </c:pt>
                <c:pt idx="122">
                  <c:v>-0.81507399999999997</c:v>
                </c:pt>
                <c:pt idx="123">
                  <c:v>-0.79709700000000006</c:v>
                </c:pt>
                <c:pt idx="124">
                  <c:v>-0.78092799999999996</c:v>
                </c:pt>
                <c:pt idx="125">
                  <c:v>-0.76741099999999995</c:v>
                </c:pt>
                <c:pt idx="126">
                  <c:v>-0.75715399999999999</c:v>
                </c:pt>
                <c:pt idx="127">
                  <c:v>-0.75044100000000002</c:v>
                </c:pt>
                <c:pt idx="128">
                  <c:v>-0.74722599999999995</c:v>
                </c:pt>
                <c:pt idx="129">
                  <c:v>-0.74696799999999997</c:v>
                </c:pt>
                <c:pt idx="130">
                  <c:v>-0.74875899999999995</c:v>
                </c:pt>
                <c:pt idx="131">
                  <c:v>-0.75112500000000004</c:v>
                </c:pt>
                <c:pt idx="132">
                  <c:v>-0.75386399999999998</c:v>
                </c:pt>
                <c:pt idx="133">
                  <c:v>-0.75673999999999997</c:v>
                </c:pt>
                <c:pt idx="134">
                  <c:v>-0.75800800000000002</c:v>
                </c:pt>
                <c:pt idx="135">
                  <c:v>-0.75942600000000005</c:v>
                </c:pt>
                <c:pt idx="136">
                  <c:v>-0.76043499999999997</c:v>
                </c:pt>
                <c:pt idx="137">
                  <c:v>-0.76319800000000004</c:v>
                </c:pt>
                <c:pt idx="138">
                  <c:v>-0.76452299999999995</c:v>
                </c:pt>
                <c:pt idx="139">
                  <c:v>-0.76548099999999997</c:v>
                </c:pt>
                <c:pt idx="140">
                  <c:v>-0.77160099999999998</c:v>
                </c:pt>
                <c:pt idx="141">
                  <c:v>-0.79892399999999997</c:v>
                </c:pt>
                <c:pt idx="142">
                  <c:v>-0.80253300000000005</c:v>
                </c:pt>
                <c:pt idx="143">
                  <c:v>-0.82364199999999999</c:v>
                </c:pt>
                <c:pt idx="144">
                  <c:v>-0.87754500000000002</c:v>
                </c:pt>
                <c:pt idx="145">
                  <c:v>-0.91396299999999997</c:v>
                </c:pt>
                <c:pt idx="146">
                  <c:v>-0.98881600000000003</c:v>
                </c:pt>
                <c:pt idx="147">
                  <c:v>-1.0469200000000001</c:v>
                </c:pt>
                <c:pt idx="148">
                  <c:v>-1.09734</c:v>
                </c:pt>
                <c:pt idx="149">
                  <c:v>-1.2081900000000001</c:v>
                </c:pt>
                <c:pt idx="150">
                  <c:v>-1.3505100000000001</c:v>
                </c:pt>
                <c:pt idx="151">
                  <c:v>-1.4171</c:v>
                </c:pt>
                <c:pt idx="152">
                  <c:v>-1.46383</c:v>
                </c:pt>
                <c:pt idx="153">
                  <c:v>-1.5244899999999999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055-4587-9CBE-60836ABB5B1E}"/>
            </c:ext>
          </c:extLst>
        </c:ser>
        <c:ser>
          <c:idx val="1"/>
          <c:order val="1"/>
          <c:tx>
            <c:v>NASA</c:v>
          </c:tx>
          <c:spPr>
            <a:ln w="19050" cap="rnd">
              <a:solidFill>
                <a:schemeClr val="accent2">
                  <a:alpha val="98000"/>
                </a:schemeClr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Sheet1!$D$2:$D$52</c:f>
              <c:numCache>
                <c:formatCode>General</c:formatCode>
                <c:ptCount val="51"/>
                <c:pt idx="0">
                  <c:v>1</c:v>
                </c:pt>
                <c:pt idx="1">
                  <c:v>0.99139999999999995</c:v>
                </c:pt>
                <c:pt idx="2">
                  <c:v>0.91180000000000005</c:v>
                </c:pt>
                <c:pt idx="3">
                  <c:v>0.81869999999999998</c:v>
                </c:pt>
                <c:pt idx="4">
                  <c:v>0.76470000000000005</c:v>
                </c:pt>
                <c:pt idx="5">
                  <c:v>0.65959999999999996</c:v>
                </c:pt>
                <c:pt idx="6">
                  <c:v>0.58760000000000001</c:v>
                </c:pt>
                <c:pt idx="7">
                  <c:v>0.51659999999999995</c:v>
                </c:pt>
                <c:pt idx="8">
                  <c:v>0.4456</c:v>
                </c:pt>
                <c:pt idx="9">
                  <c:v>0.37640000000000001</c:v>
                </c:pt>
                <c:pt idx="10">
                  <c:v>0.30640000000000001</c:v>
                </c:pt>
                <c:pt idx="11">
                  <c:v>0.27079999999999999</c:v>
                </c:pt>
                <c:pt idx="12">
                  <c:v>0.2394</c:v>
                </c:pt>
                <c:pt idx="13">
                  <c:v>0.2074</c:v>
                </c:pt>
                <c:pt idx="14">
                  <c:v>0.15959999999999999</c:v>
                </c:pt>
                <c:pt idx="15">
                  <c:v>0.128</c:v>
                </c:pt>
                <c:pt idx="16">
                  <c:v>8.1000000000000003E-2</c:v>
                </c:pt>
                <c:pt idx="17">
                  <c:v>5.0599999999999999E-2</c:v>
                </c:pt>
                <c:pt idx="18">
                  <c:v>2.8299999999999999E-2</c:v>
                </c:pt>
                <c:pt idx="19">
                  <c:v>8.2000000000000007E-3</c:v>
                </c:pt>
                <c:pt idx="20">
                  <c:v>-2.9999999999999997E-4</c:v>
                </c:pt>
                <c:pt idx="21">
                  <c:v>1.4500000000000001E-2</c:v>
                </c:pt>
                <c:pt idx="22">
                  <c:v>2.9600000000000001E-2</c:v>
                </c:pt>
                <c:pt idx="23">
                  <c:v>4.8899999999999999E-2</c:v>
                </c:pt>
                <c:pt idx="24">
                  <c:v>7.5200000000000003E-2</c:v>
                </c:pt>
                <c:pt idx="25">
                  <c:v>0.1009</c:v>
                </c:pt>
                <c:pt idx="26">
                  <c:v>0.1283</c:v>
                </c:pt>
                <c:pt idx="27">
                  <c:v>0.15240000000000001</c:v>
                </c:pt>
                <c:pt idx="28">
                  <c:v>0.1832</c:v>
                </c:pt>
                <c:pt idx="29">
                  <c:v>0.2145</c:v>
                </c:pt>
                <c:pt idx="30">
                  <c:v>0.2482</c:v>
                </c:pt>
                <c:pt idx="31">
                  <c:v>0.28270000000000001</c:v>
                </c:pt>
                <c:pt idx="32">
                  <c:v>0.31890000000000002</c:v>
                </c:pt>
                <c:pt idx="33">
                  <c:v>0.3508</c:v>
                </c:pt>
                <c:pt idx="34">
                  <c:v>0.38990000000000002</c:v>
                </c:pt>
                <c:pt idx="35">
                  <c:v>0.42509999999999998</c:v>
                </c:pt>
                <c:pt idx="36">
                  <c:v>0.4602</c:v>
                </c:pt>
                <c:pt idx="37">
                  <c:v>0.49409999999999998</c:v>
                </c:pt>
                <c:pt idx="38">
                  <c:v>0.52969999999999995</c:v>
                </c:pt>
                <c:pt idx="39">
                  <c:v>0.56630000000000003</c:v>
                </c:pt>
                <c:pt idx="40">
                  <c:v>0.59709999999999996</c:v>
                </c:pt>
                <c:pt idx="41">
                  <c:v>0.62829999999999997</c:v>
                </c:pt>
                <c:pt idx="42">
                  <c:v>0.65900000000000003</c:v>
                </c:pt>
                <c:pt idx="43">
                  <c:v>0.71980010000000005</c:v>
                </c:pt>
                <c:pt idx="44">
                  <c:v>0.7893</c:v>
                </c:pt>
                <c:pt idx="45">
                  <c:v>0.88780000000000003</c:v>
                </c:pt>
                <c:pt idx="46">
                  <c:v>0.93069999999999997</c:v>
                </c:pt>
                <c:pt idx="47">
                  <c:v>0.95089999999999997</c:v>
                </c:pt>
                <c:pt idx="48">
                  <c:v>0.97410010000000002</c:v>
                </c:pt>
                <c:pt idx="49">
                  <c:v>0.98560000000000003</c:v>
                </c:pt>
                <c:pt idx="50">
                  <c:v>1</c:v>
                </c:pt>
              </c:numCache>
            </c:numRef>
          </c:xVal>
          <c:yVal>
            <c:numRef>
              <c:f>Sheet1!$E$2:$E$52</c:f>
              <c:numCache>
                <c:formatCode>General</c:formatCode>
                <c:ptCount val="51"/>
                <c:pt idx="0">
                  <c:v>-0.34901379999999999</c:v>
                </c:pt>
                <c:pt idx="1">
                  <c:v>-0.25542690000000001</c:v>
                </c:pt>
                <c:pt idx="2">
                  <c:v>-2.5058750000000001E-2</c:v>
                </c:pt>
                <c:pt idx="3">
                  <c:v>9.0125079999999996E-2</c:v>
                </c:pt>
                <c:pt idx="4">
                  <c:v>0.12612010000000001</c:v>
                </c:pt>
                <c:pt idx="5">
                  <c:v>0.1837125</c:v>
                </c:pt>
                <c:pt idx="6">
                  <c:v>0.23410510000000001</c:v>
                </c:pt>
                <c:pt idx="7">
                  <c:v>0.27729939999999997</c:v>
                </c:pt>
                <c:pt idx="8">
                  <c:v>0.32049319999999998</c:v>
                </c:pt>
                <c:pt idx="9">
                  <c:v>0.36368699999999998</c:v>
                </c:pt>
                <c:pt idx="10">
                  <c:v>0.42127940000000003</c:v>
                </c:pt>
                <c:pt idx="11">
                  <c:v>0.45007510000000001</c:v>
                </c:pt>
                <c:pt idx="12">
                  <c:v>0.4788713</c:v>
                </c:pt>
                <c:pt idx="13">
                  <c:v>0.50766750000000005</c:v>
                </c:pt>
                <c:pt idx="14">
                  <c:v>0.57245780000000002</c:v>
                </c:pt>
                <c:pt idx="15">
                  <c:v>0.63724899999999995</c:v>
                </c:pt>
                <c:pt idx="16">
                  <c:v>0.78842829999999997</c:v>
                </c:pt>
                <c:pt idx="17">
                  <c:v>0.9180102</c:v>
                </c:pt>
                <c:pt idx="18">
                  <c:v>0.9900002</c:v>
                </c:pt>
                <c:pt idx="19">
                  <c:v>0.16931389999999999</c:v>
                </c:pt>
                <c:pt idx="20">
                  <c:v>-6.2089999999999996</c:v>
                </c:pt>
                <c:pt idx="21">
                  <c:v>-5.1219510000000001</c:v>
                </c:pt>
                <c:pt idx="22">
                  <c:v>-3.6821510000000002</c:v>
                </c:pt>
                <c:pt idx="23">
                  <c:v>-3.4085890000000001</c:v>
                </c:pt>
                <c:pt idx="24">
                  <c:v>-3.0774349999999999</c:v>
                </c:pt>
                <c:pt idx="25">
                  <c:v>-2.7678780000000001</c:v>
                </c:pt>
                <c:pt idx="26">
                  <c:v>-2.559107</c:v>
                </c:pt>
                <c:pt idx="27">
                  <c:v>-2.422326</c:v>
                </c:pt>
                <c:pt idx="28">
                  <c:v>-2.2351519999999998</c:v>
                </c:pt>
                <c:pt idx="29">
                  <c:v>-2.0983710000000002</c:v>
                </c:pt>
                <c:pt idx="30">
                  <c:v>-1.947192</c:v>
                </c:pt>
                <c:pt idx="31">
                  <c:v>-1.8176099999999999</c:v>
                </c:pt>
                <c:pt idx="32">
                  <c:v>-1.6808289999999999</c:v>
                </c:pt>
                <c:pt idx="33">
                  <c:v>-1.5584450000000001</c:v>
                </c:pt>
                <c:pt idx="34">
                  <c:v>-1.3928689999999999</c:v>
                </c:pt>
                <c:pt idx="35">
                  <c:v>-1.2560880000000001</c:v>
                </c:pt>
                <c:pt idx="36">
                  <c:v>-1.133705</c:v>
                </c:pt>
                <c:pt idx="37">
                  <c:v>-1.018521</c:v>
                </c:pt>
                <c:pt idx="38">
                  <c:v>-0.8961382</c:v>
                </c:pt>
                <c:pt idx="39">
                  <c:v>-0.79535199999999995</c:v>
                </c:pt>
                <c:pt idx="40">
                  <c:v>-0.70176510000000003</c:v>
                </c:pt>
                <c:pt idx="41">
                  <c:v>-0.62977499999999997</c:v>
                </c:pt>
                <c:pt idx="42">
                  <c:v>-0.57218270000000004</c:v>
                </c:pt>
                <c:pt idx="43">
                  <c:v>-0.49299379999999998</c:v>
                </c:pt>
                <c:pt idx="44">
                  <c:v>-0.44260070000000001</c:v>
                </c:pt>
                <c:pt idx="45">
                  <c:v>-0.40660570000000001</c:v>
                </c:pt>
                <c:pt idx="46">
                  <c:v>-0.40660570000000001</c:v>
                </c:pt>
                <c:pt idx="47">
                  <c:v>-0.40660570000000001</c:v>
                </c:pt>
                <c:pt idx="48">
                  <c:v>-0.39940690000000001</c:v>
                </c:pt>
                <c:pt idx="49">
                  <c:v>-0.39940690000000001</c:v>
                </c:pt>
                <c:pt idx="50">
                  <c:v>-0.35621259999999999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055-4587-9CBE-60836ABB5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9751583"/>
        <c:axId val="1748452959"/>
      </c:scatterChart>
      <c:valAx>
        <c:axId val="1299751583"/>
        <c:scaling>
          <c:orientation val="minMax"/>
          <c:max val="1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48452959"/>
        <c:crosses val="autoZero"/>
        <c:crossBetween val="midCat"/>
      </c:valAx>
      <c:valAx>
        <c:axId val="1748452959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997515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1009711286089237"/>
          <c:y val="7.4652230971128636E-2"/>
          <c:w val="0.17623643919510062"/>
          <c:h val="0.1562510936132983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9235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4710F51-9605-4A0B-91B3-A7A73478FDA0}" type="datetime1">
              <a:rPr lang="ko-KR" altLang="en-US"/>
              <a:pPr lvl="0"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2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283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718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DFCB732-0E64-4E4B-AD1D-E639B030470E}" type="slidenum">
              <a:rPr lang="ko-KR" altLang="en-US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25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"/>
          <p:cNvSpPr>
            <a:spLocks noGrp="1"/>
          </p:cNvSpPr>
          <p:nvPr>
            <p:ph type="title"/>
          </p:nvPr>
        </p:nvSpPr>
        <p:spPr>
          <a:xfrm>
            <a:off x="407368" y="445583"/>
            <a:ext cx="11377264" cy="1687273"/>
          </a:xfrm>
          <a:solidFill>
            <a:srgbClr val="DCEEF2"/>
          </a:solidFill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ko-KR" alt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3467708" y="3861372"/>
            <a:ext cx="5544616" cy="9357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Font typeface="Wingdings" panose="05000000000000000000" pitchFamily="2" charset="2"/>
              <a:buNone/>
              <a:defRPr sz="1800" b="1">
                <a:solidFill>
                  <a:srgbClr val="1E3373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C835-A02B-4303-BF8E-1567B3DE11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67708" y="2304519"/>
            <a:ext cx="5544616" cy="119648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lang="ko-KR" altLang="en-US" sz="1800" b="1" kern="1200" dirty="0" smtClean="0">
                <a:solidFill>
                  <a:srgbClr val="28859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316531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87123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95602" y="1988845"/>
            <a:ext cx="7200799" cy="1440159"/>
          </a:xfrm>
          <a:ln w="28575">
            <a:solidFill>
              <a:schemeClr val="tx2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2C1FC-636C-4DFE-B508-5815F7C44E5C}"/>
              </a:ext>
            </a:extLst>
          </p:cNvPr>
          <p:cNvSpPr/>
          <p:nvPr userDrawn="1"/>
        </p:nvSpPr>
        <p:spPr>
          <a:xfrm>
            <a:off x="12079898" y="0"/>
            <a:ext cx="123368" cy="6858000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1F674F-A97B-4205-B96C-91F303271B53}"/>
              </a:ext>
            </a:extLst>
          </p:cNvPr>
          <p:cNvSpPr/>
          <p:nvPr userDrawn="1"/>
        </p:nvSpPr>
        <p:spPr>
          <a:xfrm>
            <a:off x="0" y="0"/>
            <a:ext cx="12190566" cy="14401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20DAF3-0F03-4397-A482-CFC28B2612DE}"/>
              </a:ext>
            </a:extLst>
          </p:cNvPr>
          <p:cNvSpPr/>
          <p:nvPr userDrawn="1"/>
        </p:nvSpPr>
        <p:spPr>
          <a:xfrm>
            <a:off x="0" y="6468238"/>
            <a:ext cx="12190566" cy="387266"/>
          </a:xfrm>
          <a:prstGeom prst="rect">
            <a:avLst/>
          </a:prstGeom>
          <a:solidFill>
            <a:srgbClr val="1E3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47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1415480" y="6519359"/>
            <a:ext cx="8640959" cy="26813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11607690" y="6531738"/>
            <a:ext cx="445840" cy="248246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73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19359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C2A0C14-8CC0-42FD-8CE9-1E35F0866E14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5890A43-C134-420B-9097-C9A569A47C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1560932-1FD3-464C-A710-A2B477C20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2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325910" y="67587"/>
            <a:ext cx="11530730" cy="44381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F57EB056-07C5-4EDF-AE12-2388056124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67053" y="6545711"/>
            <a:ext cx="1270915" cy="2746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A352B5-5F70-4660-85E9-C59CCEB19E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076329-D9CB-402F-87F4-978B81DA92AB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4B8CF3B3-55EF-446B-AD6D-63382461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B1538FD-2372-4749-8653-B342B03C381C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024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19832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9516" y="6519348"/>
            <a:ext cx="8712968" cy="268139"/>
          </a:xfrm>
        </p:spPr>
        <p:txBody>
          <a:bodyPr/>
          <a:lstStyle>
            <a:lvl1pPr algn="ctr">
              <a:defRPr sz="1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87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29024" y="628648"/>
            <a:ext cx="11521280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335360" y="108290"/>
            <a:ext cx="10972800" cy="4438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5CBE5F3-201D-4485-B451-4A671AB06AE2}"/>
              </a:ext>
            </a:extLst>
          </p:cNvPr>
          <p:cNvCxnSpPr>
            <a:cxnSpLocks/>
          </p:cNvCxnSpPr>
          <p:nvPr userDrawn="1"/>
        </p:nvCxnSpPr>
        <p:spPr>
          <a:xfrm>
            <a:off x="335360" y="548680"/>
            <a:ext cx="11521280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D8F35B81-0411-4BA1-A5A1-E930949D4A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488587"/>
            <a:ext cx="1167866" cy="359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1FED27-53F6-4777-907F-F8DBE1D34FA4}"/>
              </a:ext>
            </a:extLst>
          </p:cNvPr>
          <p:cNvSpPr txBox="1"/>
          <p:nvPr userDrawn="1"/>
        </p:nvSpPr>
        <p:spPr>
          <a:xfrm>
            <a:off x="11679391" y="6528458"/>
            <a:ext cx="443127" cy="2676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9B51CA68-2E01-4290-A1C9-D07E4BA3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0" y="6527985"/>
            <a:ext cx="8712968" cy="268139"/>
          </a:xfrm>
        </p:spPr>
        <p:txBody>
          <a:bodyPr/>
          <a:lstStyle>
            <a:lvl1pPr>
              <a:defRPr sz="1000" b="1">
                <a:solidFill>
                  <a:schemeClr val="tx2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srgbClr val="1F497D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DCB6CB-609A-48D4-A222-AEB9A1A35EA2}"/>
              </a:ext>
            </a:extLst>
          </p:cNvPr>
          <p:cNvCxnSpPr/>
          <p:nvPr userDrawn="1"/>
        </p:nvCxnSpPr>
        <p:spPr>
          <a:xfrm>
            <a:off x="12926" y="6461962"/>
            <a:ext cx="12178601" cy="0"/>
          </a:xfrm>
          <a:prstGeom prst="line">
            <a:avLst/>
          </a:prstGeom>
          <a:ln>
            <a:solidFill>
              <a:srgbClr val="F0F0F2"/>
            </a:soli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20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제목만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FDAC71-B89B-469A-8F29-956F5D0F3418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E10D368-B55C-4C70-88A8-DED907DFB2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998B31CE-7B8D-4C10-8A83-571ABE9BD7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05DED02-2D7C-4A9C-9DC2-CE3789C3CB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353" y="3015378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FB16FB-F16A-49B9-AC1B-A777E70A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555"/>
            <a:ext cx="10441160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2705B8-801F-46DB-B023-73ED6D95E7A4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바닥글 개체 틀 5">
            <a:extLst>
              <a:ext uri="{FF2B5EF4-FFF2-40B4-BE49-F238E27FC236}">
                <a16:creationId xmlns:a16="http://schemas.microsoft.com/office/drawing/2014/main" id="{5B58D994-B6BD-4309-98D9-ACF44C78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4" name="그림 3" descr="그래픽, 그래픽 디자인, 스크린샷, 텍스트이(가) 표시된 사진&#10;&#10;자동 생성된 설명">
            <a:extLst>
              <a:ext uri="{FF2B5EF4-FFF2-40B4-BE49-F238E27FC236}">
                <a16:creationId xmlns:a16="http://schemas.microsoft.com/office/drawing/2014/main" id="{7D94B59C-CF78-6478-7C35-B253D9255E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3" b="9491"/>
          <a:stretch/>
        </p:blipFill>
        <p:spPr>
          <a:xfrm>
            <a:off x="11492865" y="-13991"/>
            <a:ext cx="699135" cy="570531"/>
          </a:xfrm>
          <a:prstGeom prst="rect">
            <a:avLst/>
          </a:prstGeom>
        </p:spPr>
      </p:pic>
      <p:sp>
        <p:nvSpPr>
          <p:cNvPr id="3" name="텍스트 개체 틀 15">
            <a:extLst>
              <a:ext uri="{FF2B5EF4-FFF2-40B4-BE49-F238E27FC236}">
                <a16:creationId xmlns:a16="http://schemas.microsoft.com/office/drawing/2014/main" id="{1DAF98AF-10C4-2E6A-0288-629116172D18}"/>
              </a:ext>
            </a:extLst>
          </p:cNvPr>
          <p:cNvSpPr txBox="1">
            <a:spLocks/>
          </p:cNvSpPr>
          <p:nvPr userDrawn="1"/>
        </p:nvSpPr>
        <p:spPr>
          <a:xfrm>
            <a:off x="8487092" y="19184"/>
            <a:ext cx="3048591" cy="577990"/>
          </a:xfrm>
          <a:prstGeom prst="rect">
            <a:avLst/>
          </a:prstGeom>
        </p:spPr>
        <p:txBody>
          <a:bodyPr lIns="36000" tIns="0" rIns="36000" bIns="0" anchor="ctr"/>
          <a:lstStyle>
            <a:lvl1pPr mar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 sz="1800" b="1" kern="1200">
                <a:solidFill>
                  <a:srgbClr val="1E3373"/>
                </a:solidFill>
                <a:latin typeface="+mn-lt"/>
                <a:ea typeface="+mn-ea"/>
                <a:cs typeface="+mn-cs"/>
              </a:defRPr>
            </a:lvl1pPr>
            <a:lvl2pPr marL="514363" indent="-197832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9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1327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859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4390" indent="-158266" algn="ctr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40920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52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7398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90513" indent="-158266" algn="l" defTabSz="633062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공력시뮬레이션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및 통합설계 연구실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633062" rtl="0" eaLnBrk="1" fontAlgn="auto" latinLnBrk="1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Aerodynamic Design Optimization Lab.</a:t>
            </a:r>
          </a:p>
        </p:txBody>
      </p:sp>
    </p:spTree>
    <p:extLst>
      <p:ext uri="{BB962C8B-B14F-4D97-AF65-F5344CB8AC3E}">
        <p14:creationId xmlns:p14="http://schemas.microsoft.com/office/powerpoint/2010/main" val="54606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텍스트박스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D15C9C-91EA-4CF4-BB22-C3180AB9C192}"/>
              </a:ext>
            </a:extLst>
          </p:cNvPr>
          <p:cNvSpPr/>
          <p:nvPr userDrawn="1"/>
        </p:nvSpPr>
        <p:spPr>
          <a:xfrm>
            <a:off x="0" y="-13990"/>
            <a:ext cx="12192000" cy="576064"/>
          </a:xfrm>
          <a:prstGeom prst="rect">
            <a:avLst/>
          </a:prstGeom>
          <a:solidFill>
            <a:srgbClr val="1E33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62883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8DB575B-1DD5-4341-BF47-5800AC04B2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EE934B5-0560-4558-95E6-C9DBE427829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4BF39A93-2929-4AB7-B494-9DA07C7E05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6DAA6-1AD3-4439-997C-0C67595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F0F0F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B8E4-7D8C-4964-9474-AD9A3D2AAAB8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바닥글 개체 틀 5">
            <a:extLst>
              <a:ext uri="{FF2B5EF4-FFF2-40B4-BE49-F238E27FC236}">
                <a16:creationId xmlns:a16="http://schemas.microsoft.com/office/drawing/2014/main" id="{026A9CF2-532D-46A6-94CF-0BA0AEBB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85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좌제목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6C72AC2E-63E2-4BDF-9267-C583416B5E9D}"/>
              </a:ext>
            </a:extLst>
          </p:cNvPr>
          <p:cNvSpPr/>
          <p:nvPr userDrawn="1"/>
        </p:nvSpPr>
        <p:spPr>
          <a:xfrm>
            <a:off x="0" y="0"/>
            <a:ext cx="2622430" cy="6858000"/>
          </a:xfrm>
          <a:prstGeom prst="rect">
            <a:avLst/>
          </a:prstGeom>
          <a:solidFill>
            <a:srgbClr val="1E337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2639617" y="42469"/>
            <a:ext cx="9289031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A87D8D0A-099C-4FFD-94CB-C170D7B1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7275" y="3618718"/>
            <a:ext cx="1967880" cy="530363"/>
          </a:xfrm>
        </p:spPr>
        <p:txBody>
          <a:bodyPr/>
          <a:lstStyle>
            <a:lvl1pPr>
              <a:defRPr sz="1000">
                <a:solidFill>
                  <a:srgbClr val="F0F0F2"/>
                </a:solidFill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0" y="283718"/>
            <a:ext cx="2639616" cy="2425202"/>
          </a:xfrm>
          <a:noFill/>
        </p:spPr>
        <p:txBody>
          <a:bodyPr>
            <a:normAutofit/>
          </a:bodyPr>
          <a:lstStyle>
            <a:lvl1pPr algn="ctr">
              <a:lnSpc>
                <a:spcPct val="150000"/>
              </a:lnSpc>
              <a:defRPr sz="2400">
                <a:solidFill>
                  <a:srgbClr val="F0F0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971935" y="6574282"/>
            <a:ext cx="6785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814A9AE1-D86C-4A1A-9746-8CEC46E8A3E4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F0F0F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0F0F2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82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강조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Y견고딕" pitchFamily="18" charset="-127"/>
              <a:ea typeface="HY견고딕" pitchFamily="18" charset="-127"/>
              <a:cs typeface="+mn-cs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3" name="직선 연결선 12"/>
          <p:cNvCxnSpPr>
            <a:cxnSpLocks/>
          </p:cNvCxnSpPr>
          <p:nvPr userDrawn="1"/>
        </p:nvCxnSpPr>
        <p:spPr>
          <a:xfrm>
            <a:off x="2" y="638266"/>
            <a:ext cx="1220046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제목 10">
            <a:extLst>
              <a:ext uri="{FF2B5EF4-FFF2-40B4-BE49-F238E27FC236}">
                <a16:creationId xmlns:a16="http://schemas.microsoft.com/office/drawing/2014/main" id="{E7812EE4-D319-4C39-9A7B-0738EA83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3533" cy="628830"/>
          </a:xfrm>
          <a:solidFill>
            <a:srgbClr val="396499"/>
          </a:solidFill>
          <a:ln>
            <a:solidFill>
              <a:srgbClr val="396499"/>
            </a:solidFill>
          </a:ln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슬라이드 번호 개체 틀 7">
            <a:extLst>
              <a:ext uri="{FF2B5EF4-FFF2-40B4-BE49-F238E27FC236}">
                <a16:creationId xmlns:a16="http://schemas.microsoft.com/office/drawing/2014/main" id="{53F89311-B4EF-4883-9957-039F10C35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861" y="6453340"/>
            <a:ext cx="2844800" cy="309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B192EC6C-8783-4515-9F1B-A0AB1D2E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114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4165600" y="6473233"/>
            <a:ext cx="38608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144712" y="94860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95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633062" rtl="0" eaLnBrk="1" latinLnBrk="1" hangingPunct="1">
        <a:spcBef>
          <a:spcPct val="0"/>
        </a:spcBef>
        <a:buNone/>
        <a:defRPr lang="ko-KR" altLang="en-US" sz="1661" b="1" kern="120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37398" indent="-237398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97832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91327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107859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9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geuns/CFD_Class_Lecture.g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7368" y="385711"/>
            <a:ext cx="11377264" cy="1687273"/>
          </a:xfrm>
        </p:spPr>
        <p:txBody>
          <a:bodyPr/>
          <a:lstStyle/>
          <a:p>
            <a:pPr algn="ctr">
              <a:defRPr/>
            </a:pPr>
            <a:r>
              <a:rPr lang="en-US" altLang="ko-KR" sz="2800" dirty="0"/>
              <a:t>SU2 </a:t>
            </a:r>
            <a:r>
              <a:rPr lang="ko-KR" altLang="en-US" sz="2800" dirty="0"/>
              <a:t>보고서 </a:t>
            </a:r>
            <a:r>
              <a:rPr lang="en-US" altLang="ko-KR" sz="2800" dirty="0"/>
              <a:t>(11</a:t>
            </a:r>
            <a:r>
              <a:rPr lang="ko-KR" altLang="en-US" sz="2800" dirty="0"/>
              <a:t>주차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800" dirty="0"/>
              <a:t>NACA 4412 </a:t>
            </a:r>
            <a:r>
              <a:rPr lang="ko-KR" altLang="en-US" sz="2800" dirty="0"/>
              <a:t>해석 결과</a:t>
            </a:r>
            <a:endParaRPr lang="en-US" altLang="ko-KR" sz="2000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908171" y="3707911"/>
            <a:ext cx="6375658" cy="1818089"/>
          </a:xfrm>
        </p:spPr>
        <p:txBody>
          <a:bodyPr/>
          <a:lstStyle/>
          <a:p>
            <a:pPr lvl="0">
              <a:defRPr/>
            </a:pPr>
            <a:r>
              <a:rPr lang="ko-KR" altLang="en-US" dirty="0" err="1"/>
              <a:t>전산유체</a:t>
            </a:r>
            <a:r>
              <a:rPr lang="ko-KR" altLang="en-US" dirty="0"/>
              <a:t> 해석 실습</a:t>
            </a:r>
          </a:p>
          <a:p>
            <a:pPr lvl="0">
              <a:defRPr/>
            </a:pPr>
            <a:r>
              <a:rPr lang="ko-KR" altLang="en-US" dirty="0"/>
              <a:t>청주대학교 항공기계공학과</a:t>
            </a: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지도교수</a:t>
            </a:r>
            <a:r>
              <a:rPr lang="en-US" altLang="ko-KR" dirty="0"/>
              <a:t>: </a:t>
            </a:r>
            <a:r>
              <a:rPr lang="ko-KR" altLang="en-US" dirty="0" err="1"/>
              <a:t>임동균</a:t>
            </a:r>
            <a:r>
              <a:rPr lang="ko-KR" altLang="en-US" dirty="0"/>
              <a:t> 교수님</a:t>
            </a:r>
          </a:p>
          <a:p>
            <a:pPr lvl="0">
              <a:defRPr/>
            </a:pPr>
            <a:r>
              <a:rPr lang="en-US" altLang="ko-KR" dirty="0"/>
              <a:t>Due: Dec. 04, 2025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61710" t="77010" r="11920" b="13340"/>
          <a:stretch>
            <a:fillRect/>
          </a:stretch>
        </p:blipFill>
        <p:spPr>
          <a:xfrm>
            <a:off x="5205411" y="5900788"/>
            <a:ext cx="1781175" cy="571501"/>
          </a:xfrm>
          <a:prstGeom prst="rect">
            <a:avLst/>
          </a:prstGeom>
        </p:spPr>
      </p:pic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2908171" y="2723103"/>
            <a:ext cx="6375658" cy="1243734"/>
          </a:xfrm>
        </p:spPr>
        <p:txBody>
          <a:bodyPr/>
          <a:lstStyle/>
          <a:p>
            <a:pPr marL="0" lvl="0" indent="0" algn="ctr" defTabSz="633062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Wingdings"/>
              <a:buNone/>
              <a:defRPr/>
            </a:pPr>
            <a:r>
              <a:rPr lang="ko-KR" altLang="en-US" sz="230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  <a:t>서 보 근</a:t>
            </a:r>
            <a:br>
              <a:rPr kumimoji="0" lang="en-US" altLang="ko-KR" sz="2300" b="1" i="0" u="none" strike="noStrike" kern="1200" cap="none" spc="0" normalizeH="0" baseline="0" dirty="0">
                <a:solidFill>
                  <a:srgbClr val="1E3373"/>
                </a:solidFill>
                <a:latin typeface="맑은 고딕"/>
                <a:ea typeface="맑은 고딕"/>
                <a:cs typeface="맑은 고딕"/>
              </a:rPr>
            </a:br>
            <a:endParaRPr kumimoji="0" lang="ko-KR" altLang="en-US" sz="2300" b="1" i="0" u="none" strike="noStrike" kern="1200" cap="none" spc="0" normalizeH="0" baseline="0" dirty="0">
              <a:solidFill>
                <a:srgbClr val="1E337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ECFF55-7FD3-FA6A-232A-4DACB1C7DC4F}"/>
              </a:ext>
            </a:extLst>
          </p:cNvPr>
          <p:cNvSpPr txBox="1"/>
          <p:nvPr/>
        </p:nvSpPr>
        <p:spPr>
          <a:xfrm>
            <a:off x="0" y="6627168"/>
            <a:ext cx="35032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본 해석은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Chat GPT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의 도움을 받아 진행되었습니다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804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5FF1F93-1CD7-F112-C420-885776B18952}"/>
              </a:ext>
            </a:extLst>
          </p:cNvPr>
          <p:cNvSpPr txBox="1"/>
          <p:nvPr/>
        </p:nvSpPr>
        <p:spPr>
          <a:xfrm>
            <a:off x="256585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격자 조건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B9D755-5BBA-498D-F242-28149A3AECDB}"/>
              </a:ext>
            </a:extLst>
          </p:cNvPr>
          <p:cNvSpPr txBox="1"/>
          <p:nvPr/>
        </p:nvSpPr>
        <p:spPr>
          <a:xfrm>
            <a:off x="256585" y="1045809"/>
            <a:ext cx="68032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 해석에서는 다음과 같은 해석 격자 조건을 적용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5588" indent="-171450">
              <a:buFont typeface="Wingdings" panose="05000000000000000000" pitchFamily="2" charset="2"/>
              <a:buChar char="Ø"/>
            </a:pPr>
            <a:r>
              <a:rPr lang="en-US" altLang="ko-KR" sz="1400" dirty="0"/>
              <a:t>Mesh Definition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NDIME = 3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Flow NELEM = 57344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5588" indent="-171450">
              <a:buFont typeface="Wingdings" panose="05000000000000000000" pitchFamily="2" charset="2"/>
              <a:buChar char="Ø"/>
            </a:pPr>
            <a:r>
              <a:rPr lang="en-US" altLang="ko-KR" sz="1400" dirty="0"/>
              <a:t>Solver &amp; Physics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Solver = RANS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KIND_TURB_MODEL= SA</a:t>
            </a:r>
          </a:p>
          <a:p>
            <a:pPr marL="263525"/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5588" indent="-171450">
              <a:buFont typeface="Wingdings" panose="05000000000000000000" pitchFamily="2" charset="2"/>
              <a:buChar char="Ø"/>
            </a:pPr>
            <a:r>
              <a:rPr lang="en-US" altLang="ko-KR" sz="1400" dirty="0"/>
              <a:t>COMPRESSIBLE FREE-STREAM DEFINITION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MACH_NUMBER= 0.09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AOA= 13.87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FREESTREAM_TEMPERATURE= 297.77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REYNOLDS_NUMBER= 1.52E6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GAMMA_VALUE= 1.4</a:t>
            </a: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GAS_CONSTANT= 287.058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제목 2">
            <a:extLst>
              <a:ext uri="{FF2B5EF4-FFF2-40B4-BE49-F238E27FC236}">
                <a16:creationId xmlns:a16="http://schemas.microsoft.com/office/drawing/2014/main" id="{27580D37-8187-07DB-27C3-DAC731A6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격자 조건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35988-2675-74E8-43C8-0B7CC440C591}"/>
              </a:ext>
            </a:extLst>
          </p:cNvPr>
          <p:cNvSpPr txBox="1"/>
          <p:nvPr/>
        </p:nvSpPr>
        <p:spPr>
          <a:xfrm>
            <a:off x="69486" y="6416657"/>
            <a:ext cx="3902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Ref:</a:t>
            </a:r>
          </a:p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https://turbmodels.larc.nasa.gov/naca4412sep_val.html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125628-A993-EAAB-0B48-F2997A6E5AF6}"/>
              </a:ext>
            </a:extLst>
          </p:cNvPr>
          <p:cNvGrpSpPr/>
          <p:nvPr/>
        </p:nvGrpSpPr>
        <p:grpSpPr>
          <a:xfrm>
            <a:off x="8105034" y="1544279"/>
            <a:ext cx="3905795" cy="3602053"/>
            <a:chOff x="7706434" y="1233195"/>
            <a:chExt cx="3905795" cy="360205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C70C16E-856A-64A0-5094-0B67B9264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6434" y="1233195"/>
              <a:ext cx="3905795" cy="348663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A0AC0E-99C8-76D9-B8BC-6CDF66FE5CD5}"/>
                </a:ext>
              </a:extLst>
            </p:cNvPr>
            <p:cNvSpPr txBox="1"/>
            <p:nvPr/>
          </p:nvSpPr>
          <p:spPr>
            <a:xfrm>
              <a:off x="9769645" y="4604416"/>
              <a:ext cx="177551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Fig. 1 Boundary condition plot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236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568CF2E-4140-91D7-7BFF-DEF27255E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해석 결과</a:t>
            </a:r>
            <a:r>
              <a:rPr lang="en-US" altLang="ko-KR" dirty="0"/>
              <a:t> - </a:t>
            </a:r>
            <a:r>
              <a:rPr lang="ko-KR" altLang="en-US" dirty="0"/>
              <a:t>격자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D5022F-0EC3-8813-F2BE-0C66CF6E8DFF}"/>
              </a:ext>
            </a:extLst>
          </p:cNvPr>
          <p:cNvSpPr txBox="1"/>
          <p:nvPr/>
        </p:nvSpPr>
        <p:spPr>
          <a:xfrm>
            <a:off x="39767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 </a:t>
            </a:r>
            <a:r>
              <a:rPr lang="en-US" altLang="ko-KR" sz="2000" dirty="0"/>
              <a:t>- </a:t>
            </a:r>
            <a:r>
              <a:rPr lang="ko-KR" altLang="en-US" sz="2000" dirty="0"/>
              <a:t>격자</a:t>
            </a:r>
            <a:endParaRPr lang="en-US" sz="2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BB7301-079E-9ECB-2E6D-08AEEBC2BCFA}"/>
              </a:ext>
            </a:extLst>
          </p:cNvPr>
          <p:cNvSpPr txBox="1"/>
          <p:nvPr/>
        </p:nvSpPr>
        <p:spPr>
          <a:xfrm>
            <a:off x="39767" y="1045809"/>
            <a:ext cx="454165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NASA</a:t>
            </a:r>
            <a:r>
              <a:rPr lang="ko-KR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해석 데이터와 비교</a:t>
            </a:r>
            <a:endParaRPr lang="en-US" altLang="ko-KR" sz="11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해석장이 전체적으로 유사하며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mesh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구조도와 높은 일치도를 보임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58775" indent="-952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유동장에서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separation bubble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을 포함한 </a:t>
            </a:r>
            <a:r>
              <a:rPr lang="ko-KR" altLang="en-US"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유동장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패턴의 유사성이 높음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787BD99-9BAD-856B-CD77-E1563A554ADE}"/>
              </a:ext>
            </a:extLst>
          </p:cNvPr>
          <p:cNvGrpSpPr/>
          <p:nvPr/>
        </p:nvGrpSpPr>
        <p:grpSpPr>
          <a:xfrm>
            <a:off x="4518269" y="717081"/>
            <a:ext cx="7251196" cy="6140919"/>
            <a:chOff x="4518269" y="717081"/>
            <a:chExt cx="7251196" cy="614091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8B2CFF9-6573-31D1-1717-EA94FA74B778}"/>
                </a:ext>
              </a:extLst>
            </p:cNvPr>
            <p:cNvGrpSpPr/>
            <p:nvPr/>
          </p:nvGrpSpPr>
          <p:grpSpPr>
            <a:xfrm>
              <a:off x="4518269" y="717081"/>
              <a:ext cx="7251196" cy="6140919"/>
              <a:chOff x="4518269" y="717081"/>
              <a:chExt cx="7251196" cy="6140919"/>
            </a:xfrm>
          </p:grpSpPr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D05ED21C-8748-168F-0FE8-3A2A7A7A54E5}"/>
                  </a:ext>
                </a:extLst>
              </p:cNvPr>
              <p:cNvGrpSpPr/>
              <p:nvPr/>
            </p:nvGrpSpPr>
            <p:grpSpPr>
              <a:xfrm>
                <a:off x="4518269" y="717081"/>
                <a:ext cx="7251196" cy="6140919"/>
                <a:chOff x="568438" y="617947"/>
                <a:chExt cx="7251196" cy="6140919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0A8CDB1F-38C3-CDCA-7816-484B715BDB58}"/>
                    </a:ext>
                  </a:extLst>
                </p:cNvPr>
                <p:cNvGrpSpPr/>
                <p:nvPr/>
              </p:nvGrpSpPr>
              <p:grpSpPr>
                <a:xfrm>
                  <a:off x="584903" y="617947"/>
                  <a:ext cx="3201645" cy="3379457"/>
                  <a:chOff x="584903" y="617947"/>
                  <a:chExt cx="3201645" cy="3379457"/>
                </a:xfrm>
              </p:grpSpPr>
              <p:pic>
                <p:nvPicPr>
                  <p:cNvPr id="14" name="그림 13">
                    <a:extLst>
                      <a:ext uri="{FF2B5EF4-FFF2-40B4-BE49-F238E27FC236}">
                        <a16:creationId xmlns:a16="http://schemas.microsoft.com/office/drawing/2014/main" id="{DC6275C2-07C1-EA7E-C761-E848FD8BB9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584903" y="617947"/>
                    <a:ext cx="3201645" cy="3201644"/>
                  </a:xfrm>
                  <a:prstGeom prst="rect">
                    <a:avLst/>
                  </a:prstGeom>
                </p:spPr>
              </p:pic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343E177-29E8-553A-967C-121D19F7754B}"/>
                      </a:ext>
                    </a:extLst>
                  </p:cNvPr>
                  <p:cNvSpPr txBox="1"/>
                  <p:nvPr/>
                </p:nvSpPr>
                <p:spPr>
                  <a:xfrm>
                    <a:off x="2011032" y="3766572"/>
                    <a:ext cx="1775515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Fig. 2 CFD result [wire frame]</a:t>
                    </a:r>
                    <a:endParaRPr lang="ko-KR" altLang="en-US" sz="9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DBC1B4DA-084B-5903-2C0D-D30CF7E4C761}"/>
                    </a:ext>
                  </a:extLst>
                </p:cNvPr>
                <p:cNvGrpSpPr/>
                <p:nvPr/>
              </p:nvGrpSpPr>
              <p:grpSpPr>
                <a:xfrm>
                  <a:off x="568438" y="4054082"/>
                  <a:ext cx="3218110" cy="2416803"/>
                  <a:chOff x="568438" y="4054082"/>
                  <a:chExt cx="3218110" cy="2416803"/>
                </a:xfrm>
              </p:grpSpPr>
              <p:pic>
                <p:nvPicPr>
                  <p:cNvPr id="17" name="그림 16">
                    <a:extLst>
                      <a:ext uri="{FF2B5EF4-FFF2-40B4-BE49-F238E27FC236}">
                        <a16:creationId xmlns:a16="http://schemas.microsoft.com/office/drawing/2014/main" id="{AD5E0EE6-034C-CBA5-4801-410B699074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68438" y="4054082"/>
                    <a:ext cx="3218109" cy="2185971"/>
                  </a:xfrm>
                  <a:prstGeom prst="rect">
                    <a:avLst/>
                  </a:prstGeom>
                </p:spPr>
              </p:pic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07C0EF6F-B0DB-1118-258E-49444CE86257}"/>
                      </a:ext>
                    </a:extLst>
                  </p:cNvPr>
                  <p:cNvSpPr txBox="1"/>
                  <p:nvPr/>
                </p:nvSpPr>
                <p:spPr>
                  <a:xfrm>
                    <a:off x="1517716" y="6240053"/>
                    <a:ext cx="226883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Fig. 3 CFD result focus view [wire frame]</a:t>
                    </a:r>
                    <a:endParaRPr lang="ko-KR" altLang="en-US" sz="9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27" name="그룹 26">
                  <a:extLst>
                    <a:ext uri="{FF2B5EF4-FFF2-40B4-BE49-F238E27FC236}">
                      <a16:creationId xmlns:a16="http://schemas.microsoft.com/office/drawing/2014/main" id="{DEF64D61-FB86-4FE8-573E-CC7668D18D4E}"/>
                    </a:ext>
                  </a:extLst>
                </p:cNvPr>
                <p:cNvGrpSpPr/>
                <p:nvPr/>
              </p:nvGrpSpPr>
              <p:grpSpPr>
                <a:xfrm>
                  <a:off x="4542191" y="739895"/>
                  <a:ext cx="3277443" cy="3101899"/>
                  <a:chOff x="4542191" y="739895"/>
                  <a:chExt cx="3277443" cy="3101899"/>
                </a:xfrm>
              </p:grpSpPr>
              <p:pic>
                <p:nvPicPr>
                  <p:cNvPr id="19" name="그림 18">
                    <a:extLst>
                      <a:ext uri="{FF2B5EF4-FFF2-40B4-BE49-F238E27FC236}">
                        <a16:creationId xmlns:a16="http://schemas.microsoft.com/office/drawing/2014/main" id="{9B751617-084F-2B32-9FE2-EFAD086D46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4542191" y="739895"/>
                    <a:ext cx="3277443" cy="2920575"/>
                  </a:xfrm>
                  <a:prstGeom prst="rect">
                    <a:avLst/>
                  </a:prstGeom>
                </p:spPr>
              </p:pic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59D1EFC4-ECBB-00DC-1B3F-C1978E5FA154}"/>
                      </a:ext>
                    </a:extLst>
                  </p:cNvPr>
                  <p:cNvSpPr txBox="1"/>
                  <p:nvPr/>
                </p:nvSpPr>
                <p:spPr>
                  <a:xfrm>
                    <a:off x="6345231" y="3610962"/>
                    <a:ext cx="1473903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Fig. 4 CFD result [NASA]</a:t>
                    </a:r>
                    <a:endParaRPr lang="ko-KR" altLang="en-US" sz="9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  <p:grpSp>
              <p:nvGrpSpPr>
                <p:cNvPr id="26" name="그룹 25">
                  <a:extLst>
                    <a:ext uri="{FF2B5EF4-FFF2-40B4-BE49-F238E27FC236}">
                      <a16:creationId xmlns:a16="http://schemas.microsoft.com/office/drawing/2014/main" id="{6E8397DF-46BC-0C68-37BF-0654CB5E2362}"/>
                    </a:ext>
                  </a:extLst>
                </p:cNvPr>
                <p:cNvGrpSpPr/>
                <p:nvPr/>
              </p:nvGrpSpPr>
              <p:grpSpPr>
                <a:xfrm>
                  <a:off x="4542191" y="3838291"/>
                  <a:ext cx="3276943" cy="2920575"/>
                  <a:chOff x="4542191" y="3838291"/>
                  <a:chExt cx="3276943" cy="2920575"/>
                </a:xfrm>
              </p:grpSpPr>
              <p:pic>
                <p:nvPicPr>
                  <p:cNvPr id="21" name="그림 20">
                    <a:extLst>
                      <a:ext uri="{FF2B5EF4-FFF2-40B4-BE49-F238E27FC236}">
                        <a16:creationId xmlns:a16="http://schemas.microsoft.com/office/drawing/2014/main" id="{7808B767-A4DA-0503-27F7-218411E576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542191" y="3838291"/>
                    <a:ext cx="3276943" cy="2920575"/>
                  </a:xfrm>
                  <a:prstGeom prst="rect">
                    <a:avLst/>
                  </a:prstGeom>
                </p:spPr>
              </p:pic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373D89E-9EF0-36BF-01AF-A8745F3121E6}"/>
                      </a:ext>
                    </a:extLst>
                  </p:cNvPr>
                  <p:cNvSpPr txBox="1"/>
                  <p:nvPr/>
                </p:nvSpPr>
                <p:spPr>
                  <a:xfrm>
                    <a:off x="5799712" y="6528034"/>
                    <a:ext cx="2019422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Fig. 5CFD result focus view [NASA]</a:t>
                    </a:r>
                    <a:endParaRPr lang="ko-KR" altLang="en-US" sz="9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endParaRPr>
                  </a:p>
                </p:txBody>
              </p:sp>
            </p:grpSp>
          </p:grp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8D2087A2-2A50-B2DD-90B2-C4B0058577DD}"/>
                  </a:ext>
                </a:extLst>
              </p:cNvPr>
              <p:cNvSpPr/>
              <p:nvPr/>
            </p:nvSpPr>
            <p:spPr>
              <a:xfrm>
                <a:off x="5902750" y="2183900"/>
                <a:ext cx="386499" cy="2308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37" name="그림 36" descr="스크린샷, 텍스트, 다채로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3D51E61-3943-F4D7-0DA0-24A75066F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0188" y="3016566"/>
              <a:ext cx="320850" cy="6935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5313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B4B08DB-71E5-EF06-70A4-50E84E1C0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해석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B3FE79-F540-7C10-4858-024468FFC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96" y="4976036"/>
            <a:ext cx="3367042" cy="1311644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2775B72F-0DD2-1256-83ED-C4D312EA77C6}"/>
              </a:ext>
            </a:extLst>
          </p:cNvPr>
          <p:cNvGrpSpPr/>
          <p:nvPr/>
        </p:nvGrpSpPr>
        <p:grpSpPr>
          <a:xfrm>
            <a:off x="4343635" y="4750825"/>
            <a:ext cx="2831187" cy="1743211"/>
            <a:chOff x="1221704" y="982080"/>
            <a:chExt cx="8896352" cy="547763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9E2CE7B-9DCC-0823-4D70-D53112052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722"/>
            <a:stretch>
              <a:fillRect/>
            </a:stretch>
          </p:blipFill>
          <p:spPr>
            <a:xfrm>
              <a:off x="1221706" y="982080"/>
              <a:ext cx="8896350" cy="5477638"/>
            </a:xfrm>
            <a:prstGeom prst="rect">
              <a:avLst/>
            </a:prstGeom>
          </p:spPr>
        </p:pic>
        <p:pic>
          <p:nvPicPr>
            <p:cNvPr id="9" name="그림 8" descr="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7AA78E3-C9ED-4370-D4F6-68ADCDA38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672" b="27429"/>
            <a:stretch>
              <a:fillRect/>
            </a:stretch>
          </p:blipFill>
          <p:spPr>
            <a:xfrm>
              <a:off x="1221704" y="2041404"/>
              <a:ext cx="8896350" cy="2268248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66116C69-3F45-3901-A7A8-03AE3F7F0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819" y="3422558"/>
            <a:ext cx="4259585" cy="30714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6D62F8-2854-481F-E165-448214871C49}"/>
              </a:ext>
            </a:extLst>
          </p:cNvPr>
          <p:cNvSpPr txBox="1"/>
          <p:nvPr/>
        </p:nvSpPr>
        <p:spPr>
          <a:xfrm>
            <a:off x="1536568" y="6287680"/>
            <a:ext cx="20790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6 Global view of separated flow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11E8EB-F025-B92F-B70E-720A5F7B7E44}"/>
              </a:ext>
            </a:extLst>
          </p:cNvPr>
          <p:cNvSpPr txBox="1"/>
          <p:nvPr/>
        </p:nvSpPr>
        <p:spPr>
          <a:xfrm>
            <a:off x="5590095" y="6518512"/>
            <a:ext cx="15847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7 Reverse flow region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BA8FC7-7108-34CA-14E1-9CDA6D7CBA3D}"/>
              </a:ext>
            </a:extLst>
          </p:cNvPr>
          <p:cNvSpPr txBox="1"/>
          <p:nvPr/>
        </p:nvSpPr>
        <p:spPr>
          <a:xfrm>
            <a:off x="10067826" y="6518512"/>
            <a:ext cx="1875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Fig. 8 Separation bubble vortex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74C7D4-3781-6D36-B298-D597A0A1B065}"/>
              </a:ext>
            </a:extLst>
          </p:cNvPr>
          <p:cNvSpPr/>
          <p:nvPr/>
        </p:nvSpPr>
        <p:spPr>
          <a:xfrm>
            <a:off x="1932117" y="5533534"/>
            <a:ext cx="1508667" cy="48076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1851B1D-E151-5C0E-A7CD-3CECA9D735CE}"/>
              </a:ext>
            </a:extLst>
          </p:cNvPr>
          <p:cNvSpPr/>
          <p:nvPr/>
        </p:nvSpPr>
        <p:spPr>
          <a:xfrm>
            <a:off x="5004894" y="5208487"/>
            <a:ext cx="1508667" cy="48076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50882B0-3388-A6AD-ADC4-114B0649D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17071"/>
              </p:ext>
            </p:extLst>
          </p:nvPr>
        </p:nvGraphicFramePr>
        <p:xfrm>
          <a:off x="293386" y="1168746"/>
          <a:ext cx="11566976" cy="1988376"/>
        </p:xfrm>
        <a:graphic>
          <a:graphicData uri="http://schemas.openxmlformats.org/drawingml/2006/table">
            <a:tbl>
              <a:tblPr/>
              <a:tblGrid>
                <a:gridCol w="1614805">
                  <a:extLst>
                    <a:ext uri="{9D8B030D-6E8A-4147-A177-3AD203B41FA5}">
                      <a16:colId xmlns:a16="http://schemas.microsoft.com/office/drawing/2014/main" val="2223486697"/>
                    </a:ext>
                  </a:extLst>
                </a:gridCol>
                <a:gridCol w="5583555">
                  <a:extLst>
                    <a:ext uri="{9D8B030D-6E8A-4147-A177-3AD203B41FA5}">
                      <a16:colId xmlns:a16="http://schemas.microsoft.com/office/drawing/2014/main" val="2692678834"/>
                    </a:ext>
                  </a:extLst>
                </a:gridCol>
                <a:gridCol w="4368616">
                  <a:extLst>
                    <a:ext uri="{9D8B030D-6E8A-4147-A177-3AD203B41FA5}">
                      <a16:colId xmlns:a16="http://schemas.microsoft.com/office/drawing/2014/main" val="4160416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단계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CFD </a:t>
                      </a:r>
                      <a:r>
                        <a:rPr lang="ko-KR" altLang="en-US" b="1" dirty="0"/>
                        <a:t>확대 이미지에서 보이는 특징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249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 dirty="0"/>
                        <a:t>1. </a:t>
                      </a:r>
                      <a:r>
                        <a:rPr lang="ko-KR" altLang="en-US" sz="1100" b="0" dirty="0"/>
                        <a:t>분리 시작점 발생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Wing</a:t>
                      </a:r>
                      <a:r>
                        <a:rPr lang="ko-KR" altLang="en-US" sz="1100" dirty="0"/>
                        <a:t> 상부의 압력 회복 구간에서 </a:t>
                      </a:r>
                      <a:r>
                        <a:rPr lang="en-US" altLang="ko-KR" sz="1100" dirty="0"/>
                        <a:t>Separation</a:t>
                      </a:r>
                      <a:r>
                        <a:rPr lang="ko-KR" altLang="en-US" sz="1100" dirty="0"/>
                        <a:t>이 발생하여 역 압력 </a:t>
                      </a:r>
                      <a:r>
                        <a:rPr lang="ko-KR" altLang="en-US" sz="1100" dirty="0" err="1"/>
                        <a:t>구배가</a:t>
                      </a:r>
                      <a:r>
                        <a:rPr lang="ko-KR" altLang="en-US" sz="1100" dirty="0"/>
                        <a:t> 형성됨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불리한 </a:t>
                      </a:r>
                      <a:r>
                        <a:rPr lang="ko-KR" altLang="en-US" sz="1100" dirty="0" err="1"/>
                        <a:t>압력구배</a:t>
                      </a:r>
                      <a:r>
                        <a:rPr lang="en-US" altLang="ko-KR" sz="1100" dirty="0"/>
                        <a:t>(adverse pressure gradient) </a:t>
                      </a:r>
                      <a:r>
                        <a:rPr lang="ko-KR" altLang="en-US" sz="1100" dirty="0"/>
                        <a:t>때문에 경계층이 힘을 못 이기고 떨어져 나가기 시작함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93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2. Reverse Flow </a:t>
                      </a:r>
                      <a:r>
                        <a:rPr lang="ko-KR" altLang="en-US" sz="1100" b="0" dirty="0"/>
                        <a:t>형성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TE </a:t>
                      </a:r>
                      <a:r>
                        <a:rPr lang="ko-KR" altLang="en-US" sz="1100" dirty="0"/>
                        <a:t>주변에서 유속이 </a:t>
                      </a:r>
                      <a:r>
                        <a:rPr lang="en-US" altLang="ko-KR" sz="1100" dirty="0"/>
                        <a:t>0 </a:t>
                      </a:r>
                      <a:r>
                        <a:rPr lang="ko-KR" altLang="en-US" sz="1100" dirty="0"/>
                        <a:t>이하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역류 성분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로 변하며</a:t>
                      </a:r>
                      <a:r>
                        <a:rPr lang="en-US" altLang="ko-KR" sz="1100" dirty="0"/>
                        <a:t>, LE </a:t>
                      </a:r>
                      <a:r>
                        <a:rPr lang="ko-KR" altLang="en-US" sz="1100" dirty="0"/>
                        <a:t>방향으로 되돌아가는 흐름이 보임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분리된 유동이 에너지 부족으로 뒤로 밀리며 </a:t>
                      </a:r>
                      <a:r>
                        <a:rPr lang="en-US" altLang="ko-KR" sz="1100" dirty="0"/>
                        <a:t>TE→LE </a:t>
                      </a:r>
                      <a:r>
                        <a:rPr lang="ko-KR" altLang="en-US" sz="1100" dirty="0"/>
                        <a:t>방향으로 역류가 생김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/>
                        <a:t>3. Vortex Bubble </a:t>
                      </a:r>
                      <a:r>
                        <a:rPr lang="ko-KR" altLang="en-US" sz="1100" b="0" dirty="0"/>
                        <a:t>생성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분리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재부착</a:t>
                      </a:r>
                      <a:r>
                        <a:rPr lang="ko-KR" altLang="en-US" sz="1100" dirty="0"/>
                        <a:t> 구간 내부에 순환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회전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하는 </a:t>
                      </a:r>
                      <a:r>
                        <a:rPr lang="en-US" altLang="ko-KR" sz="1100" dirty="0"/>
                        <a:t>Vortex Bubble</a:t>
                      </a:r>
                      <a:r>
                        <a:rPr lang="ko-KR" altLang="en-US" sz="1100" dirty="0"/>
                        <a:t>이 확실하게 보임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역류가 모이면서 회전구조가 만들어지고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이게 </a:t>
                      </a:r>
                      <a:r>
                        <a:rPr lang="en-US" altLang="ko-KR" sz="1100" dirty="0"/>
                        <a:t>separation bubble </a:t>
                      </a:r>
                      <a:r>
                        <a:rPr lang="ko-KR" altLang="en-US" sz="1100" dirty="0"/>
                        <a:t>형태로 안정적으로 존재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667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0" dirty="0"/>
                        <a:t>4. </a:t>
                      </a:r>
                      <a:r>
                        <a:rPr lang="ko-KR" altLang="en-US" sz="1100" b="0" dirty="0" err="1"/>
                        <a:t>익형</a:t>
                      </a:r>
                      <a:r>
                        <a:rPr lang="ko-KR" altLang="en-US" sz="1100" b="0" dirty="0"/>
                        <a:t> 진동 요소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Fig.8</a:t>
                      </a:r>
                      <a:r>
                        <a:rPr lang="ko-KR" altLang="en-US" sz="1100" dirty="0"/>
                        <a:t>과 </a:t>
                      </a:r>
                      <a:r>
                        <a:rPr lang="ko-KR" altLang="en-US" sz="1100" dirty="0" err="1"/>
                        <a:t>같이유동선이</a:t>
                      </a:r>
                      <a:r>
                        <a:rPr lang="ko-KR" altLang="en-US" sz="1100" dirty="0"/>
                        <a:t> 주기적으로 밀렸다 당겨지는 패턴을 확인할 수 있음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분리된 와류가 주기적이거나 비정상적으로 변하면 날개 표면에 </a:t>
                      </a:r>
                      <a:r>
                        <a:rPr lang="en-US" altLang="ko-KR" sz="1100" dirty="0"/>
                        <a:t>unsteady load(</a:t>
                      </a:r>
                      <a:r>
                        <a:rPr lang="ko-KR" altLang="en-US" sz="1100" dirty="0"/>
                        <a:t>진동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유발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18693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36133E6C-B4F8-2250-BB2A-CE0B2FF3711B}"/>
              </a:ext>
            </a:extLst>
          </p:cNvPr>
          <p:cNvSpPr txBox="1"/>
          <p:nvPr/>
        </p:nvSpPr>
        <p:spPr>
          <a:xfrm>
            <a:off x="39767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 </a:t>
            </a:r>
            <a:r>
              <a:rPr lang="en-US" altLang="ko-KR" sz="2000" dirty="0"/>
              <a:t>– </a:t>
            </a:r>
            <a:r>
              <a:rPr lang="ko-KR" altLang="en-US" sz="2000" dirty="0"/>
              <a:t>역 압력 </a:t>
            </a:r>
            <a:r>
              <a:rPr lang="ko-KR" altLang="en-US" sz="2000" dirty="0" err="1"/>
              <a:t>구배에</a:t>
            </a:r>
            <a:r>
              <a:rPr lang="ko-KR" altLang="en-US" sz="2000" dirty="0"/>
              <a:t> 따른 </a:t>
            </a:r>
            <a:r>
              <a:rPr lang="en-US" altLang="ko-KR" sz="2000" dirty="0"/>
              <a:t>Reverse flow </a:t>
            </a:r>
            <a:r>
              <a:rPr lang="ko-KR" altLang="en-US" sz="2000" dirty="0"/>
              <a:t>형성</a:t>
            </a:r>
            <a:endParaRPr lang="en-US" sz="2000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7FEA181-407B-7180-8CAF-226631273ABD}"/>
              </a:ext>
            </a:extLst>
          </p:cNvPr>
          <p:cNvCxnSpPr>
            <a:cxnSpLocks/>
          </p:cNvCxnSpPr>
          <p:nvPr/>
        </p:nvCxnSpPr>
        <p:spPr>
          <a:xfrm>
            <a:off x="8358018" y="3622912"/>
            <a:ext cx="1643821" cy="33634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D8196BF-A191-ED70-156B-C3D04813D019}"/>
              </a:ext>
            </a:extLst>
          </p:cNvPr>
          <p:cNvCxnSpPr>
            <a:cxnSpLocks/>
          </p:cNvCxnSpPr>
          <p:nvPr/>
        </p:nvCxnSpPr>
        <p:spPr>
          <a:xfrm>
            <a:off x="10676038" y="3889950"/>
            <a:ext cx="1010654" cy="5549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A8A6274-1131-9EAB-417C-D63CDFE6E0EB}"/>
              </a:ext>
            </a:extLst>
          </p:cNvPr>
          <p:cNvCxnSpPr>
            <a:cxnSpLocks/>
          </p:cNvCxnSpPr>
          <p:nvPr/>
        </p:nvCxnSpPr>
        <p:spPr>
          <a:xfrm flipH="1">
            <a:off x="11181365" y="5055130"/>
            <a:ext cx="573860" cy="6616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1DFBC42-8CF7-FCC9-52B4-FEF5BF663AF0}"/>
              </a:ext>
            </a:extLst>
          </p:cNvPr>
          <p:cNvCxnSpPr>
            <a:cxnSpLocks/>
          </p:cNvCxnSpPr>
          <p:nvPr/>
        </p:nvCxnSpPr>
        <p:spPr>
          <a:xfrm flipH="1" flipV="1">
            <a:off x="8246591" y="5533534"/>
            <a:ext cx="1186001" cy="34707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F28D41A-C414-17DA-9DE0-2449ADE7B3F5}"/>
              </a:ext>
            </a:extLst>
          </p:cNvPr>
          <p:cNvCxnSpPr>
            <a:cxnSpLocks/>
          </p:cNvCxnSpPr>
          <p:nvPr/>
        </p:nvCxnSpPr>
        <p:spPr>
          <a:xfrm>
            <a:off x="9813611" y="6303278"/>
            <a:ext cx="1736103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D977C36-ED8C-E5E1-632B-C4062D84D9A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3440784" y="5773918"/>
            <a:ext cx="90285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42CB657-C501-57A1-D98A-885AB03AE587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6513561" y="5448871"/>
            <a:ext cx="117025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65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1FD4CCC9-6F19-4B13-A4A6-0C927848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/>
          <a:lstStyle/>
          <a:p>
            <a:r>
              <a:rPr lang="ko-KR" altLang="en-US" dirty="0"/>
              <a:t>해석 결과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4F60D2-F7C0-674A-7AFA-D338C2ACC04B}"/>
              </a:ext>
            </a:extLst>
          </p:cNvPr>
          <p:cNvSpPr txBox="1"/>
          <p:nvPr/>
        </p:nvSpPr>
        <p:spPr>
          <a:xfrm>
            <a:off x="69486" y="68136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 </a:t>
            </a:r>
            <a:r>
              <a:rPr lang="en-US" altLang="ko-KR" sz="2000" dirty="0"/>
              <a:t>– </a:t>
            </a:r>
            <a:r>
              <a:rPr lang="ko-KR" altLang="en-US" sz="2000" dirty="0"/>
              <a:t>해상도 차이에 따른 압력구간 해석 차이</a:t>
            </a:r>
            <a:endParaRPr lang="en-US" sz="20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822B142-1BBD-9D34-AC28-F5E2A03AC74D}"/>
              </a:ext>
            </a:extLst>
          </p:cNvPr>
          <p:cNvGrpSpPr/>
          <p:nvPr/>
        </p:nvGrpSpPr>
        <p:grpSpPr>
          <a:xfrm>
            <a:off x="272807" y="3257034"/>
            <a:ext cx="11646385" cy="2305641"/>
            <a:chOff x="69486" y="4476820"/>
            <a:chExt cx="11646385" cy="230564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1FDED60-4F93-A7BC-848C-B0DB5125A947}"/>
                </a:ext>
              </a:extLst>
            </p:cNvPr>
            <p:cNvGrpSpPr/>
            <p:nvPr/>
          </p:nvGrpSpPr>
          <p:grpSpPr>
            <a:xfrm>
              <a:off x="69486" y="4476820"/>
              <a:ext cx="4167936" cy="2235205"/>
              <a:chOff x="170842" y="1397668"/>
              <a:chExt cx="6110717" cy="327709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465A02E3-0DDA-3357-7F0E-9BE6CE286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0842" y="1397668"/>
                <a:ext cx="6110715" cy="293866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63A9F4-1A7A-A3DC-F3A7-336D5AFFF87C}"/>
                  </a:ext>
                </a:extLst>
              </p:cNvPr>
              <p:cNvSpPr txBox="1"/>
              <p:nvPr/>
            </p:nvSpPr>
            <p:spPr>
              <a:xfrm>
                <a:off x="170843" y="4336329"/>
                <a:ext cx="6110716" cy="338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Fig. 9 CFD results from low resolution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D3FA25B7-C2AF-EB89-CACE-B705671F6FEC}"/>
                </a:ext>
              </a:extLst>
            </p:cNvPr>
            <p:cNvGrpSpPr/>
            <p:nvPr/>
          </p:nvGrpSpPr>
          <p:grpSpPr>
            <a:xfrm>
              <a:off x="4885193" y="4476820"/>
              <a:ext cx="3761292" cy="2222875"/>
              <a:chOff x="6472505" y="1397669"/>
              <a:chExt cx="5548655" cy="3279184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392E03BC-BAA6-98A6-673F-7F194F37EF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2505" y="1397669"/>
                <a:ext cx="5548653" cy="2938659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F67C8B-32D1-571C-0F89-B3794E675009}"/>
                  </a:ext>
                </a:extLst>
              </p:cNvPr>
              <p:cNvSpPr txBox="1"/>
              <p:nvPr/>
            </p:nvSpPr>
            <p:spPr>
              <a:xfrm>
                <a:off x="6472506" y="4336330"/>
                <a:ext cx="5548654" cy="340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Fig. 10 CFD results from high resolution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5850EBC2-1F32-C08A-B6DB-8DDA0FBA727F}"/>
                </a:ext>
              </a:extLst>
            </p:cNvPr>
            <p:cNvGrpSpPr/>
            <p:nvPr/>
          </p:nvGrpSpPr>
          <p:grpSpPr>
            <a:xfrm>
              <a:off x="7954580" y="4476820"/>
              <a:ext cx="3761291" cy="2305641"/>
              <a:chOff x="7667694" y="4394054"/>
              <a:chExt cx="3761291" cy="2305641"/>
            </a:xfrm>
          </p:grpSpPr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18C9D42E-B170-FDA1-C9C6-F3308188A0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07373" y="4394054"/>
                <a:ext cx="2327268" cy="2074809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01DB89-714B-26B5-A1F2-5845963EDC92}"/>
                  </a:ext>
                </a:extLst>
              </p:cNvPr>
              <p:cNvSpPr txBox="1"/>
              <p:nvPr/>
            </p:nvSpPr>
            <p:spPr>
              <a:xfrm>
                <a:off x="7667694" y="6468863"/>
                <a:ext cx="376129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Fig. 11 CFD results [NASA]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588798D-8A27-CB1D-DD1A-89D4FB1EB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353732"/>
              </p:ext>
            </p:extLst>
          </p:nvPr>
        </p:nvGraphicFramePr>
        <p:xfrm>
          <a:off x="481420" y="1281126"/>
          <a:ext cx="8411210" cy="1256856"/>
        </p:xfrm>
        <a:graphic>
          <a:graphicData uri="http://schemas.openxmlformats.org/drawingml/2006/table">
            <a:tbl>
              <a:tblPr/>
              <a:tblGrid>
                <a:gridCol w="1300480">
                  <a:extLst>
                    <a:ext uri="{9D8B030D-6E8A-4147-A177-3AD203B41FA5}">
                      <a16:colId xmlns:a16="http://schemas.microsoft.com/office/drawing/2014/main" val="4046754888"/>
                    </a:ext>
                  </a:extLst>
                </a:gridCol>
                <a:gridCol w="3605530">
                  <a:extLst>
                    <a:ext uri="{9D8B030D-6E8A-4147-A177-3AD203B41FA5}">
                      <a16:colId xmlns:a16="http://schemas.microsoft.com/office/drawing/2014/main" val="1515824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28473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비교 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Fig. 9 – Low-res (57k)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Fig. 10 – High-res (917k)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318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 err="1"/>
                        <a:t>역압력구배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en-US" sz="1000" b="0" dirty="0"/>
                        <a:t>APG)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/>
                        <a:t>구배 형태가 전체적으로 흐릿함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/>
                        <a:t>APG </a:t>
                      </a:r>
                      <a:r>
                        <a:rPr lang="ko-KR" altLang="en-US" sz="1000" b="0"/>
                        <a:t>경계가 선명하게 형성됨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886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Lower TE </a:t>
                      </a:r>
                      <a:r>
                        <a:rPr lang="ko-KR" altLang="en-US" sz="1000" b="0"/>
                        <a:t>저압영역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Fig.11 NASA</a:t>
                      </a:r>
                      <a:r>
                        <a:rPr lang="ko-KR" altLang="en-US" sz="1000" b="0" dirty="0"/>
                        <a:t>에서 보이는 </a:t>
                      </a:r>
                      <a:r>
                        <a:rPr lang="en-US" altLang="ko-KR" sz="1000" b="0" dirty="0"/>
                        <a:t>TE </a:t>
                      </a:r>
                      <a:r>
                        <a:rPr lang="ko-KR" altLang="en-US" sz="1000" b="0" dirty="0"/>
                        <a:t>저압 </a:t>
                      </a:r>
                      <a:r>
                        <a:rPr lang="en-US" altLang="ko-KR" sz="1000" b="0" dirty="0"/>
                        <a:t>dip</a:t>
                      </a:r>
                      <a:r>
                        <a:rPr lang="ko-KR" altLang="en-US" sz="1000" b="0" dirty="0"/>
                        <a:t>이 거의 포착되지 않음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/>
                        <a:t>Fig.11</a:t>
                      </a:r>
                      <a:r>
                        <a:rPr lang="ko-KR" altLang="en-US" sz="1000" b="0"/>
                        <a:t>과 같이 </a:t>
                      </a:r>
                      <a:r>
                        <a:rPr lang="en-US" altLang="ko-KR" sz="1000" b="0"/>
                        <a:t>TE </a:t>
                      </a:r>
                      <a:r>
                        <a:rPr lang="ko-KR" altLang="en-US" sz="1000" b="0"/>
                        <a:t>부근 저압 </a:t>
                      </a:r>
                      <a:r>
                        <a:rPr lang="en-US" altLang="ko-KR" sz="1000" b="0"/>
                        <a:t>dip</a:t>
                      </a:r>
                      <a:r>
                        <a:rPr lang="ko-KR" altLang="en-US" sz="1000" b="0"/>
                        <a:t>이 확실하게 나타남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40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/>
                        <a:t>Separation bubble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/>
                        <a:t>분리</a:t>
                      </a:r>
                      <a:r>
                        <a:rPr lang="en-US" altLang="ko-KR" sz="1000" b="0"/>
                        <a:t>–</a:t>
                      </a:r>
                      <a:r>
                        <a:rPr lang="ko-KR" altLang="en-US" sz="1000" b="0"/>
                        <a:t>재부착 구조가 불명확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bubble </a:t>
                      </a:r>
                      <a:r>
                        <a:rPr lang="ko-KR" altLang="en-US" sz="1000" b="0" dirty="0"/>
                        <a:t>영역이 더 선명하고 안정적으로 형성됨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976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/>
                        <a:t>유동장 표현력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핵심 구조</a:t>
                      </a:r>
                      <a:r>
                        <a:rPr lang="en-US" altLang="ko-KR" sz="1000" b="0" dirty="0"/>
                        <a:t>(</a:t>
                      </a:r>
                      <a:r>
                        <a:rPr lang="ko-KR" altLang="en-US" sz="1000" b="0" dirty="0"/>
                        <a:t>분리</a:t>
                      </a:r>
                      <a:r>
                        <a:rPr lang="en-US" altLang="ko-KR" sz="1000" b="0" dirty="0"/>
                        <a:t>·</a:t>
                      </a:r>
                      <a:r>
                        <a:rPr lang="ko-KR" altLang="en-US" sz="1000" b="0" dirty="0"/>
                        <a:t>역류</a:t>
                      </a:r>
                      <a:r>
                        <a:rPr lang="en-US" altLang="ko-KR" sz="1000" b="0" dirty="0"/>
                        <a:t>) </a:t>
                      </a:r>
                      <a:r>
                        <a:rPr lang="ko-KR" altLang="en-US" sz="1000" b="0" dirty="0"/>
                        <a:t>표현 미흡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고해상도로 핵심 유동 특성이 명확히 드러남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625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49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1CDFCA68-18FE-F0CB-5CCE-E8F71F0568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945370"/>
              </p:ext>
            </p:extLst>
          </p:nvPr>
        </p:nvGraphicFramePr>
        <p:xfrm>
          <a:off x="7497451" y="170078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제목 2">
            <a:extLst>
              <a:ext uri="{FF2B5EF4-FFF2-40B4-BE49-F238E27FC236}">
                <a16:creationId xmlns:a16="http://schemas.microsoft.com/office/drawing/2014/main" id="{323ABA0A-6A3E-477A-C4C4-9099F439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/>
          <a:lstStyle/>
          <a:p>
            <a:r>
              <a:rPr lang="ko-KR" altLang="en-US" dirty="0"/>
              <a:t>해석 결과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DBF02-24A4-1C28-619C-B837BA2A4C34}"/>
              </a:ext>
            </a:extLst>
          </p:cNvPr>
          <p:cNvSpPr txBox="1"/>
          <p:nvPr/>
        </p:nvSpPr>
        <p:spPr>
          <a:xfrm>
            <a:off x="39767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해석 결과 </a:t>
            </a:r>
            <a:r>
              <a:rPr lang="en-US" altLang="ko-KR" sz="2000" dirty="0"/>
              <a:t>– Cp </a:t>
            </a:r>
            <a:r>
              <a:rPr lang="ko-KR" altLang="en-US" sz="2000" dirty="0"/>
              <a:t>그래프</a:t>
            </a:r>
            <a:endParaRPr lang="en-US" sz="20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65FDD3D-1698-C68C-3208-B32CE36C1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230775"/>
              </p:ext>
            </p:extLst>
          </p:nvPr>
        </p:nvGraphicFramePr>
        <p:xfrm>
          <a:off x="300870" y="1119981"/>
          <a:ext cx="7023755" cy="3729355"/>
        </p:xfrm>
        <a:graphic>
          <a:graphicData uri="http://schemas.openxmlformats.org/drawingml/2006/table">
            <a:tbl>
              <a:tblPr/>
              <a:tblGrid>
                <a:gridCol w="1058225">
                  <a:extLst>
                    <a:ext uri="{9D8B030D-6E8A-4147-A177-3AD203B41FA5}">
                      <a16:colId xmlns:a16="http://schemas.microsoft.com/office/drawing/2014/main" val="1883267369"/>
                    </a:ext>
                  </a:extLst>
                </a:gridCol>
                <a:gridCol w="5965530">
                  <a:extLst>
                    <a:ext uri="{9D8B030D-6E8A-4147-A177-3AD203B41FA5}">
                      <a16:colId xmlns:a16="http://schemas.microsoft.com/office/drawing/2014/main" val="2461442637"/>
                    </a:ext>
                  </a:extLst>
                </a:gridCol>
              </a:tblGrid>
              <a:tr h="463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해석 내용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93850"/>
                  </a:ext>
                </a:extLst>
              </a:tr>
              <a:tr h="653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LE </a:t>
                      </a:r>
                      <a:r>
                        <a:rPr lang="ko-KR" altLang="en-US" sz="1000" b="0" dirty="0"/>
                        <a:t>부근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SU2</a:t>
                      </a:r>
                      <a:r>
                        <a:rPr lang="ko-KR" altLang="en-US" sz="1000" b="0" dirty="0"/>
                        <a:t>가 </a:t>
                      </a:r>
                      <a:r>
                        <a:rPr lang="en-US" altLang="ko-KR" sz="1000" b="0" dirty="0"/>
                        <a:t>NASA</a:t>
                      </a:r>
                      <a:r>
                        <a:rPr lang="ko-KR" altLang="en-US" sz="1000" b="0" dirty="0"/>
                        <a:t>와 거의 동일한 강한 </a:t>
                      </a:r>
                      <a:r>
                        <a:rPr lang="en-US" altLang="ko-KR" sz="1000" b="0" dirty="0"/>
                        <a:t>suction peak </a:t>
                      </a:r>
                      <a:r>
                        <a:rPr lang="ko-KR" altLang="en-US" sz="1000" b="0" dirty="0"/>
                        <a:t>형성</a:t>
                      </a:r>
                      <a:r>
                        <a:rPr lang="en-US" altLang="ko-KR" sz="1000" b="0" dirty="0"/>
                        <a:t>. </a:t>
                      </a:r>
                      <a:r>
                        <a:rPr lang="ko-KR" altLang="en-US" sz="1000" b="0" dirty="0"/>
                        <a:t>초기 </a:t>
                      </a:r>
                      <a:r>
                        <a:rPr lang="ko-KR" altLang="en-US" sz="1000" b="0" dirty="0" err="1"/>
                        <a:t>압력구배가</a:t>
                      </a:r>
                      <a:r>
                        <a:rPr lang="ko-KR" altLang="en-US" sz="1000" b="0" dirty="0"/>
                        <a:t> 동일한 형태로 나타남</a:t>
                      </a:r>
                      <a:endParaRPr lang="en-US" altLang="ko-KR" sz="1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817321"/>
                  </a:ext>
                </a:extLst>
              </a:tr>
              <a:tr h="653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 err="1"/>
                        <a:t>익형</a:t>
                      </a:r>
                      <a:r>
                        <a:rPr lang="ko-KR" altLang="en-US" sz="1000" b="0" dirty="0"/>
                        <a:t> 상부</a:t>
                      </a:r>
                      <a:endParaRPr lang="en-US" sz="1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NASA </a:t>
                      </a:r>
                      <a:r>
                        <a:rPr lang="ko-KR" altLang="en-US" sz="1000" b="0" dirty="0"/>
                        <a:t>기준 </a:t>
                      </a:r>
                      <a:r>
                        <a:rPr lang="en-US" altLang="ko-KR" sz="1000" b="0" dirty="0"/>
                        <a:t>Cp </a:t>
                      </a:r>
                      <a:r>
                        <a:rPr lang="ko-KR" altLang="en-US" sz="1000" b="0" dirty="0"/>
                        <a:t>감소 추세를 </a:t>
                      </a:r>
                      <a:r>
                        <a:rPr lang="en-US" altLang="ko-KR" sz="1000" b="0" dirty="0"/>
                        <a:t>SU2</a:t>
                      </a:r>
                      <a:r>
                        <a:rPr lang="ko-KR" altLang="en-US" sz="1000" b="0" dirty="0"/>
                        <a:t>가 안정적으로 </a:t>
                      </a:r>
                      <a:r>
                        <a:rPr lang="ko-KR" altLang="en-US" sz="1000" b="0" dirty="0" err="1"/>
                        <a:t>따라감</a:t>
                      </a:r>
                      <a:r>
                        <a:rPr lang="en-US" altLang="ko-KR" sz="1000" b="0" dirty="0"/>
                        <a:t>. </a:t>
                      </a:r>
                      <a:r>
                        <a:rPr lang="ko-KR" altLang="en-US" sz="1000" b="0" dirty="0"/>
                        <a:t>압력 회복 구간의 기울기가 매우 유사</a:t>
                      </a:r>
                      <a:endParaRPr lang="en-US" altLang="ko-KR" sz="1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481671"/>
                  </a:ext>
                </a:extLst>
              </a:tr>
              <a:tr h="401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/>
                        <a:t>익형 하부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전체적인 압력 분포 곡선이 </a:t>
                      </a:r>
                      <a:r>
                        <a:rPr lang="en-US" altLang="ko-KR" sz="1000" b="0" dirty="0"/>
                        <a:t>NASA </a:t>
                      </a:r>
                      <a:r>
                        <a:rPr lang="ko-KR" altLang="en-US" sz="1000" b="0" dirty="0"/>
                        <a:t>데이터와 거의 겹쳐짐</a:t>
                      </a:r>
                      <a:r>
                        <a:rPr lang="en-US" altLang="ko-KR" sz="1000" b="0" dirty="0"/>
                        <a:t>. </a:t>
                      </a:r>
                      <a:r>
                        <a:rPr lang="ko-KR" altLang="en-US" sz="1000" b="0" dirty="0"/>
                        <a:t>하부 압력 회복 구간도 동일한 경향</a:t>
                      </a:r>
                      <a:endParaRPr lang="en-US" altLang="ko-KR" sz="1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389486"/>
                  </a:ext>
                </a:extLst>
              </a:tr>
              <a:tr h="653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0" dirty="0"/>
                        <a:t>TE </a:t>
                      </a:r>
                      <a:r>
                        <a:rPr lang="ko-KR" altLang="en-US" sz="1000" b="0" dirty="0"/>
                        <a:t>부근</a:t>
                      </a:r>
                      <a:endParaRPr lang="en-US" sz="1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b="0" dirty="0"/>
                        <a:t>SU2</a:t>
                      </a:r>
                      <a:r>
                        <a:rPr lang="ko-KR" altLang="en-US" sz="1000" b="0" dirty="0"/>
                        <a:t>가 </a:t>
                      </a:r>
                      <a:r>
                        <a:rPr lang="en-US" altLang="ko-KR" sz="1000" b="0" dirty="0"/>
                        <a:t>NASA</a:t>
                      </a:r>
                      <a:r>
                        <a:rPr lang="ko-KR" altLang="en-US" sz="1000" b="0" dirty="0"/>
                        <a:t>와 매우 가까운 </a:t>
                      </a:r>
                      <a:r>
                        <a:rPr lang="en-US" altLang="ko-KR" sz="1000" b="0" dirty="0"/>
                        <a:t>Cp </a:t>
                      </a:r>
                      <a:r>
                        <a:rPr lang="ko-KR" altLang="en-US" sz="1000" b="0" dirty="0"/>
                        <a:t>값으로 수렴</a:t>
                      </a:r>
                      <a:r>
                        <a:rPr lang="en-US" altLang="ko-KR" sz="1000" b="0" dirty="0"/>
                        <a:t>. TE </a:t>
                      </a:r>
                      <a:r>
                        <a:rPr lang="ko-KR" altLang="en-US" sz="1000" b="0" dirty="0"/>
                        <a:t>근방 </a:t>
                      </a:r>
                      <a:r>
                        <a:rPr lang="en-US" altLang="ko-KR" sz="1000" b="0" dirty="0"/>
                        <a:t>pressure recovery </a:t>
                      </a:r>
                      <a:r>
                        <a:rPr lang="ko-KR" altLang="en-US" sz="1000" b="0" dirty="0"/>
                        <a:t>패턴도 동일한 형태</a:t>
                      </a:r>
                      <a:endParaRPr lang="en-US" altLang="ko-KR" sz="1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369329"/>
                  </a:ext>
                </a:extLst>
              </a:tr>
              <a:tr h="904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/>
                        <a:t>종합 평가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0" dirty="0"/>
                        <a:t>전체 </a:t>
                      </a:r>
                      <a:r>
                        <a:rPr lang="en-US" altLang="ko-KR" sz="1000" b="0" dirty="0"/>
                        <a:t>chord </a:t>
                      </a:r>
                      <a:r>
                        <a:rPr lang="ko-KR" altLang="en-US" sz="1000" b="0" dirty="0"/>
                        <a:t>범위에서 </a:t>
                      </a:r>
                      <a:r>
                        <a:rPr lang="en-US" altLang="ko-KR" sz="1000" b="0" dirty="0"/>
                        <a:t>NASA</a:t>
                      </a:r>
                      <a:r>
                        <a:rPr lang="ko-KR" altLang="en-US" sz="1000" b="0" dirty="0"/>
                        <a:t>와 정성</a:t>
                      </a:r>
                      <a:r>
                        <a:rPr lang="en-US" altLang="ko-KR" sz="1000" b="0" dirty="0"/>
                        <a:t>·</a:t>
                      </a:r>
                      <a:r>
                        <a:rPr lang="ko-KR" altLang="en-US" sz="1000" b="0" dirty="0"/>
                        <a:t>정량적으로 유사한 </a:t>
                      </a:r>
                      <a:r>
                        <a:rPr lang="en-US" altLang="ko-KR" sz="1000" b="0" dirty="0"/>
                        <a:t>Cp </a:t>
                      </a:r>
                      <a:r>
                        <a:rPr lang="ko-KR" altLang="en-US" sz="1000" b="0" dirty="0"/>
                        <a:t>분포를 재현함</a:t>
                      </a:r>
                      <a:endParaRPr lang="en-US" altLang="ko-KR" sz="1000" b="0" dirty="0"/>
                    </a:p>
                    <a:p>
                      <a:pPr>
                        <a:buNone/>
                      </a:pPr>
                      <a:r>
                        <a:rPr lang="en-US" altLang="ko-KR" sz="1000" b="0" dirty="0"/>
                        <a:t> </a:t>
                      </a:r>
                    </a:p>
                    <a:p>
                      <a:pPr>
                        <a:buNone/>
                      </a:pPr>
                      <a:r>
                        <a:rPr lang="en-US" altLang="ko-KR" sz="1000" b="0" dirty="0"/>
                        <a:t>SU2 </a:t>
                      </a:r>
                      <a:r>
                        <a:rPr lang="ko-KR" altLang="en-US" sz="1000" b="0" dirty="0"/>
                        <a:t>해석이 </a:t>
                      </a:r>
                      <a:r>
                        <a:rPr lang="en-US" altLang="ko-KR" sz="1000" b="0" dirty="0"/>
                        <a:t>NASA validation case</a:t>
                      </a:r>
                      <a:r>
                        <a:rPr lang="ko-KR" altLang="en-US" sz="1000" b="0" dirty="0"/>
                        <a:t>의 공력 특성을 정확히 포착하고 있음을 확인할 수 있음</a:t>
                      </a:r>
                      <a:endParaRPr lang="en-US" altLang="ko-KR" sz="10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5580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29D77D-9F6D-1BE1-79F5-8506DA62916E}"/>
                  </a:ext>
                </a:extLst>
              </p:cNvPr>
              <p:cNvSpPr txBox="1"/>
              <p:nvPr/>
            </p:nvSpPr>
            <p:spPr>
              <a:xfrm>
                <a:off x="8129839" y="4443984"/>
                <a:ext cx="3761291" cy="233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Fig.12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9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9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900" b="0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Plot Data</a:t>
                </a:r>
                <a:endPara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29D77D-9F6D-1BE1-79F5-8506DA629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839" y="4443984"/>
                <a:ext cx="3761291" cy="233462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554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2">
            <a:extLst>
              <a:ext uri="{FF2B5EF4-FFF2-40B4-BE49-F238E27FC236}">
                <a16:creationId xmlns:a16="http://schemas.microsoft.com/office/drawing/2014/main" id="{A0E53DB1-97A1-AA98-AB22-3E431444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/>
          <a:lstStyle/>
          <a:p>
            <a:r>
              <a:rPr lang="ko-KR" altLang="en-US" dirty="0"/>
              <a:t>추가 해석 결과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21777-E1FF-4E8D-B271-C7A5290303D5}"/>
              </a:ext>
            </a:extLst>
          </p:cNvPr>
          <p:cNvSpPr txBox="1"/>
          <p:nvPr/>
        </p:nvSpPr>
        <p:spPr>
          <a:xfrm>
            <a:off x="39767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추가 해석 결과 </a:t>
            </a:r>
            <a:r>
              <a:rPr lang="en-US" altLang="ko-KR" sz="2000" dirty="0"/>
              <a:t>– Python </a:t>
            </a:r>
            <a:r>
              <a:rPr lang="ko-KR" altLang="en-US" sz="2000" dirty="0"/>
              <a:t>으로 제작된 </a:t>
            </a:r>
            <a:r>
              <a:rPr lang="en-US" altLang="ko-KR" sz="2000" dirty="0"/>
              <a:t>NACA 4412</a:t>
            </a:r>
            <a:endParaRPr lang="en-US" sz="20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513AFCF-499B-3DC4-F1A6-529A75C98540}"/>
              </a:ext>
            </a:extLst>
          </p:cNvPr>
          <p:cNvGrpSpPr/>
          <p:nvPr/>
        </p:nvGrpSpPr>
        <p:grpSpPr>
          <a:xfrm>
            <a:off x="1960192" y="3777602"/>
            <a:ext cx="3904924" cy="2533028"/>
            <a:chOff x="1264602" y="1209961"/>
            <a:chExt cx="3904924" cy="2533028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74A515B-9017-297A-5526-A7F8BE2711C0}"/>
                </a:ext>
              </a:extLst>
            </p:cNvPr>
            <p:cNvGrpSpPr/>
            <p:nvPr/>
          </p:nvGrpSpPr>
          <p:grpSpPr>
            <a:xfrm>
              <a:off x="1264602" y="1209961"/>
              <a:ext cx="3904924" cy="2299566"/>
              <a:chOff x="273467" y="2057792"/>
              <a:chExt cx="6001588" cy="3534268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7FEBF4D0-FBED-1059-FBA7-0861514503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3467" y="2057792"/>
                <a:ext cx="6001588" cy="3534268"/>
              </a:xfrm>
              <a:prstGeom prst="rect">
                <a:avLst/>
              </a:prstGeom>
            </p:spPr>
          </p:pic>
          <p:pic>
            <p:nvPicPr>
              <p:cNvPr id="17" name="그림 16" descr="스크린샷, 다채로움, 텍스트, 그래픽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A178BE3-CB69-A00F-F3E0-85E19DEA20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0749"/>
              <a:stretch>
                <a:fillRect/>
              </a:stretch>
            </p:blipFill>
            <p:spPr>
              <a:xfrm>
                <a:off x="5765408" y="4548424"/>
                <a:ext cx="439623" cy="958891"/>
              </a:xfrm>
              <a:prstGeom prst="rect">
                <a:avLst/>
              </a:prstGeom>
            </p:spPr>
          </p:pic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4BF911-FDCB-B3D4-5E76-2F08AAF23ED6}"/>
                </a:ext>
              </a:extLst>
            </p:cNvPr>
            <p:cNvSpPr txBox="1"/>
            <p:nvPr/>
          </p:nvSpPr>
          <p:spPr>
            <a:xfrm>
              <a:off x="1362674" y="3509527"/>
              <a:ext cx="3761291" cy="233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Fig.13 CFD result NACA 4412 [Python]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22A2597-34DA-5F4D-676B-88E65F43829C}"/>
              </a:ext>
            </a:extLst>
          </p:cNvPr>
          <p:cNvGrpSpPr/>
          <p:nvPr/>
        </p:nvGrpSpPr>
        <p:grpSpPr>
          <a:xfrm>
            <a:off x="7073771" y="3884563"/>
            <a:ext cx="2319107" cy="2511534"/>
            <a:chOff x="4694235" y="1094360"/>
            <a:chExt cx="3201645" cy="3467300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2F0A94CA-C22F-EF0A-A9DA-0CCF87DB7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94235" y="1094360"/>
              <a:ext cx="3201645" cy="320164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F37E76A-F9FE-0D37-629E-AD36154BCB40}"/>
                </a:ext>
              </a:extLst>
            </p:cNvPr>
            <p:cNvSpPr txBox="1"/>
            <p:nvPr/>
          </p:nvSpPr>
          <p:spPr>
            <a:xfrm>
              <a:off x="5202221" y="4242985"/>
              <a:ext cx="2693659" cy="318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Fig. 2 CFD result [wire frame]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pic>
          <p:nvPicPr>
            <p:cNvPr id="35" name="그림 34" descr="스크린샷, 텍스트, 다채로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CB2B360-EF19-3659-9066-E5FB73A42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9689" y="3393845"/>
              <a:ext cx="320850" cy="693530"/>
            </a:xfrm>
            <a:prstGeom prst="rect">
              <a:avLst/>
            </a:prstGeom>
          </p:spPr>
        </p:pic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764ECCB-AC9D-789A-18E4-BBC89BD66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026278"/>
              </p:ext>
            </p:extLst>
          </p:nvPr>
        </p:nvGraphicFramePr>
        <p:xfrm>
          <a:off x="382312" y="1257638"/>
          <a:ext cx="11442886" cy="2286502"/>
        </p:xfrm>
        <a:graphic>
          <a:graphicData uri="http://schemas.openxmlformats.org/drawingml/2006/table">
            <a:tbl>
              <a:tblPr/>
              <a:tblGrid>
                <a:gridCol w="1426552">
                  <a:extLst>
                    <a:ext uri="{9D8B030D-6E8A-4147-A177-3AD203B41FA5}">
                      <a16:colId xmlns:a16="http://schemas.microsoft.com/office/drawing/2014/main" val="3535231942"/>
                    </a:ext>
                  </a:extLst>
                </a:gridCol>
                <a:gridCol w="3837305">
                  <a:extLst>
                    <a:ext uri="{9D8B030D-6E8A-4147-A177-3AD203B41FA5}">
                      <a16:colId xmlns:a16="http://schemas.microsoft.com/office/drawing/2014/main" val="2713536542"/>
                    </a:ext>
                  </a:extLst>
                </a:gridCol>
                <a:gridCol w="3067368">
                  <a:extLst>
                    <a:ext uri="{9D8B030D-6E8A-4147-A177-3AD203B41FA5}">
                      <a16:colId xmlns:a16="http://schemas.microsoft.com/office/drawing/2014/main" val="61659232"/>
                    </a:ext>
                  </a:extLst>
                </a:gridCol>
                <a:gridCol w="3111661">
                  <a:extLst>
                    <a:ext uri="{9D8B030D-6E8A-4147-A177-3AD203B41FA5}">
                      <a16:colId xmlns:a16="http://schemas.microsoft.com/office/drawing/2014/main" val="3572391039"/>
                    </a:ext>
                  </a:extLst>
                </a:gridCol>
              </a:tblGrid>
              <a:tr h="356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비교 항목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Fig.13 – Python Grid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Fig.2 – NASA-Based Grid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해석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607636"/>
                  </a:ext>
                </a:extLst>
              </a:tr>
              <a:tr h="501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/>
                        <a:t>도메인 비율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Inlet → Outlet </a:t>
                      </a:r>
                      <a:r>
                        <a:rPr lang="ko-KR" altLang="en-US" sz="1000" dirty="0"/>
                        <a:t>방향이 상대적으로 길고 세로폭이 좁음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Upper wall ↔ Lower wall </a:t>
                      </a:r>
                      <a:r>
                        <a:rPr lang="ko-KR" altLang="en-US" sz="1000"/>
                        <a:t>간 거리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세로폭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가 더 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두 격자의 비율 자체가 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서로 다른 구조로 설계됨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065149"/>
                  </a:ext>
                </a:extLst>
              </a:tr>
              <a:tr h="501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격자 구조</a:t>
                      </a:r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전체적인 외형은 유사하지만 세부 블록 분포가 다름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NASA C-Grid </a:t>
                      </a:r>
                      <a:r>
                        <a:rPr lang="ko-KR" altLang="en-US" sz="1000"/>
                        <a:t>특유의 균일한 </a:t>
                      </a:r>
                      <a:r>
                        <a:rPr lang="en-US" sz="1000"/>
                        <a:t>radial spacing </a:t>
                      </a:r>
                      <a:r>
                        <a:rPr lang="ko-KR" altLang="en-US" sz="1000"/>
                        <a:t>유지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Python </a:t>
                      </a:r>
                      <a:r>
                        <a:rPr lang="ko-KR" altLang="en-US" sz="1000" dirty="0"/>
                        <a:t>재구성 과정에서 </a:t>
                      </a:r>
                      <a:r>
                        <a:rPr lang="en-US" altLang="ko-KR" sz="1000" dirty="0"/>
                        <a:t>NASA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000" dirty="0"/>
                        <a:t>원본과 정확히 일치하기 어려움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970575"/>
                  </a:ext>
                </a:extLst>
              </a:tr>
              <a:tr h="308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 dirty="0"/>
                        <a:t>저압 구간</a:t>
                      </a:r>
                      <a:endParaRPr 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TE </a:t>
                      </a:r>
                      <a:r>
                        <a:rPr lang="ko-KR" altLang="en-US" sz="1000" dirty="0"/>
                        <a:t>부근 저압 구간이 발산하듯 점점 커지는 경향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저압 구간이 점점 줄어들며 </a:t>
                      </a:r>
                      <a:r>
                        <a:rPr lang="en-US" altLang="ko-KR" sz="1000" dirty="0"/>
                        <a:t>TE</a:t>
                      </a:r>
                      <a:r>
                        <a:rPr lang="ko-KR" altLang="en-US" sz="1000" dirty="0"/>
                        <a:t>에서 수렴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이론적으로는 </a:t>
                      </a:r>
                      <a:r>
                        <a:rPr lang="en-US" altLang="ko-KR" sz="1000" dirty="0"/>
                        <a:t>Fig.2 </a:t>
                      </a:r>
                      <a:r>
                        <a:rPr lang="ko-KR" altLang="en-US" sz="1000" dirty="0"/>
                        <a:t>형태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수렴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가 맞음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167728"/>
                  </a:ext>
                </a:extLst>
              </a:tr>
              <a:tr h="308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유동 특성 반영력</a:t>
                      </a:r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/>
                        <a:t>압력 회복 및 </a:t>
                      </a:r>
                      <a:r>
                        <a:rPr lang="en-US" altLang="ko-KR" sz="1000"/>
                        <a:t>APG </a:t>
                      </a:r>
                      <a:r>
                        <a:rPr lang="ko-KR" altLang="en-US" sz="1000"/>
                        <a:t>표현이 상대적으로 부정확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NASA validation case</a:t>
                      </a:r>
                      <a:r>
                        <a:rPr lang="ko-KR" altLang="en-US" sz="1000"/>
                        <a:t>와 일치하는 경향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격자 비율 차이가 유동장에도 직접적 영향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79759"/>
                  </a:ext>
                </a:extLst>
              </a:tr>
              <a:tr h="308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b="1"/>
                        <a:t>전반적 평가</a:t>
                      </a:r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/>
                        <a:t>NASA </a:t>
                      </a:r>
                      <a:r>
                        <a:rPr lang="ko-KR" altLang="en-US" sz="1000"/>
                        <a:t>원본과 형태적 유사성은 있으나 공력 특성 재현력이 낮음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이론</a:t>
                      </a:r>
                      <a:r>
                        <a:rPr lang="en-US" altLang="ko-KR" sz="1000" dirty="0"/>
                        <a:t>·</a:t>
                      </a:r>
                      <a:r>
                        <a:rPr lang="ko-KR" altLang="en-US" sz="1000" dirty="0"/>
                        <a:t>실험과 </a:t>
                      </a:r>
                      <a:r>
                        <a:rPr lang="ko-KR" altLang="en-US" sz="1000" dirty="0" err="1"/>
                        <a:t>정합된</a:t>
                      </a:r>
                      <a:r>
                        <a:rPr lang="ko-KR" altLang="en-US" sz="1000" dirty="0"/>
                        <a:t> 구조로 해석 품질이 우수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Python grid</a:t>
                      </a:r>
                      <a:r>
                        <a:rPr lang="ko-KR" altLang="en-US" sz="1000" dirty="0"/>
                        <a:t>는 참고용</a:t>
                      </a:r>
                      <a:r>
                        <a:rPr lang="en-US" altLang="ko-KR" sz="1000" dirty="0"/>
                        <a:t>, NASA grid</a:t>
                      </a:r>
                      <a:r>
                        <a:rPr lang="ko-KR" altLang="en-US" sz="1000" dirty="0"/>
                        <a:t>는 검증용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234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770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72050-4E50-73AC-2767-C7CDD9858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2">
            <a:extLst>
              <a:ext uri="{FF2B5EF4-FFF2-40B4-BE49-F238E27FC236}">
                <a16:creationId xmlns:a16="http://schemas.microsoft.com/office/drawing/2014/main" id="{35E28F89-3C07-847F-D391-A23568C3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/>
          <a:lstStyle/>
          <a:p>
            <a:r>
              <a:rPr lang="ko-KR" altLang="en-US" dirty="0"/>
              <a:t>추가 해석 결과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2A7139-66C2-DCCB-0155-63FB8761FF6E}"/>
              </a:ext>
            </a:extLst>
          </p:cNvPr>
          <p:cNvSpPr txBox="1"/>
          <p:nvPr/>
        </p:nvSpPr>
        <p:spPr>
          <a:xfrm>
            <a:off x="39767" y="645699"/>
            <a:ext cx="7350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추가 해석 결과 </a:t>
            </a:r>
            <a:r>
              <a:rPr lang="en-US" altLang="ko-KR" sz="2000" dirty="0"/>
              <a:t>– Python </a:t>
            </a:r>
            <a:r>
              <a:rPr lang="ko-KR" altLang="en-US" sz="2000" dirty="0"/>
              <a:t>으로 제작된 </a:t>
            </a:r>
            <a:r>
              <a:rPr lang="en-US" altLang="ko-KR" sz="2000" dirty="0"/>
              <a:t>NACA 4412</a:t>
            </a:r>
            <a:endParaRPr lang="en-US" sz="20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9D374E7-08E9-25A3-8162-036822FF4D5C}"/>
              </a:ext>
            </a:extLst>
          </p:cNvPr>
          <p:cNvGrpSpPr/>
          <p:nvPr/>
        </p:nvGrpSpPr>
        <p:grpSpPr>
          <a:xfrm>
            <a:off x="9462336" y="1209960"/>
            <a:ext cx="2290507" cy="2543836"/>
            <a:chOff x="9028704" y="1209961"/>
            <a:chExt cx="2290507" cy="2543836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A8E2DE07-3774-93B5-C0A6-D2A03C7DAB70}"/>
                </a:ext>
              </a:extLst>
            </p:cNvPr>
            <p:cNvGrpSpPr/>
            <p:nvPr/>
          </p:nvGrpSpPr>
          <p:grpSpPr>
            <a:xfrm>
              <a:off x="9028704" y="1209961"/>
              <a:ext cx="2290507" cy="2332304"/>
              <a:chOff x="9236094" y="1129434"/>
              <a:chExt cx="2290507" cy="2332304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FCACE06C-984B-150E-DB3C-09CE51595424}"/>
                  </a:ext>
                </a:extLst>
              </p:cNvPr>
              <p:cNvGrpSpPr/>
              <p:nvPr/>
            </p:nvGrpSpPr>
            <p:grpSpPr>
              <a:xfrm>
                <a:off x="9236094" y="1129434"/>
                <a:ext cx="2290507" cy="1311611"/>
                <a:chOff x="563435" y="2916206"/>
                <a:chExt cx="3348689" cy="1917557"/>
              </a:xfrm>
            </p:grpSpPr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2A7A4019-5858-009C-D507-F8E3F031B8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63435" y="2916206"/>
                  <a:ext cx="3348689" cy="1917557"/>
                </a:xfrm>
                <a:prstGeom prst="rect">
                  <a:avLst/>
                </a:prstGeom>
              </p:spPr>
            </p:pic>
            <p:pic>
              <p:nvPicPr>
                <p:cNvPr id="7" name="그림 6" descr="스크린샷, 텍스트, 다채로움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3D784DDC-64D6-F484-79DA-D2D3616B26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01530" y="3057866"/>
                  <a:ext cx="310594" cy="742267"/>
                </a:xfrm>
                <a:prstGeom prst="rect">
                  <a:avLst/>
                </a:prstGeom>
              </p:spPr>
            </p:pic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61E7EA41-B1D1-9102-B8A8-02E92B17DB9F}"/>
                  </a:ext>
                </a:extLst>
              </p:cNvPr>
              <p:cNvGrpSpPr/>
              <p:nvPr/>
            </p:nvGrpSpPr>
            <p:grpSpPr>
              <a:xfrm>
                <a:off x="9236094" y="2633968"/>
                <a:ext cx="2290507" cy="827770"/>
                <a:chOff x="8271282" y="4596371"/>
                <a:chExt cx="3506074" cy="1267066"/>
              </a:xfrm>
            </p:grpSpPr>
            <p:pic>
              <p:nvPicPr>
                <p:cNvPr id="10" name="그림 9">
                  <a:extLst>
                    <a:ext uri="{FF2B5EF4-FFF2-40B4-BE49-F238E27FC236}">
                      <a16:creationId xmlns:a16="http://schemas.microsoft.com/office/drawing/2014/main" id="{3F25B56E-CF0B-28E5-8FBF-E6AAE18CA2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271282" y="4596371"/>
                  <a:ext cx="3506074" cy="1217051"/>
                </a:xfrm>
                <a:prstGeom prst="rect">
                  <a:avLst/>
                </a:prstGeom>
              </p:spPr>
            </p:pic>
            <p:pic>
              <p:nvPicPr>
                <p:cNvPr id="12" name="그림 11" descr="스크린샷, 다채로움, 텍스트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FFF22283-12A4-654B-353D-91B83CEB9F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31102" y="5528227"/>
                  <a:ext cx="1646254" cy="335210"/>
                </a:xfrm>
                <a:prstGeom prst="rect">
                  <a:avLst/>
                </a:prstGeom>
              </p:spPr>
            </p:pic>
          </p:grp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2B163D-038B-0CD7-44C8-738B795BE9E0}"/>
                </a:ext>
              </a:extLst>
            </p:cNvPr>
            <p:cNvSpPr txBox="1"/>
            <p:nvPr/>
          </p:nvSpPr>
          <p:spPr>
            <a:xfrm>
              <a:off x="9028704" y="2501303"/>
              <a:ext cx="2290507" cy="233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Fig.14 CFD result NACA 4412 [Python]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634362-1B4A-08DA-6B61-67C347493D3F}"/>
                </a:ext>
              </a:extLst>
            </p:cNvPr>
            <p:cNvSpPr txBox="1"/>
            <p:nvPr/>
          </p:nvSpPr>
          <p:spPr>
            <a:xfrm>
              <a:off x="9028704" y="3520335"/>
              <a:ext cx="2290507" cy="233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Fig.15 CFD result NACA 4412 [NASA]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53C63EC-3901-35E1-BE9A-8BED8DD0BBA5}"/>
              </a:ext>
            </a:extLst>
          </p:cNvPr>
          <p:cNvGrpSpPr/>
          <p:nvPr/>
        </p:nvGrpSpPr>
        <p:grpSpPr>
          <a:xfrm>
            <a:off x="8003357" y="3671334"/>
            <a:ext cx="4284776" cy="2961562"/>
            <a:chOff x="7849179" y="690624"/>
            <a:chExt cx="4373743" cy="302305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9F57A2B-651A-70AD-DE33-013B2FA068E3}"/>
                </a:ext>
              </a:extLst>
            </p:cNvPr>
            <p:cNvGrpSpPr/>
            <p:nvPr/>
          </p:nvGrpSpPr>
          <p:grpSpPr>
            <a:xfrm>
              <a:off x="7849179" y="1047655"/>
              <a:ext cx="4270707" cy="2666023"/>
              <a:chOff x="7849179" y="1047655"/>
              <a:chExt cx="4270707" cy="2666023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2B8E0D89-36D4-26D3-96B4-103AD073D7A9}"/>
                  </a:ext>
                </a:extLst>
              </p:cNvPr>
              <p:cNvGrpSpPr/>
              <p:nvPr/>
            </p:nvGrpSpPr>
            <p:grpSpPr>
              <a:xfrm>
                <a:off x="7852257" y="1047655"/>
                <a:ext cx="4267629" cy="2527074"/>
                <a:chOff x="265520" y="1312682"/>
                <a:chExt cx="8996188" cy="5327087"/>
              </a:xfrm>
            </p:grpSpPr>
            <p:graphicFrame>
              <p:nvGraphicFramePr>
                <p:cNvPr id="27" name="차트 26">
                  <a:extLst>
                    <a:ext uri="{FF2B5EF4-FFF2-40B4-BE49-F238E27FC236}">
                      <a16:creationId xmlns:a16="http://schemas.microsoft.com/office/drawing/2014/main" id="{FF6D63F2-4293-2D6D-5FB5-FA053E282C2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761017019"/>
                    </p:ext>
                  </p:extLst>
                </p:nvPr>
              </p:nvGraphicFramePr>
              <p:xfrm>
                <a:off x="265520" y="1312682"/>
                <a:ext cx="8878479" cy="532708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3CCABD46-7A91-78EC-8D13-F2EE757E8233}"/>
                    </a:ext>
                  </a:extLst>
                </p:cNvPr>
                <p:cNvGrpSpPr/>
                <p:nvPr/>
              </p:nvGrpSpPr>
              <p:grpSpPr>
                <a:xfrm>
                  <a:off x="675684" y="4534293"/>
                  <a:ext cx="8586024" cy="1694877"/>
                  <a:chOff x="2066925" y="2633662"/>
                  <a:chExt cx="8058150" cy="1590675"/>
                </a:xfrm>
              </p:grpSpPr>
              <p:pic>
                <p:nvPicPr>
                  <p:cNvPr id="29" name="그림 28" descr="블랙, 원, 어둠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EF153104-EFC8-640A-5A9C-2206CBD3AE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066925" y="2633662"/>
                    <a:ext cx="8058150" cy="1590675"/>
                  </a:xfrm>
                  <a:prstGeom prst="rect">
                    <a:avLst/>
                  </a:prstGeom>
                </p:spPr>
              </p:pic>
              <p:pic>
                <p:nvPicPr>
                  <p:cNvPr id="31" name="그림 30" descr="블랙, 스크린샷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6329CDB5-BD26-46E7-8C93-12868110B1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108545" y="2705295"/>
                    <a:ext cx="7912148" cy="1438572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0159C28-6FAC-6D9A-8FE2-74DE0AA3B5FB}"/>
                  </a:ext>
                </a:extLst>
              </p:cNvPr>
              <p:cNvSpPr txBox="1"/>
              <p:nvPr/>
            </p:nvSpPr>
            <p:spPr>
              <a:xfrm>
                <a:off x="7849179" y="3478053"/>
                <a:ext cx="4214867" cy="235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Fig. 16 Cp plot – Optimized wing</a:t>
                </a:r>
                <a:endPara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878CF74-F177-3F7F-1BAC-F6E657567A04}"/>
                </a:ext>
              </a:extLst>
            </p:cNvPr>
            <p:cNvGrpSpPr/>
            <p:nvPr/>
          </p:nvGrpSpPr>
          <p:grpSpPr>
            <a:xfrm>
              <a:off x="10835911" y="690624"/>
              <a:ext cx="1387011" cy="483229"/>
              <a:chOff x="10908025" y="4565292"/>
              <a:chExt cx="1387011" cy="483229"/>
            </a:xfrm>
          </p:grpSpPr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93C1BE87-492E-0098-508D-DB81F0662B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08025" y="4682150"/>
                <a:ext cx="391535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6E2879-EAEF-4EAA-0F90-24938E61F739}"/>
                  </a:ext>
                </a:extLst>
              </p:cNvPr>
              <p:cNvSpPr txBox="1"/>
              <p:nvPr/>
            </p:nvSpPr>
            <p:spPr>
              <a:xfrm>
                <a:off x="11402596" y="4565292"/>
                <a:ext cx="892440" cy="246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NACA</a:t>
                </a:r>
                <a:r>
                  <a:rPr lang="ko-KR" altLang="en-US" sz="900" dirty="0"/>
                  <a:t> </a:t>
                </a:r>
                <a:r>
                  <a:rPr lang="en-US" altLang="ko-KR" sz="900" dirty="0"/>
                  <a:t>0012</a:t>
                </a:r>
                <a:endParaRPr lang="ko-KR" altLang="en-US" sz="900" dirty="0"/>
              </a:p>
            </p:txBody>
          </p: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F4A91945-362F-DDB5-0936-5236A9C03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08025" y="4922567"/>
                <a:ext cx="391535" cy="0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292ACD9-047E-35CA-EAD5-FBFA647AAEBA}"/>
                  </a:ext>
                </a:extLst>
              </p:cNvPr>
              <p:cNvSpPr txBox="1"/>
              <p:nvPr/>
            </p:nvSpPr>
            <p:spPr>
              <a:xfrm>
                <a:off x="11402596" y="4817689"/>
                <a:ext cx="78940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Optimized</a:t>
                </a:r>
                <a:endParaRPr lang="ko-KR" altLang="en-US" sz="900" dirty="0"/>
              </a:p>
            </p:txBody>
          </p:sp>
        </p:grp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7B14526-FA36-4D78-0659-65DED9BB4A90}"/>
              </a:ext>
            </a:extLst>
          </p:cNvPr>
          <p:cNvSpPr txBox="1"/>
          <p:nvPr/>
        </p:nvSpPr>
        <p:spPr>
          <a:xfrm>
            <a:off x="150830" y="1126882"/>
            <a:ext cx="93115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 b="1" dirty="0"/>
              <a:t>Fig.14–15 Flow Comparison &amp; Cause of Discrepancy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Fig.14</a:t>
            </a:r>
            <a:r>
              <a:rPr lang="ko-KR" altLang="en-US" sz="1000" dirty="0"/>
              <a:t>에서는 후류에 의해 형성된 저압 구간이 </a:t>
            </a:r>
            <a:r>
              <a:rPr lang="ko-KR" altLang="en-US" sz="1000" dirty="0" err="1"/>
              <a:t>익형</a:t>
            </a:r>
            <a:r>
              <a:rPr lang="ko-KR" altLang="en-US" sz="1000" dirty="0"/>
              <a:t> 상부로 과도하게 상승하는 경향이 보인다</a:t>
            </a:r>
            <a:r>
              <a:rPr lang="en-US" altLang="ko-KR" sz="1000" dirty="0"/>
              <a:t>. </a:t>
            </a:r>
            <a:r>
              <a:rPr lang="ko-KR" altLang="en-US" sz="1000" dirty="0"/>
              <a:t>반면 </a:t>
            </a:r>
            <a:r>
              <a:rPr lang="en-US" altLang="ko-KR" sz="1000" dirty="0"/>
              <a:t>NASA </a:t>
            </a:r>
            <a:r>
              <a:rPr lang="ko-KR" altLang="en-US" sz="1000" dirty="0"/>
              <a:t>제공 격자</a:t>
            </a:r>
            <a:r>
              <a:rPr lang="en-US" altLang="ko-KR" sz="1000" dirty="0"/>
              <a:t>(Fig.15)</a:t>
            </a:r>
            <a:r>
              <a:rPr lang="ko-KR" altLang="en-US" sz="1000" dirty="0"/>
              <a:t>에서는 동일 위치에서 압력이     한 차례 완만하게 회복되며</a:t>
            </a:r>
            <a:r>
              <a:rPr lang="en-US" altLang="ko-KR" sz="1000" dirty="0"/>
              <a:t>, </a:t>
            </a:r>
            <a:r>
              <a:rPr lang="ko-KR" altLang="en-US" sz="1000" dirty="0"/>
              <a:t>저압 영역이 </a:t>
            </a:r>
            <a:r>
              <a:rPr lang="ko-KR" altLang="en-US" sz="1000" dirty="0" err="1"/>
              <a:t>익형</a:t>
            </a:r>
            <a:r>
              <a:rPr lang="ko-KR" altLang="en-US" sz="1000" dirty="0"/>
              <a:t> 윗면으로 크게 확장되지 않으며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역압력구배가</a:t>
            </a:r>
            <a:r>
              <a:rPr lang="ko-KR" altLang="en-US" sz="1000" dirty="0"/>
              <a:t> 과장된 형태로 표현된다</a:t>
            </a:r>
            <a:r>
              <a:rPr lang="en-US" altLang="ko-KR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 차이는 </a:t>
            </a:r>
            <a:r>
              <a:rPr lang="en-US" altLang="ko-KR" sz="1000" dirty="0"/>
              <a:t>Python </a:t>
            </a:r>
            <a:r>
              <a:rPr lang="ko-KR" altLang="en-US" sz="1000" dirty="0"/>
              <a:t>기반 격자의 </a:t>
            </a:r>
            <a:r>
              <a:rPr lang="en-US" altLang="ko-KR" sz="1000" dirty="0"/>
              <a:t>TE </a:t>
            </a:r>
            <a:r>
              <a:rPr lang="ko-KR" altLang="en-US" sz="1000" dirty="0"/>
              <a:t>형상 왜곡에서 기인한다</a:t>
            </a:r>
            <a:r>
              <a:rPr lang="en-US" altLang="ko-KR" sz="1000" dirty="0"/>
              <a:t>. TE </a:t>
            </a:r>
            <a:r>
              <a:rPr lang="ko-KR" altLang="en-US" sz="1000" dirty="0"/>
              <a:t>주변에는 실질적으로 필요한 정보가 부족해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면적분</a:t>
            </a:r>
            <a:r>
              <a:rPr lang="ko-KR" altLang="en-US" sz="1000" dirty="0"/>
              <a:t> 및 </a:t>
            </a:r>
            <a:r>
              <a:rPr lang="ko-KR" altLang="en-US" sz="1000" dirty="0" err="1"/>
              <a:t>편미분을</a:t>
            </a:r>
            <a:r>
              <a:rPr lang="ko-KR" altLang="en-US" sz="1000" dirty="0"/>
              <a:t> 통한 곡률 재구성 과정에서   실제로는 아래로 휘어야 할 </a:t>
            </a:r>
            <a:r>
              <a:rPr lang="en-US" altLang="ko-KR" sz="1000" dirty="0"/>
              <a:t>TE </a:t>
            </a:r>
            <a:r>
              <a:rPr lang="ko-KR" altLang="en-US" sz="1000" dirty="0"/>
              <a:t>형상이 둥글게 마무리되었다</a:t>
            </a:r>
            <a:r>
              <a:rPr lang="en-US" altLang="ko-KR" sz="1000" dirty="0"/>
              <a:t>. </a:t>
            </a:r>
            <a:r>
              <a:rPr lang="ko-KR" altLang="en-US" sz="1000" dirty="0"/>
              <a:t>이로 인해 </a:t>
            </a:r>
            <a:r>
              <a:rPr lang="ko-KR" altLang="en-US" sz="1000" dirty="0" err="1"/>
              <a:t>익형</a:t>
            </a:r>
            <a:r>
              <a:rPr lang="ko-KR" altLang="en-US" sz="1000" dirty="0"/>
              <a:t> 전체의 곡률 분포가 </a:t>
            </a:r>
            <a:r>
              <a:rPr lang="en-US" altLang="ko-KR" sz="1000" dirty="0"/>
              <a:t>NASA </a:t>
            </a:r>
            <a:r>
              <a:rPr lang="ko-KR" altLang="en-US" sz="1000" dirty="0"/>
              <a:t>기반 형상과 다르게 형성되고</a:t>
            </a:r>
            <a:r>
              <a:rPr lang="en-US" altLang="ko-KR" sz="1000" dirty="0"/>
              <a:t>, </a:t>
            </a:r>
          </a:p>
          <a:p>
            <a:r>
              <a:rPr lang="en-US" altLang="ko-KR" sz="1000" dirty="0"/>
              <a:t>    </a:t>
            </a:r>
            <a:r>
              <a:rPr lang="ko-KR" altLang="en-US" sz="1000" dirty="0"/>
              <a:t>그 결과 박리 시작점</a:t>
            </a:r>
            <a:r>
              <a:rPr lang="en-US" altLang="ko-KR" sz="1000" dirty="0"/>
              <a:t>·</a:t>
            </a:r>
            <a:r>
              <a:rPr lang="ko-KR" altLang="en-US" sz="1000" dirty="0"/>
              <a:t>압력 분포</a:t>
            </a:r>
            <a:r>
              <a:rPr lang="en-US" altLang="ko-KR" sz="1000" dirty="0"/>
              <a:t>·</a:t>
            </a:r>
            <a:r>
              <a:rPr lang="ko-KR" altLang="en-US" sz="1000" dirty="0" err="1"/>
              <a:t>역압력구배가</a:t>
            </a:r>
            <a:r>
              <a:rPr lang="ko-KR" altLang="en-US" sz="1000" dirty="0"/>
              <a:t> 모두 달라진 흐름을 보이게 된다</a:t>
            </a:r>
            <a:r>
              <a:rPr lang="en-US" altLang="ko-KR" sz="1000" dirty="0"/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1C425D-96CB-B731-4FB3-173395728E48}"/>
              </a:ext>
            </a:extLst>
          </p:cNvPr>
          <p:cNvSpPr txBox="1"/>
          <p:nvPr/>
        </p:nvSpPr>
        <p:spPr>
          <a:xfrm>
            <a:off x="150830" y="2615870"/>
            <a:ext cx="884234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 b="1" dirty="0"/>
              <a:t>Fig.16 Optimized Wing </a:t>
            </a:r>
            <a:r>
              <a:rPr lang="ko-KR" altLang="en-US" sz="1200" b="1" dirty="0"/>
              <a:t>결과와의 연관성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지난주 수행한 </a:t>
            </a:r>
            <a:r>
              <a:rPr lang="en-US" altLang="ko-KR" sz="1000" dirty="0"/>
              <a:t>Optimized wing test</a:t>
            </a:r>
            <a:r>
              <a:rPr lang="ko-KR" altLang="en-US" sz="1000" dirty="0"/>
              <a:t>에서도 동일한 경향이 확인되었다</a:t>
            </a:r>
            <a:r>
              <a:rPr lang="en-US" altLang="ko-KR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/>
              <a:t>익형</a:t>
            </a:r>
            <a:r>
              <a:rPr lang="ko-KR" altLang="en-US" sz="1000" dirty="0"/>
              <a:t> 형상이 아주 미세하게 변하더라도</a:t>
            </a:r>
            <a:r>
              <a:rPr lang="en-US" altLang="ko-KR" sz="1000" dirty="0"/>
              <a:t>, </a:t>
            </a:r>
            <a:r>
              <a:rPr lang="ko-KR" altLang="en-US" sz="1000" dirty="0"/>
              <a:t>특히 </a:t>
            </a:r>
            <a:r>
              <a:rPr lang="en-US" altLang="ko-KR" sz="1000" dirty="0"/>
              <a:t>TE </a:t>
            </a:r>
            <a:r>
              <a:rPr lang="ko-KR" altLang="en-US" sz="1000" dirty="0"/>
              <a:t>곡률이 감소하거나 </a:t>
            </a:r>
            <a:r>
              <a:rPr lang="en-US" altLang="ko-KR" sz="1000" dirty="0"/>
              <a:t>Upper wing </a:t>
            </a:r>
            <a:r>
              <a:rPr lang="ko-KR" altLang="en-US" sz="1000" dirty="0"/>
              <a:t>방향으로 휘어지는 경우</a:t>
            </a:r>
            <a:r>
              <a:rPr lang="en-US" altLang="ko-KR" sz="1000" dirty="0"/>
              <a:t>, Cp </a:t>
            </a:r>
            <a:r>
              <a:rPr lang="ko-KR" altLang="en-US" sz="1000" dirty="0"/>
              <a:t>분포가 감소하며 전체 항력이 감소하는 현상 이 명확하게 나타났다</a:t>
            </a:r>
            <a:r>
              <a:rPr lang="en-US" altLang="ko-KR" sz="1000" dirty="0"/>
              <a:t>.</a:t>
            </a:r>
          </a:p>
          <a:p>
            <a:pPr marL="358775" indent="-95250">
              <a:buFont typeface="Wingdings" panose="05000000000000000000" pitchFamily="2" charset="2"/>
              <a:buChar char="§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이는 </a:t>
            </a:r>
            <a:r>
              <a:rPr lang="en-US" altLang="ko-KR" sz="1000" dirty="0"/>
              <a:t>TE </a:t>
            </a:r>
            <a:r>
              <a:rPr lang="ko-KR" altLang="en-US" sz="1000" dirty="0"/>
              <a:t>형상이 유동 </a:t>
            </a:r>
            <a:r>
              <a:rPr lang="ko-KR" altLang="en-US" sz="1000" dirty="0" err="1"/>
              <a:t>재부착</a:t>
            </a:r>
            <a:r>
              <a:rPr lang="en-US" altLang="ko-KR" sz="1000" dirty="0"/>
              <a:t>·</a:t>
            </a:r>
            <a:r>
              <a:rPr lang="ko-KR" altLang="en-US" sz="1000" dirty="0"/>
              <a:t>후류 구조</a:t>
            </a:r>
            <a:r>
              <a:rPr lang="en-US" altLang="ko-KR" sz="1000" dirty="0"/>
              <a:t>·</a:t>
            </a:r>
            <a:r>
              <a:rPr lang="ko-KR" altLang="en-US" sz="1000" dirty="0" err="1"/>
              <a:t>역압력구배</a:t>
            </a:r>
            <a:r>
              <a:rPr lang="ko-KR" altLang="en-US" sz="1000" dirty="0"/>
              <a:t> 형성에 매우 민감하게 작용함을 보여주며</a:t>
            </a:r>
            <a:r>
              <a:rPr lang="en-US" altLang="ko-KR" sz="1000" dirty="0"/>
              <a:t>, Fig.14</a:t>
            </a:r>
            <a:r>
              <a:rPr lang="ko-KR" altLang="en-US" sz="1000" dirty="0"/>
              <a:t>와 </a:t>
            </a:r>
            <a:r>
              <a:rPr lang="en-US" altLang="ko-KR" sz="1000" dirty="0"/>
              <a:t>Fig.15</a:t>
            </a:r>
            <a:r>
              <a:rPr lang="ko-KR" altLang="en-US" sz="1000" dirty="0"/>
              <a:t>의 차이 역시 이러한 </a:t>
            </a:r>
            <a:r>
              <a:rPr lang="en-US" altLang="ko-KR" sz="1000" dirty="0"/>
              <a:t>TE </a:t>
            </a:r>
            <a:r>
              <a:rPr lang="ko-KR" altLang="en-US" sz="1000" dirty="0"/>
              <a:t>형상 민감도에  의해 발생한 것으로 해석할 수 있다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741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1E0AEF3-C4EB-099C-73AB-B3C72B2B6F37}"/>
              </a:ext>
            </a:extLst>
          </p:cNvPr>
          <p:cNvGrpSpPr/>
          <p:nvPr/>
        </p:nvGrpSpPr>
        <p:grpSpPr>
          <a:xfrm>
            <a:off x="7346622" y="2839825"/>
            <a:ext cx="4572000" cy="3089784"/>
            <a:chOff x="7420468" y="1435231"/>
            <a:chExt cx="4572000" cy="30897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497268-7770-384C-EEDC-3E83D61D649E}"/>
                </a:ext>
              </a:extLst>
            </p:cNvPr>
            <p:cNvSpPr txBox="1"/>
            <p:nvPr/>
          </p:nvSpPr>
          <p:spPr>
            <a:xfrm>
              <a:off x="7420468" y="4291553"/>
              <a:ext cx="4572000" cy="233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Fig.17 Cp Plot Python vs NASA given 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aphicFrame>
          <p:nvGraphicFramePr>
            <p:cNvPr id="7" name="차트 6">
              <a:extLst>
                <a:ext uri="{FF2B5EF4-FFF2-40B4-BE49-F238E27FC236}">
                  <a16:creationId xmlns:a16="http://schemas.microsoft.com/office/drawing/2014/main" id="{9C34401D-E899-F747-9B18-31BDE58B365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48646990"/>
                </p:ext>
              </p:extLst>
            </p:nvPr>
          </p:nvGraphicFramePr>
          <p:xfrm>
            <a:off x="7420468" y="1435231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sp>
        <p:nvSpPr>
          <p:cNvPr id="9" name="제목 2">
            <a:extLst>
              <a:ext uri="{FF2B5EF4-FFF2-40B4-BE49-F238E27FC236}">
                <a16:creationId xmlns:a16="http://schemas.microsoft.com/office/drawing/2014/main" id="{3DF7BA9E-53BF-42B8-7938-03B43673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562074"/>
          </a:xfrm>
        </p:spPr>
        <p:txBody>
          <a:bodyPr/>
          <a:lstStyle/>
          <a:p>
            <a:r>
              <a:rPr lang="ko-KR" altLang="en-US" dirty="0"/>
              <a:t>추가 해석 결과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15E9DA-5780-FBF8-C4F6-2CFD254F29A4}"/>
              </a:ext>
            </a:extLst>
          </p:cNvPr>
          <p:cNvSpPr txBox="1"/>
          <p:nvPr/>
        </p:nvSpPr>
        <p:spPr>
          <a:xfrm>
            <a:off x="39766" y="645699"/>
            <a:ext cx="98395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ko-KR" altLang="en-US" sz="2000" dirty="0"/>
              <a:t>추가 해석 결과 </a:t>
            </a:r>
            <a:r>
              <a:rPr lang="en-US" altLang="ko-KR" sz="2000" dirty="0"/>
              <a:t>– Python </a:t>
            </a:r>
            <a:r>
              <a:rPr lang="ko-KR" altLang="en-US" sz="2000" dirty="0"/>
              <a:t>으로 제작된 </a:t>
            </a:r>
            <a:r>
              <a:rPr lang="en-US" altLang="ko-KR" sz="2000" dirty="0"/>
              <a:t>NACA 4412 </a:t>
            </a:r>
            <a:r>
              <a:rPr lang="ko-KR" altLang="en-US" sz="2000" dirty="0"/>
              <a:t>와 </a:t>
            </a:r>
            <a:r>
              <a:rPr lang="en-US" altLang="ko-KR" sz="2000" dirty="0"/>
              <a:t>NASA</a:t>
            </a:r>
            <a:r>
              <a:rPr lang="ko-KR" altLang="en-US" sz="2000" dirty="0"/>
              <a:t>제공 형상의 </a:t>
            </a:r>
            <a:r>
              <a:rPr lang="en-US" altLang="ko-KR" sz="2000" dirty="0"/>
              <a:t>Cp </a:t>
            </a:r>
            <a:r>
              <a:rPr lang="ko-KR" altLang="en-US" sz="2000" dirty="0"/>
              <a:t>비교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8E8DA-61FE-C03B-B7C3-A1349BEBDAB7}"/>
              </a:ext>
            </a:extLst>
          </p:cNvPr>
          <p:cNvSpPr txBox="1"/>
          <p:nvPr/>
        </p:nvSpPr>
        <p:spPr>
          <a:xfrm>
            <a:off x="266306" y="1129434"/>
            <a:ext cx="1171830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200" b="1" dirty="0"/>
              <a:t>Fig.17 Cp Comparison: Python-Generated Wing vs NASA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Python</a:t>
            </a:r>
            <a:r>
              <a:rPr lang="ko-KR" altLang="en-US" sz="1000" dirty="0"/>
              <a:t>으로 생성된 </a:t>
            </a:r>
            <a:r>
              <a:rPr lang="ko-KR" altLang="en-US" sz="1000" dirty="0" err="1"/>
              <a:t>익형</a:t>
            </a:r>
            <a:r>
              <a:rPr lang="ko-KR" altLang="en-US" sz="1000" dirty="0"/>
              <a:t> 형상은 약 </a:t>
            </a:r>
            <a:r>
              <a:rPr lang="en-US" altLang="ko-KR" sz="1000" dirty="0"/>
              <a:t>x/c ≈ 0.05</a:t>
            </a:r>
            <a:r>
              <a:rPr lang="ko-KR" altLang="en-US" sz="1000" dirty="0"/>
              <a:t> 부근에서 </a:t>
            </a:r>
            <a:r>
              <a:rPr lang="en-US" altLang="ko-KR" sz="1000" dirty="0"/>
              <a:t>Cp </a:t>
            </a:r>
            <a:r>
              <a:rPr lang="ko-KR" altLang="en-US" sz="1000" dirty="0"/>
              <a:t>곡선이 비정상적으로 끊어지는 구간이 나타나며</a:t>
            </a:r>
            <a:r>
              <a:rPr lang="en-US" altLang="ko-KR" sz="1000" dirty="0"/>
              <a:t>, </a:t>
            </a:r>
            <a:r>
              <a:rPr lang="ko-KR" altLang="en-US" sz="1000" dirty="0"/>
              <a:t>해당 지점에서의 압력계수는 </a:t>
            </a:r>
            <a:r>
              <a:rPr lang="en-US" altLang="ko-KR" sz="1000" dirty="0"/>
              <a:t>NASA </a:t>
            </a:r>
            <a:r>
              <a:rPr lang="ko-KR" altLang="en-US" sz="1000" dirty="0"/>
              <a:t>값의 절반 수준까지 감소한다</a:t>
            </a:r>
            <a:r>
              <a:rPr lang="en-US" altLang="ko-KR" sz="1000" dirty="0"/>
              <a:t>. </a:t>
            </a:r>
            <a:r>
              <a:rPr lang="ko-KR" altLang="en-US" sz="1000" dirty="0"/>
              <a:t>이는 초기 형상 재구성 과정에서 발생한 기하학적 불연속성 또는 </a:t>
            </a:r>
            <a:r>
              <a:rPr lang="en-US" altLang="ko-KR" sz="1000" dirty="0"/>
              <a:t>TE/LE </a:t>
            </a:r>
            <a:r>
              <a:rPr lang="ko-KR" altLang="en-US" sz="1000" dirty="0"/>
              <a:t>주변의 곡률 정보 부족에서 기인한 것으로 판단된다</a:t>
            </a:r>
            <a:r>
              <a:rPr lang="en-US" altLang="ko-KR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또한 </a:t>
            </a:r>
            <a:r>
              <a:rPr lang="en-US" altLang="ko-KR" sz="1000" dirty="0"/>
              <a:t>x/c ≈ 0.6 </a:t>
            </a:r>
            <a:r>
              <a:rPr lang="ko-KR" altLang="en-US" sz="1000" dirty="0"/>
              <a:t>이후 구간에서는 </a:t>
            </a:r>
            <a:r>
              <a:rPr lang="en-US" altLang="ko-KR" sz="1000" dirty="0"/>
              <a:t>NASA</a:t>
            </a:r>
            <a:r>
              <a:rPr lang="ko-KR" altLang="en-US" sz="1000" dirty="0"/>
              <a:t>와 달리 형상이 반대로 휘는 형태를 보이는데</a:t>
            </a:r>
            <a:r>
              <a:rPr lang="en-US" altLang="ko-KR" sz="1000" dirty="0"/>
              <a:t>, </a:t>
            </a:r>
            <a:r>
              <a:rPr lang="ko-KR" altLang="en-US" sz="1000" dirty="0"/>
              <a:t>이는 </a:t>
            </a:r>
            <a:r>
              <a:rPr lang="en-US" altLang="ko-KR" sz="1000" dirty="0"/>
              <a:t>Fig.14</a:t>
            </a:r>
            <a:r>
              <a:rPr lang="ko-KR" altLang="en-US" sz="1000" dirty="0"/>
              <a:t>에서 확인한 것처럼 </a:t>
            </a:r>
            <a:r>
              <a:rPr lang="ko-KR" altLang="en-US" sz="1000" dirty="0" err="1"/>
              <a:t>역압력구배가</a:t>
            </a:r>
            <a:r>
              <a:rPr lang="ko-KR" altLang="en-US" sz="1000" dirty="0"/>
              <a:t> 과장되어 표현되면서 유동이 발산하고</a:t>
            </a:r>
            <a:r>
              <a:rPr lang="en-US" altLang="ko-KR" sz="1000" dirty="0"/>
              <a:t>, </a:t>
            </a:r>
            <a:r>
              <a:rPr lang="ko-KR" altLang="en-US" sz="1000" dirty="0"/>
              <a:t>그 결과 표면 </a:t>
            </a:r>
            <a:r>
              <a:rPr lang="en-US" altLang="ko-KR" sz="1000" dirty="0"/>
              <a:t>Cp</a:t>
            </a:r>
            <a:r>
              <a:rPr lang="ko-KR" altLang="en-US" sz="1000" dirty="0"/>
              <a:t>가 비정상적으로 증가하는 현상으로 해석할 수 있다</a:t>
            </a:r>
            <a:r>
              <a:rPr lang="en-US" altLang="ko-KR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그럼에도 불구하고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익형</a:t>
            </a:r>
            <a:r>
              <a:rPr lang="ko-KR" altLang="en-US" sz="1000" dirty="0"/>
              <a:t> 전체의 기본 형상은 </a:t>
            </a:r>
            <a:r>
              <a:rPr lang="en-US" altLang="ko-KR" sz="1000" dirty="0"/>
              <a:t>NASA </a:t>
            </a:r>
            <a:r>
              <a:rPr lang="ko-KR" altLang="en-US" sz="1000" dirty="0"/>
              <a:t>자료와 유사하기 때문에 </a:t>
            </a:r>
            <a:r>
              <a:rPr lang="en-US" altLang="ko-KR" sz="1000" dirty="0"/>
              <a:t>Cp </a:t>
            </a:r>
            <a:r>
              <a:rPr lang="ko-KR" altLang="en-US" sz="1000" dirty="0"/>
              <a:t>곡선의 전체적인 개형은 대체로 비슷하게 유지된다</a:t>
            </a:r>
            <a:r>
              <a:rPr lang="en-US" altLang="ko-KR" sz="1000" dirty="0"/>
              <a:t>. </a:t>
            </a:r>
            <a:r>
              <a:rPr lang="ko-KR" altLang="en-US" sz="1000" dirty="0"/>
              <a:t>이는 </a:t>
            </a:r>
            <a:r>
              <a:rPr lang="en-US" altLang="ko-KR" sz="1000" dirty="0"/>
              <a:t>TE </a:t>
            </a:r>
            <a:r>
              <a:rPr lang="ko-KR" altLang="en-US" sz="1000" dirty="0"/>
              <a:t>근방의 정확한 형상 정보만 확보된다면</a:t>
            </a:r>
            <a:r>
              <a:rPr lang="en-US" altLang="ko-KR" sz="1000" dirty="0"/>
              <a:t>, Python </a:t>
            </a:r>
            <a:r>
              <a:rPr lang="ko-KR" altLang="en-US" sz="1000" dirty="0"/>
              <a:t>기반으로 생성한 </a:t>
            </a:r>
            <a:r>
              <a:rPr lang="ko-KR" altLang="en-US" sz="1000" dirty="0" err="1"/>
              <a:t>익형</a:t>
            </a:r>
            <a:r>
              <a:rPr lang="ko-KR" altLang="en-US" sz="1000" dirty="0"/>
              <a:t> 역시 해석적으로 충분한 활용 가치가 있음을 의미한다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9295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감사합니다</a:t>
            </a:r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C6FA57-FB52-0B8C-07EF-C79FFADB71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44E15E-8BE1-4DBD-B7B5-0DCD530390E0}" type="slidenum">
              <a:rPr lang="ko-KR" altLang="en-US" smtClean="0">
                <a:solidFill>
                  <a:srgbClr val="4F81BD"/>
                </a:solidFill>
              </a:rPr>
              <a:pPr>
                <a:defRPr/>
              </a:pPr>
              <a:t>10</a:t>
            </a:fld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6CF1-6F82-5B02-CD30-C6651012E5E2}"/>
              </a:ext>
            </a:extLst>
          </p:cNvPr>
          <p:cNvSpPr txBox="1"/>
          <p:nvPr/>
        </p:nvSpPr>
        <p:spPr>
          <a:xfrm>
            <a:off x="8050779" y="5990541"/>
            <a:ext cx="4141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자세한 사항은 </a:t>
            </a:r>
            <a:r>
              <a:rPr lang="en-US" altLang="ko-KR" sz="1200" dirty="0"/>
              <a:t>Git hub</a:t>
            </a:r>
            <a:r>
              <a:rPr lang="ko-KR" altLang="en-US" sz="1200" dirty="0"/>
              <a:t>를 참조해 주시면 감사하겠습니다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ko-KR" altLang="en-US" sz="1200" dirty="0"/>
              <a:t>링크</a:t>
            </a:r>
            <a:r>
              <a:rPr lang="en-US" altLang="ko-KR" sz="1200" dirty="0"/>
              <a:t>:</a:t>
            </a:r>
            <a:r>
              <a:rPr lang="en-US" altLang="ko-KR" sz="1200" dirty="0">
                <a:hlinkClick r:id="rId3"/>
              </a:rPr>
              <a:t>https://github.com/</a:t>
            </a:r>
            <a:r>
              <a:rPr lang="en-US" altLang="ko-KR" sz="1200" dirty="0" err="1">
                <a:hlinkClick r:id="rId3"/>
              </a:rPr>
              <a:t>Bogeuns</a:t>
            </a:r>
            <a:r>
              <a:rPr lang="en-US" altLang="ko-KR" sz="1200" dirty="0">
                <a:hlinkClick r:id="rId3"/>
              </a:rPr>
              <a:t>/</a:t>
            </a:r>
            <a:r>
              <a:rPr lang="en-US" altLang="ko-KR" sz="1200" dirty="0" err="1">
                <a:hlinkClick r:id="rId3"/>
              </a:rPr>
              <a:t>CFD_Class_Lecture.git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1682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76336</TotalTime>
  <Words>1220</Words>
  <Application>Microsoft Office PowerPoint</Application>
  <PresentationFormat>와이드스크린</PresentationFormat>
  <Paragraphs>158</Paragraphs>
  <Slides>10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HY견고딕</vt:lpstr>
      <vt:lpstr>맑은 고딕</vt:lpstr>
      <vt:lpstr>Arial</vt:lpstr>
      <vt:lpstr>Calibri</vt:lpstr>
      <vt:lpstr>Cambria Math</vt:lpstr>
      <vt:lpstr>Wingdings</vt:lpstr>
      <vt:lpstr>1_Office 테마</vt:lpstr>
      <vt:lpstr>SU2 보고서 (11주차) NACA 4412 해석 결과</vt:lpstr>
      <vt:lpstr>격자 조건</vt:lpstr>
      <vt:lpstr>해석 결과 - 격자</vt:lpstr>
      <vt:lpstr>해석 결과</vt:lpstr>
      <vt:lpstr>해석 결과</vt:lpstr>
      <vt:lpstr>해석 결과</vt:lpstr>
      <vt:lpstr>추가 해석 결과</vt:lpstr>
      <vt:lpstr>추가 해석 결과</vt:lpstr>
      <vt:lpstr>추가 해석 결과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자율비행제어연구실(문정호)</dc:title>
  <dc:creator>CJU</dc:creator>
  <cp:lastModifiedBy>윤현덕</cp:lastModifiedBy>
  <cp:revision>2096</cp:revision>
  <cp:lastPrinted>2025-12-03T14:10:00Z</cp:lastPrinted>
  <dcterms:created xsi:type="dcterms:W3CDTF">2022-05-24T00:47:27Z</dcterms:created>
  <dcterms:modified xsi:type="dcterms:W3CDTF">2025-12-04T10:13:08Z</dcterms:modified>
  <cp:version/>
</cp:coreProperties>
</file>