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725" r:id="rId2"/>
    <p:sldId id="1560" r:id="rId3"/>
    <p:sldId id="1562" r:id="rId4"/>
    <p:sldId id="1563" r:id="rId5"/>
    <p:sldId id="1564" r:id="rId6"/>
    <p:sldId id="1554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39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9CDE5"/>
    <a:srgbClr val="0066FF"/>
    <a:srgbClr val="A9A9A9"/>
    <a:srgbClr val="FFFF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EC20E35-A176-4012-BC5E-935CFFF8708E}" styleName="보통 스타일 3">
    <a:wholeTbl>
      <a:tcTxStyle>
        <a:fontRef idx="minor">
          <a:schemeClr val="tx1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06F615A-370F-48FF-96DE-FFA2584FB0C5}" styleName="Light Style 2 - Body/Background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1">
              <a:schemeClr val="dk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dk1"/>
      </a:tcTxStyle>
      <a:tcStyle>
        <a:tcBdr>
          <a:top>
            <a:ln w="6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dk1">
          <a:shade val="40000"/>
        </a:schemeClr>
      </a:tcTxStyle>
      <a:tcStyle>
        <a:tcBdr/>
        <a:fill>
          <a:solidFill>
            <a:schemeClr val="dk1">
              <a:alpha val="4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TxStyle/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TxStyle/>
      <a:tcStyle>
        <a:tcBdr>
          <a:left>
            <a:ln>
              <a:noFill/>
            </a:ln>
          </a:left>
        </a:tcBdr>
      </a:tcStyle>
    </a:seCell>
    <a:swCell>
      <a:tcTxStyle/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>
              <a:noFill/>
            </a:ln>
          </a:left>
        </a:tcBdr>
      </a:tcStyle>
    </a:neCell>
    <a:nwCell>
      <a:tcTxStyle/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241DA88-1426-460D-A704-38602BF70CBC}" styleName="Dark Style 2 - Body/Background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75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8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  <a:prstDash val="sysDash"/>
            </a:ln>
          </a:top>
        </a:tcBdr>
        <a:fill>
          <a:solidFill>
            <a:schemeClr val="dk1">
              <a:tint val="40000"/>
            </a:schemeClr>
          </a:solidFill>
        </a:fill>
      </a:tcStyle>
    </a:lastRow>
    <a:seCell>
      <a:tcTxStyle/>
      <a:tcStyle>
        <a:tcBdr>
          <a:left>
            <a:ln>
              <a:noFill/>
            </a:ln>
          </a:left>
        </a:tcBdr>
      </a:tcStyle>
    </a:seCell>
    <a:swCell>
      <a:tcTxStyle/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>
              <a:noFill/>
            </a:ln>
          </a:left>
        </a:tcBdr>
      </a:tcStyle>
    </a:neCell>
    <a:nwCell>
      <a:tcTxStyle/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22" autoAdjust="0"/>
    <p:restoredTop sz="95600" autoAdjust="0"/>
  </p:normalViewPr>
  <p:slideViewPr>
    <p:cSldViewPr snapToGrid="0">
      <p:cViewPr varScale="1">
        <p:scale>
          <a:sx n="103" d="100"/>
          <a:sy n="103" d="100"/>
        </p:scale>
        <p:origin x="1392" y="10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-1038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2025-11-20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9235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64710F51-9605-4A0B-91B3-A7A73478FDA0}" type="datetime1">
              <a:rPr lang="ko-KR" altLang="en-US"/>
              <a:pPr lvl="0">
                <a:defRPr/>
              </a:pPr>
              <a:t>2025-11-20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2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4283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91F4D-434B-B67B-6201-598644AA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12389B81-FDD6-E76A-EB5B-781EAD646FA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A7AD8195-0F80-8B89-92F6-0502DA2BFA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AF4075DC-9004-3B58-9399-F171A30779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099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98952-7F31-3322-A5E1-82DD1305D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8CBE5132-CC43-EED4-6F33-75EEC2F46E2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C939DCE0-778C-9B04-C0F3-98256EEC00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6652832E-C36A-2204-6D5B-9DAB1D05A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302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059F4-10AB-DF0C-E598-04E6D513D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5A5524E7-0E2D-4415-B739-2B1BDA9BB49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7DAE9FF1-7820-3A9C-3FD8-4253B59EF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AD7182F9-363F-D86C-DA67-81933CB7D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124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8206D-24FE-E7EA-08F7-ED55780A9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9CD8220B-2D90-F3FD-967A-C8BD369227B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07123F30-70C4-C711-FAD7-7C62D9528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FD342004-CA96-7FDB-35A2-52B93973FA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062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525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2"/>
          <p:cNvSpPr>
            <a:spLocks noGrp="1"/>
          </p:cNvSpPr>
          <p:nvPr>
            <p:ph type="title"/>
          </p:nvPr>
        </p:nvSpPr>
        <p:spPr>
          <a:xfrm>
            <a:off x="407368" y="445583"/>
            <a:ext cx="11377264" cy="1687273"/>
          </a:xfrm>
          <a:solidFill>
            <a:srgbClr val="DCEEF2"/>
          </a:solidFill>
          <a:ln w="285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ko-KR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 algn="ctr"/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3467708" y="3861372"/>
            <a:ext cx="5544616" cy="93578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Wingdings" panose="05000000000000000000" pitchFamily="2" charset="2"/>
              <a:buNone/>
              <a:defRPr sz="1800" b="1">
                <a:solidFill>
                  <a:srgbClr val="1E3373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9C835-A02B-4303-BF8E-1567B3DE11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67708" y="2304519"/>
            <a:ext cx="5544616" cy="119648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lang="ko-KR" altLang="en-US" sz="1800" b="1" kern="1200" dirty="0" smtClean="0">
                <a:solidFill>
                  <a:srgbClr val="28859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316531" indent="0">
              <a:buNone/>
              <a:defRPr/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87123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495602" y="1988845"/>
            <a:ext cx="7200799" cy="1440159"/>
          </a:xfrm>
          <a:ln w="28575">
            <a:solidFill>
              <a:schemeClr val="tx2"/>
            </a:solidFill>
          </a:ln>
        </p:spPr>
        <p:txBody>
          <a:bodyPr>
            <a:normAutofit/>
          </a:bodyPr>
          <a:lstStyle>
            <a:lvl1pPr algn="ctr">
              <a:defRPr sz="24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직사각형 3"/>
          <p:cNvSpPr/>
          <p:nvPr userDrawn="1"/>
        </p:nvSpPr>
        <p:spPr>
          <a:xfrm>
            <a:off x="0" y="0"/>
            <a:ext cx="123368" cy="6858000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02C1FC-636C-4DFE-B508-5815F7C44E5C}"/>
              </a:ext>
            </a:extLst>
          </p:cNvPr>
          <p:cNvSpPr/>
          <p:nvPr userDrawn="1"/>
        </p:nvSpPr>
        <p:spPr>
          <a:xfrm>
            <a:off x="12079898" y="0"/>
            <a:ext cx="123368" cy="6858000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1F674F-A97B-4205-B96C-91F303271B53}"/>
              </a:ext>
            </a:extLst>
          </p:cNvPr>
          <p:cNvSpPr/>
          <p:nvPr userDrawn="1"/>
        </p:nvSpPr>
        <p:spPr>
          <a:xfrm>
            <a:off x="0" y="0"/>
            <a:ext cx="12190566" cy="144016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20DAF3-0F03-4397-A482-CFC28B2612DE}"/>
              </a:ext>
            </a:extLst>
          </p:cNvPr>
          <p:cNvSpPr/>
          <p:nvPr userDrawn="1"/>
        </p:nvSpPr>
        <p:spPr>
          <a:xfrm>
            <a:off x="0" y="6468238"/>
            <a:ext cx="12190566" cy="387266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10"/>
          </p:nvPr>
        </p:nvSpPr>
        <p:spPr>
          <a:xfrm>
            <a:off x="1415480" y="6519359"/>
            <a:ext cx="8640959" cy="26813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11607690" y="6531738"/>
            <a:ext cx="445840" cy="248246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srgbClr val="4F81BD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073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13697059-27CA-47A4-AD66-5BDB319F7946}"/>
              </a:ext>
            </a:extLst>
          </p:cNvPr>
          <p:cNvSpPr txBox="1"/>
          <p:nvPr userDrawn="1"/>
        </p:nvSpPr>
        <p:spPr>
          <a:xfrm>
            <a:off x="11679391" y="6519832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바닥글 개체 틀 4">
            <a:extLst>
              <a:ext uri="{FF2B5EF4-FFF2-40B4-BE49-F238E27FC236}">
                <a16:creationId xmlns:a16="http://schemas.microsoft.com/office/drawing/2014/main" id="{CE3FD8F2-C375-4565-8CA0-273C0E8A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0" y="6519359"/>
            <a:ext cx="8712968" cy="268139"/>
          </a:xfrm>
        </p:spPr>
        <p:txBody>
          <a:bodyPr/>
          <a:lstStyle>
            <a:lvl1pPr>
              <a:defRPr sz="1000" b="1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1F497D"/>
              </a:solidFill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C2A0C14-8CC0-42FD-8CE9-1E35F0866E14}"/>
              </a:ext>
            </a:extLst>
          </p:cNvPr>
          <p:cNvCxnSpPr/>
          <p:nvPr userDrawn="1"/>
        </p:nvCxnSpPr>
        <p:spPr>
          <a:xfrm>
            <a:off x="12926" y="6461962"/>
            <a:ext cx="12178601" cy="0"/>
          </a:xfrm>
          <a:prstGeom prst="line">
            <a:avLst/>
          </a:prstGeom>
          <a:ln>
            <a:solidFill>
              <a:srgbClr val="F0F0F2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F5890A43-C134-420B-9097-C9A569A47C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5" y="6488587"/>
            <a:ext cx="1167866" cy="35998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91560932-1FD3-464C-A710-A2B477C206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67053" y="6545711"/>
            <a:ext cx="1270915" cy="27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12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325910" y="67587"/>
            <a:ext cx="11530730" cy="44381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E33066B-EECE-4FA4-B7CA-261A7D175EB7}"/>
              </a:ext>
            </a:extLst>
          </p:cNvPr>
          <p:cNvCxnSpPr>
            <a:cxnSpLocks/>
          </p:cNvCxnSpPr>
          <p:nvPr userDrawn="1"/>
        </p:nvCxnSpPr>
        <p:spPr>
          <a:xfrm>
            <a:off x="335360" y="548680"/>
            <a:ext cx="1152128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F57EB056-07C5-4EDF-AE12-2388056124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67053" y="6545711"/>
            <a:ext cx="1270915" cy="27460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7A352B5-5F70-4660-85E9-C59CCEB19E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5" y="6488587"/>
            <a:ext cx="1167866" cy="3599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076329-D9CB-402F-87F4-978B81DA92AB}"/>
              </a:ext>
            </a:extLst>
          </p:cNvPr>
          <p:cNvSpPr txBox="1"/>
          <p:nvPr userDrawn="1"/>
        </p:nvSpPr>
        <p:spPr>
          <a:xfrm>
            <a:off x="11679391" y="6528458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바닥글 개체 틀 4">
            <a:extLst>
              <a:ext uri="{FF2B5EF4-FFF2-40B4-BE49-F238E27FC236}">
                <a16:creationId xmlns:a16="http://schemas.microsoft.com/office/drawing/2014/main" id="{4B8CF3B3-55EF-446B-AD6D-63382461C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0" y="6527985"/>
            <a:ext cx="8712968" cy="268139"/>
          </a:xfrm>
        </p:spPr>
        <p:txBody>
          <a:bodyPr/>
          <a:lstStyle>
            <a:lvl1pPr>
              <a:defRPr sz="1000" b="1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1F497D"/>
              </a:solidFill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B1538FD-2372-4749-8653-B342B03C381C}"/>
              </a:ext>
            </a:extLst>
          </p:cNvPr>
          <p:cNvCxnSpPr/>
          <p:nvPr userDrawn="1"/>
        </p:nvCxnSpPr>
        <p:spPr>
          <a:xfrm>
            <a:off x="12926" y="6461962"/>
            <a:ext cx="12178601" cy="0"/>
          </a:xfrm>
          <a:prstGeom prst="line">
            <a:avLst/>
          </a:prstGeom>
          <a:ln>
            <a:solidFill>
              <a:srgbClr val="F0F0F2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024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 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13697059-27CA-47A4-AD66-5BDB319F7946}"/>
              </a:ext>
            </a:extLst>
          </p:cNvPr>
          <p:cNvSpPr txBox="1"/>
          <p:nvPr userDrawn="1"/>
        </p:nvSpPr>
        <p:spPr>
          <a:xfrm>
            <a:off x="11679391" y="6519832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바닥글 개체 틀 4">
            <a:extLst>
              <a:ext uri="{FF2B5EF4-FFF2-40B4-BE49-F238E27FC236}">
                <a16:creationId xmlns:a16="http://schemas.microsoft.com/office/drawing/2014/main" id="{CE3FD8F2-C375-4565-8CA0-273C0E8A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9516" y="6519348"/>
            <a:ext cx="8712968" cy="268139"/>
          </a:xfrm>
        </p:spPr>
        <p:txBody>
          <a:bodyPr/>
          <a:lstStyle>
            <a:lvl1pPr algn="ctr">
              <a:defRPr sz="1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879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텍스트박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329024" y="628648"/>
            <a:ext cx="11521280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335360" y="108290"/>
            <a:ext cx="10972800" cy="4438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5CBE5F3-201D-4485-B451-4A671AB06AE2}"/>
              </a:ext>
            </a:extLst>
          </p:cNvPr>
          <p:cNvCxnSpPr>
            <a:cxnSpLocks/>
          </p:cNvCxnSpPr>
          <p:nvPr userDrawn="1"/>
        </p:nvCxnSpPr>
        <p:spPr>
          <a:xfrm>
            <a:off x="335360" y="548680"/>
            <a:ext cx="1152128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D8F35B81-0411-4BA1-A5A1-E930949D4A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5" y="6488587"/>
            <a:ext cx="1167866" cy="3599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1FED27-53F6-4777-907F-F8DBE1D34FA4}"/>
              </a:ext>
            </a:extLst>
          </p:cNvPr>
          <p:cNvSpPr txBox="1"/>
          <p:nvPr userDrawn="1"/>
        </p:nvSpPr>
        <p:spPr>
          <a:xfrm>
            <a:off x="11679391" y="6528458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바닥글 개체 틀 4">
            <a:extLst>
              <a:ext uri="{FF2B5EF4-FFF2-40B4-BE49-F238E27FC236}">
                <a16:creationId xmlns:a16="http://schemas.microsoft.com/office/drawing/2014/main" id="{9B51CA68-2E01-4290-A1C9-D07E4BA3F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0" y="6527985"/>
            <a:ext cx="8712968" cy="268139"/>
          </a:xfrm>
        </p:spPr>
        <p:txBody>
          <a:bodyPr/>
          <a:lstStyle>
            <a:lvl1pPr>
              <a:defRPr sz="1000" b="1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1F497D"/>
              </a:solidFill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8DCB6CB-609A-48D4-A222-AEB9A1A35EA2}"/>
              </a:ext>
            </a:extLst>
          </p:cNvPr>
          <p:cNvCxnSpPr/>
          <p:nvPr userDrawn="1"/>
        </p:nvCxnSpPr>
        <p:spPr>
          <a:xfrm>
            <a:off x="12926" y="6461962"/>
            <a:ext cx="12178601" cy="0"/>
          </a:xfrm>
          <a:prstGeom prst="line">
            <a:avLst/>
          </a:prstGeom>
          <a:ln>
            <a:solidFill>
              <a:srgbClr val="F0F0F2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20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_제목만_강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7FDAC71-B89B-469A-8F29-956F5D0F3418}"/>
              </a:ext>
            </a:extLst>
          </p:cNvPr>
          <p:cNvSpPr/>
          <p:nvPr userDrawn="1"/>
        </p:nvSpPr>
        <p:spPr>
          <a:xfrm>
            <a:off x="0" y="-13990"/>
            <a:ext cx="12192000" cy="576064"/>
          </a:xfrm>
          <a:prstGeom prst="rect">
            <a:avLst/>
          </a:prstGeom>
          <a:solidFill>
            <a:srgbClr val="1E33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E10D368-B55C-4C70-88A8-DED907DFB2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998B31CE-7B8D-4C10-8A83-571ABE9BD7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353" y="3015378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B05DED02-2D7C-4A9C-9DC2-CE3789C3CBA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353" y="3015378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9FB16FB-F16A-49B9-AC1B-A777E70A6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10555"/>
            <a:ext cx="10441160" cy="56207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F0F0F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2705B8-801F-46DB-B023-73ED6D95E7A4}"/>
              </a:ext>
            </a:extLst>
          </p:cNvPr>
          <p:cNvSpPr txBox="1"/>
          <p:nvPr userDrawn="1"/>
        </p:nvSpPr>
        <p:spPr>
          <a:xfrm>
            <a:off x="11730790" y="6617729"/>
            <a:ext cx="443127" cy="22757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814A9AE1-D86C-4A1A-9746-8CEC46E8A3E4}" type="slidenum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바닥글 개체 틀 5">
            <a:extLst>
              <a:ext uri="{FF2B5EF4-FFF2-40B4-BE49-F238E27FC236}">
                <a16:creationId xmlns:a16="http://schemas.microsoft.com/office/drawing/2014/main" id="{5B58D994-B6BD-4309-98D9-ACF44C787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81973" y="6617729"/>
            <a:ext cx="5058643" cy="221087"/>
          </a:xfrm>
        </p:spPr>
        <p:txBody>
          <a:bodyPr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pic>
        <p:nvPicPr>
          <p:cNvPr id="4" name="그림 3" descr="그래픽, 그래픽 디자인, 스크린샷, 텍스트이(가) 표시된 사진&#10;&#10;자동 생성된 설명">
            <a:extLst>
              <a:ext uri="{FF2B5EF4-FFF2-40B4-BE49-F238E27FC236}">
                <a16:creationId xmlns:a16="http://schemas.microsoft.com/office/drawing/2014/main" id="{7D94B59C-CF78-6478-7C35-B253D9255E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3" b="9491"/>
          <a:stretch/>
        </p:blipFill>
        <p:spPr>
          <a:xfrm>
            <a:off x="11492865" y="-13991"/>
            <a:ext cx="699135" cy="570531"/>
          </a:xfrm>
          <a:prstGeom prst="rect">
            <a:avLst/>
          </a:prstGeom>
        </p:spPr>
      </p:pic>
      <p:sp>
        <p:nvSpPr>
          <p:cNvPr id="3" name="텍스트 개체 틀 15">
            <a:extLst>
              <a:ext uri="{FF2B5EF4-FFF2-40B4-BE49-F238E27FC236}">
                <a16:creationId xmlns:a16="http://schemas.microsoft.com/office/drawing/2014/main" id="{1DAF98AF-10C4-2E6A-0288-629116172D18}"/>
              </a:ext>
            </a:extLst>
          </p:cNvPr>
          <p:cNvSpPr txBox="1">
            <a:spLocks/>
          </p:cNvSpPr>
          <p:nvPr userDrawn="1"/>
        </p:nvSpPr>
        <p:spPr>
          <a:xfrm>
            <a:off x="8487092" y="19184"/>
            <a:ext cx="3048591" cy="577990"/>
          </a:xfrm>
          <a:prstGeom prst="rect">
            <a:avLst/>
          </a:prstGeom>
        </p:spPr>
        <p:txBody>
          <a:bodyPr lIns="36000" tIns="0" rIns="36000" bIns="0" anchor="ctr"/>
          <a:lstStyle>
            <a:lvl1pPr marL="0" indent="0" algn="ctr" defTabSz="633062" rtl="0" eaLnBrk="1" latin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  <a:defRPr sz="1800" b="1" kern="1200">
                <a:solidFill>
                  <a:srgbClr val="1E3373"/>
                </a:solidFill>
                <a:latin typeface="+mn-lt"/>
                <a:ea typeface="+mn-ea"/>
                <a:cs typeface="+mn-cs"/>
              </a:defRPr>
            </a:lvl1pPr>
            <a:lvl2pPr marL="514363" indent="-197832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1327" indent="-158266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859" indent="-158266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4390" indent="-158266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0920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52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73983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90513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33062" rtl="0" eaLnBrk="1" fontAlgn="auto" latinLnBrk="1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공력시뮬레이션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및 통합설계 연구실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r" defTabSz="633062" rtl="0" eaLnBrk="1" fontAlgn="auto" latinLnBrk="1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Aerodynamic Design Optimization Lab.</a:t>
            </a:r>
          </a:p>
        </p:txBody>
      </p:sp>
    </p:spTree>
    <p:extLst>
      <p:ext uri="{BB962C8B-B14F-4D97-AF65-F5344CB8AC3E}">
        <p14:creationId xmlns:p14="http://schemas.microsoft.com/office/powerpoint/2010/main" val="546067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_텍스트박스_강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8D15C9C-91EA-4CF4-BB22-C3180AB9C192}"/>
              </a:ext>
            </a:extLst>
          </p:cNvPr>
          <p:cNvSpPr/>
          <p:nvPr userDrawn="1"/>
        </p:nvSpPr>
        <p:spPr>
          <a:xfrm>
            <a:off x="0" y="-13990"/>
            <a:ext cx="12192000" cy="576064"/>
          </a:xfrm>
          <a:prstGeom prst="rect">
            <a:avLst/>
          </a:prstGeom>
          <a:solidFill>
            <a:srgbClr val="1E33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69486" y="628830"/>
            <a:ext cx="11831468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98DB575B-1DD5-4341-BF47-5800AC04B2E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1EE934B5-0560-4558-95E6-C9DBE427829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4BF39A93-2929-4AB7-B494-9DA07C7E05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E6DAA6-1AD3-4439-997C-0C67595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86" y="0"/>
            <a:ext cx="10563018" cy="56207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F0F0F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79B8E4-7D8C-4964-9474-AD9A3D2AAAB8}"/>
              </a:ext>
            </a:extLst>
          </p:cNvPr>
          <p:cNvSpPr txBox="1"/>
          <p:nvPr userDrawn="1"/>
        </p:nvSpPr>
        <p:spPr>
          <a:xfrm>
            <a:off x="11730790" y="6617729"/>
            <a:ext cx="443127" cy="22757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814A9AE1-D86C-4A1A-9746-8CEC46E8A3E4}" type="slidenum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바닥글 개체 틀 5">
            <a:extLst>
              <a:ext uri="{FF2B5EF4-FFF2-40B4-BE49-F238E27FC236}">
                <a16:creationId xmlns:a16="http://schemas.microsoft.com/office/drawing/2014/main" id="{026A9CF2-532D-46A6-94CF-0BA0AEBB5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81973" y="6617729"/>
            <a:ext cx="5058643" cy="221087"/>
          </a:xfrm>
        </p:spPr>
        <p:txBody>
          <a:bodyPr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855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좌제목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C72AC2E-63E2-4BDF-9267-C583416B5E9D}"/>
              </a:ext>
            </a:extLst>
          </p:cNvPr>
          <p:cNvSpPr/>
          <p:nvPr userDrawn="1"/>
        </p:nvSpPr>
        <p:spPr>
          <a:xfrm>
            <a:off x="0" y="0"/>
            <a:ext cx="2622430" cy="6858000"/>
          </a:xfrm>
          <a:prstGeom prst="rect">
            <a:avLst/>
          </a:prstGeom>
          <a:solidFill>
            <a:srgbClr val="1E3373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2639617" y="42469"/>
            <a:ext cx="9289031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A87D8D0A-099C-4FFD-94CB-C170D7B15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7275" y="3618718"/>
            <a:ext cx="1967880" cy="530363"/>
          </a:xfrm>
        </p:spPr>
        <p:txBody>
          <a:bodyPr/>
          <a:lstStyle>
            <a:lvl1pPr>
              <a:defRPr sz="1000">
                <a:solidFill>
                  <a:srgbClr val="F0F0F2"/>
                </a:solidFill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0" y="283718"/>
            <a:ext cx="2639616" cy="2425202"/>
          </a:xfrm>
          <a:noFill/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2400">
                <a:solidFill>
                  <a:srgbClr val="F0F0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697059-27CA-47A4-AD66-5BDB319F7946}"/>
              </a:ext>
            </a:extLst>
          </p:cNvPr>
          <p:cNvSpPr txBox="1"/>
          <p:nvPr userDrawn="1"/>
        </p:nvSpPr>
        <p:spPr>
          <a:xfrm>
            <a:off x="971935" y="6574282"/>
            <a:ext cx="67856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0F0F2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582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강조_텍스트박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69486" y="764360"/>
            <a:ext cx="11831468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3" name="직선 연결선 12"/>
          <p:cNvCxnSpPr>
            <a:cxnSpLocks/>
          </p:cNvCxnSpPr>
          <p:nvPr userDrawn="1"/>
        </p:nvCxnSpPr>
        <p:spPr>
          <a:xfrm>
            <a:off x="2" y="638266"/>
            <a:ext cx="1220046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제목 10">
            <a:extLst>
              <a:ext uri="{FF2B5EF4-FFF2-40B4-BE49-F238E27FC236}">
                <a16:creationId xmlns:a16="http://schemas.microsoft.com/office/drawing/2014/main" id="{E7812EE4-D319-4C39-9A7B-0738EA830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3533" cy="628830"/>
          </a:xfrm>
          <a:solidFill>
            <a:srgbClr val="396499"/>
          </a:solidFill>
          <a:ln>
            <a:solidFill>
              <a:srgbClr val="396499"/>
            </a:solidFill>
          </a:ln>
        </p:spPr>
        <p:txBody>
          <a:bodyPr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슬라이드 번호 개체 틀 7">
            <a:extLst>
              <a:ext uri="{FF2B5EF4-FFF2-40B4-BE49-F238E27FC236}">
                <a16:creationId xmlns:a16="http://schemas.microsoft.com/office/drawing/2014/main" id="{53F89311-B4EF-4883-9957-039F10C35A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3861" y="6453340"/>
            <a:ext cx="2844800" cy="309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1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B192EC6C-8783-4515-9F1B-A0AB1D2E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114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>
          <a:xfrm>
            <a:off x="4165600" y="6473233"/>
            <a:ext cx="3860800" cy="268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제목 개체 틀 6"/>
          <p:cNvSpPr>
            <a:spLocks noGrp="1"/>
          </p:cNvSpPr>
          <p:nvPr>
            <p:ph type="title"/>
          </p:nvPr>
        </p:nvSpPr>
        <p:spPr>
          <a:xfrm>
            <a:off x="144712" y="94860"/>
            <a:ext cx="10972800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l"/>
            <a:r>
              <a:rPr lang="ko-KR" altLang="en-US" dirty="0"/>
              <a:t>마스터 제목 스타일 편집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1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95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633062" rtl="0" eaLnBrk="1" latinLnBrk="1" hangingPunct="1">
        <a:spcBef>
          <a:spcPct val="0"/>
        </a:spcBef>
        <a:buNone/>
        <a:defRPr lang="ko-KR" altLang="en-US" sz="1661" b="1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37398" indent="-237398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2216" kern="1200">
          <a:solidFill>
            <a:schemeClr val="tx1"/>
          </a:solidFill>
          <a:latin typeface="+mn-lt"/>
          <a:ea typeface="+mn-ea"/>
          <a:cs typeface="+mn-cs"/>
        </a:defRPr>
      </a:lvl1pPr>
      <a:lvl2pPr marL="514363" indent="-197832" algn="l" defTabSz="633062" rtl="0" eaLnBrk="1" latinLnBrk="1" hangingPunct="1">
        <a:spcBef>
          <a:spcPct val="20000"/>
        </a:spcBef>
        <a:buFont typeface="Arial" panose="020B0604020202020204" pitchFamily="34" charset="0"/>
        <a:buChar char="–"/>
        <a:defRPr sz="1939" kern="1200">
          <a:solidFill>
            <a:schemeClr val="tx1"/>
          </a:solidFill>
          <a:latin typeface="+mn-lt"/>
          <a:ea typeface="+mn-ea"/>
          <a:cs typeface="+mn-cs"/>
        </a:defRPr>
      </a:lvl2pPr>
      <a:lvl3pPr marL="791327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661" kern="1200">
          <a:solidFill>
            <a:schemeClr val="tx1"/>
          </a:solidFill>
          <a:latin typeface="+mn-lt"/>
          <a:ea typeface="+mn-ea"/>
          <a:cs typeface="+mn-cs"/>
        </a:defRPr>
      </a:lvl3pPr>
      <a:lvl4pPr marL="1107859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–"/>
        <a:defRPr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424390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»"/>
        <a:defRPr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740920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2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373983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690513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1pPr>
      <a:lvl2pPr marL="316531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2pPr>
      <a:lvl3pPr marL="633062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3pPr>
      <a:lvl4pPr marL="949593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266124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582655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1899186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215717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532248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ogeuns/17415009_BogeunSeo.gi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hyperlink" Target="https://desktop.github.com/download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hyperlink" Target="https://github.com/Bogeuns/17415009_BogeunSeo.git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7368" y="385711"/>
            <a:ext cx="11377264" cy="1687273"/>
          </a:xfrm>
        </p:spPr>
        <p:txBody>
          <a:bodyPr/>
          <a:lstStyle/>
          <a:p>
            <a:pPr algn="ctr">
              <a:defRPr/>
            </a:pPr>
            <a:r>
              <a:rPr lang="en-US" altLang="ko-KR" sz="2800" dirty="0"/>
              <a:t>Repository commit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2908169" y="3429000"/>
            <a:ext cx="6375658" cy="1818089"/>
          </a:xfrm>
        </p:spPr>
        <p:txBody>
          <a:bodyPr/>
          <a:lstStyle/>
          <a:p>
            <a:pPr lvl="0">
              <a:defRPr/>
            </a:pPr>
            <a:r>
              <a:rPr lang="ko-KR" altLang="en-US" dirty="0" err="1"/>
              <a:t>전산유체</a:t>
            </a:r>
            <a:r>
              <a:rPr lang="ko-KR" altLang="en-US" dirty="0"/>
              <a:t> 해석 실습</a:t>
            </a:r>
          </a:p>
          <a:p>
            <a:pPr lvl="0">
              <a:defRPr/>
            </a:pPr>
            <a:r>
              <a:rPr lang="ko-KR" altLang="en-US" dirty="0"/>
              <a:t>청주대학교 항공기계공학과</a:t>
            </a: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l="61710" t="77010" r="11920" b="13340"/>
          <a:stretch>
            <a:fillRect/>
          </a:stretch>
        </p:blipFill>
        <p:spPr>
          <a:xfrm>
            <a:off x="5205411" y="5900788"/>
            <a:ext cx="1781175" cy="57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04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223B0-6C9A-C6EF-DE53-56A9804EE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369841D-8552-ABC5-A8D7-E120FBFD4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시작 하기에 앞서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C34D9A-2DA5-A4E0-E5CF-C25B51D82E75}"/>
              </a:ext>
            </a:extLst>
          </p:cNvPr>
          <p:cNvSpPr txBox="1"/>
          <p:nvPr/>
        </p:nvSpPr>
        <p:spPr>
          <a:xfrm>
            <a:off x="256585" y="645699"/>
            <a:ext cx="59660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altLang="ko-KR" sz="2000" dirty="0"/>
              <a:t>GitHub </a:t>
            </a:r>
            <a:r>
              <a:rPr lang="ko-KR" altLang="en-US" sz="2000" dirty="0"/>
              <a:t>기본 설정</a:t>
            </a:r>
            <a:endParaRPr lang="en-US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4114AC-839F-D99E-3224-A52901989D15}"/>
              </a:ext>
            </a:extLst>
          </p:cNvPr>
          <p:cNvSpPr txBox="1"/>
          <p:nvPr/>
        </p:nvSpPr>
        <p:spPr>
          <a:xfrm>
            <a:off x="702011" y="1129434"/>
            <a:ext cx="1073560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GitHub Repository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내의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Tutorial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의 </a:t>
            </a:r>
            <a:r>
              <a:rPr lang="en-US" altLang="ko-KR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Git_Hub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_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설정방법 참조 해서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설치 및 설정을 완료해주시면 됩니다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[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hlinkClick r:id="rId3"/>
              </a:rPr>
              <a:t>링크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*GitHub for desktop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은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hlinkClick r:id="rId4"/>
              </a:rPr>
              <a:t>링크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를 눌러서 설치하시면 됩니다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8579F70-9C09-BCB8-A22A-43E33959EA73}"/>
              </a:ext>
            </a:extLst>
          </p:cNvPr>
          <p:cNvGrpSpPr/>
          <p:nvPr/>
        </p:nvGrpSpPr>
        <p:grpSpPr>
          <a:xfrm>
            <a:off x="2881266" y="2417497"/>
            <a:ext cx="7283814" cy="3454971"/>
            <a:chOff x="69486" y="3253092"/>
            <a:chExt cx="7283814" cy="3454971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70C591E2-779B-5CC5-F26E-B889E13EE747}"/>
                </a:ext>
              </a:extLst>
            </p:cNvPr>
            <p:cNvGrpSpPr/>
            <p:nvPr/>
          </p:nvGrpSpPr>
          <p:grpSpPr>
            <a:xfrm>
              <a:off x="69486" y="3253092"/>
              <a:ext cx="7283814" cy="3454971"/>
              <a:chOff x="69486" y="3253092"/>
              <a:chExt cx="7283814" cy="3454971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13AE62CF-3FE7-DB13-90D1-B5C9DBB573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486" y="3253092"/>
                <a:ext cx="7006895" cy="3224139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2CD74B1-6290-46AF-31E6-B8254BAE6DF6}"/>
                  </a:ext>
                </a:extLst>
              </p:cNvPr>
              <p:cNvSpPr txBox="1"/>
              <p:nvPr/>
            </p:nvSpPr>
            <p:spPr>
              <a:xfrm>
                <a:off x="5421064" y="6477231"/>
                <a:ext cx="193223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/>
                  <a:t>Fig. 1 GitHub download  page</a:t>
                </a:r>
                <a:endParaRPr lang="ko-KR" altLang="en-US" sz="900" dirty="0"/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CEFD843-6A42-E284-A205-3C5723C208C3}"/>
                </a:ext>
              </a:extLst>
            </p:cNvPr>
            <p:cNvSpPr/>
            <p:nvPr/>
          </p:nvSpPr>
          <p:spPr>
            <a:xfrm>
              <a:off x="1394762" y="4547242"/>
              <a:ext cx="1451075" cy="2389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37644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B9563-8BE1-B7AC-0D2C-E114ECD2B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B39CB20-B31D-9F22-BBF4-443670162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GitHub Clone</a:t>
            </a:r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29F3D9D-6F4A-4E42-9B0D-ADF8C3D10178}"/>
              </a:ext>
            </a:extLst>
          </p:cNvPr>
          <p:cNvGrpSpPr/>
          <p:nvPr/>
        </p:nvGrpSpPr>
        <p:grpSpPr>
          <a:xfrm>
            <a:off x="686594" y="2268018"/>
            <a:ext cx="5070396" cy="3756434"/>
            <a:chOff x="572096" y="1409826"/>
            <a:chExt cx="5163084" cy="382510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E033F04-EEB3-D048-ADD2-7F128EDE2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72096" y="1409826"/>
              <a:ext cx="5033399" cy="3477055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A801273-960A-FE54-1C23-450A90470D02}"/>
                </a:ext>
              </a:extLst>
            </p:cNvPr>
            <p:cNvSpPr txBox="1"/>
            <p:nvPr/>
          </p:nvSpPr>
          <p:spPr>
            <a:xfrm>
              <a:off x="4204847" y="4999878"/>
              <a:ext cx="1530333" cy="235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Fig. 2 GitHub </a:t>
              </a:r>
              <a:r>
                <a:rPr lang="ko-KR" altLang="en-US" sz="900" dirty="0"/>
                <a:t>초기</a:t>
              </a:r>
              <a:r>
                <a:rPr lang="en-US" altLang="ko-KR" sz="900" dirty="0"/>
                <a:t> </a:t>
              </a:r>
              <a:r>
                <a:rPr lang="ko-KR" altLang="en-US" sz="900" dirty="0"/>
                <a:t>화면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1C37EE0-5B7A-4902-CD81-23C9AE329C5E}"/>
              </a:ext>
            </a:extLst>
          </p:cNvPr>
          <p:cNvSpPr txBox="1"/>
          <p:nvPr/>
        </p:nvSpPr>
        <p:spPr>
          <a:xfrm>
            <a:off x="256585" y="645699"/>
            <a:ext cx="59660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altLang="ko-KR" sz="2000" dirty="0"/>
              <a:t>GitHub Clone </a:t>
            </a:r>
            <a:r>
              <a:rPr lang="ko-KR" altLang="en-US" sz="2000" dirty="0"/>
              <a:t>방법</a:t>
            </a:r>
            <a:endParaRPr lang="en-US" altLang="ko-KR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C464AA-AAF5-2909-67ED-D7543D5C0086}"/>
              </a:ext>
            </a:extLst>
          </p:cNvPr>
          <p:cNvSpPr txBox="1"/>
          <p:nvPr/>
        </p:nvSpPr>
        <p:spPr>
          <a:xfrm>
            <a:off x="256585" y="1272193"/>
            <a:ext cx="6134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GitHub Clone</a:t>
            </a:r>
          </a:p>
          <a:p>
            <a:pPr marL="177800"/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7800"/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GitHub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프로그램을 다운로드 한 후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로그인을 완료하면 다음과 같은 창이 표시됩니다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177800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다음 창에서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File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을 클릭한 후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Clone Repository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를 클릭해 줍니다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8588A67-F635-02FB-DC38-B07F71784298}"/>
              </a:ext>
            </a:extLst>
          </p:cNvPr>
          <p:cNvGrpSpPr/>
          <p:nvPr/>
        </p:nvGrpSpPr>
        <p:grpSpPr>
          <a:xfrm>
            <a:off x="5936423" y="2268017"/>
            <a:ext cx="4943039" cy="3718904"/>
            <a:chOff x="59755" y="1952262"/>
            <a:chExt cx="4376664" cy="329279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ADC6E58-4CEE-D282-77A6-2F02EF64B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9755" y="1952262"/>
              <a:ext cx="4376664" cy="300296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7E11FD-5B98-FDBD-6F8C-B6BA844CE8DD}"/>
                </a:ext>
              </a:extLst>
            </p:cNvPr>
            <p:cNvSpPr txBox="1"/>
            <p:nvPr/>
          </p:nvSpPr>
          <p:spPr>
            <a:xfrm>
              <a:off x="3105757" y="5040669"/>
              <a:ext cx="1330662" cy="204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Fig. 3 Repository Clone</a:t>
              </a:r>
              <a:endParaRPr lang="ko-KR" altLang="en-US" sz="9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21D7E1C-00E8-BDE9-26C8-1E58C4327DBE}"/>
              </a:ext>
            </a:extLst>
          </p:cNvPr>
          <p:cNvSpPr txBox="1"/>
          <p:nvPr/>
        </p:nvSpPr>
        <p:spPr>
          <a:xfrm>
            <a:off x="5936423" y="1313866"/>
            <a:ext cx="613488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Clone Repository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를 클릭하면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다음과 같은 화면이 출력됩니다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원하는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Repository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를 클릭 후 하단의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Local path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를 설정해주시면 됩니다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6670C3-92A7-2A92-2B8D-EEE68A302227}"/>
              </a:ext>
            </a:extLst>
          </p:cNvPr>
          <p:cNvSpPr/>
          <p:nvPr/>
        </p:nvSpPr>
        <p:spPr>
          <a:xfrm>
            <a:off x="9181322" y="4655976"/>
            <a:ext cx="447870" cy="1866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D91648-88F8-A410-3A99-16727E3451D9}"/>
              </a:ext>
            </a:extLst>
          </p:cNvPr>
          <p:cNvSpPr txBox="1"/>
          <p:nvPr/>
        </p:nvSpPr>
        <p:spPr>
          <a:xfrm>
            <a:off x="10561648" y="1460059"/>
            <a:ext cx="1630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</a:rPr>
              <a:t>이때</a:t>
            </a:r>
            <a:r>
              <a:rPr lang="en-US" altLang="ko-KR" sz="900" dirty="0">
                <a:solidFill>
                  <a:srgbClr val="FF0000"/>
                </a:solidFill>
              </a:rPr>
              <a:t>,  </a:t>
            </a:r>
            <a:r>
              <a:rPr lang="ko-KR" altLang="en-US" sz="900" dirty="0">
                <a:solidFill>
                  <a:srgbClr val="FF0000"/>
                </a:solidFill>
              </a:rPr>
              <a:t>하나의 폴더 내에 </a:t>
            </a:r>
            <a:endParaRPr lang="en-US" altLang="ko-KR" sz="900" dirty="0">
              <a:solidFill>
                <a:srgbClr val="FF0000"/>
              </a:solidFill>
            </a:endParaRPr>
          </a:p>
          <a:p>
            <a:r>
              <a:rPr lang="ko-KR" altLang="en-US" sz="900" dirty="0">
                <a:solidFill>
                  <a:srgbClr val="FF0000"/>
                </a:solidFill>
              </a:rPr>
              <a:t>모든 </a:t>
            </a:r>
            <a:r>
              <a:rPr lang="en-US" altLang="ko-KR" sz="900" dirty="0">
                <a:solidFill>
                  <a:srgbClr val="FF0000"/>
                </a:solidFill>
              </a:rPr>
              <a:t>Repository</a:t>
            </a:r>
            <a:r>
              <a:rPr lang="ko-KR" altLang="en-US" sz="900" dirty="0">
                <a:solidFill>
                  <a:srgbClr val="FF0000"/>
                </a:solidFill>
              </a:rPr>
              <a:t>를 넣어 </a:t>
            </a:r>
            <a:endParaRPr lang="en-US" altLang="ko-KR" sz="900" dirty="0">
              <a:solidFill>
                <a:srgbClr val="FF0000"/>
              </a:solidFill>
            </a:endParaRPr>
          </a:p>
          <a:p>
            <a:r>
              <a:rPr lang="ko-KR" altLang="en-US" sz="900" dirty="0">
                <a:solidFill>
                  <a:srgbClr val="FF0000"/>
                </a:solidFill>
              </a:rPr>
              <a:t>주셔야 </a:t>
            </a:r>
            <a:r>
              <a:rPr lang="en-US" altLang="ko-KR" sz="900" dirty="0">
                <a:solidFill>
                  <a:srgbClr val="FF0000"/>
                </a:solidFill>
              </a:rPr>
              <a:t>Python </a:t>
            </a:r>
            <a:r>
              <a:rPr lang="ko-KR" altLang="en-US" sz="900" dirty="0">
                <a:solidFill>
                  <a:srgbClr val="FF0000"/>
                </a:solidFill>
              </a:rPr>
              <a:t>을 </a:t>
            </a:r>
            <a:r>
              <a:rPr lang="ko-KR" altLang="en-US" sz="900" dirty="0" err="1">
                <a:solidFill>
                  <a:srgbClr val="FF0000"/>
                </a:solidFill>
              </a:rPr>
              <a:t>원할하게</a:t>
            </a:r>
            <a:r>
              <a:rPr lang="ko-KR" altLang="en-US" sz="900" dirty="0">
                <a:solidFill>
                  <a:srgbClr val="FF0000"/>
                </a:solidFill>
              </a:rPr>
              <a:t> 실행할 수 있습니다</a:t>
            </a:r>
            <a:r>
              <a:rPr lang="en-US" altLang="ko-KR" sz="900" dirty="0">
                <a:solidFill>
                  <a:srgbClr val="FF0000"/>
                </a:solidFill>
              </a:rPr>
              <a:t>.</a:t>
            </a:r>
            <a:endParaRPr lang="ko-KR" altLang="en-US" sz="9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EA7788-FD18-7266-31A8-77D7DB48D168}"/>
              </a:ext>
            </a:extLst>
          </p:cNvPr>
          <p:cNvSpPr txBox="1"/>
          <p:nvPr/>
        </p:nvSpPr>
        <p:spPr>
          <a:xfrm>
            <a:off x="5936423" y="6255622"/>
            <a:ext cx="48497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 </a:t>
            </a:r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최초 </a:t>
            </a:r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clone </a:t>
            </a:r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시에는 모든 학생의 </a:t>
            </a:r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Repository </a:t>
            </a:r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를 하나씩 </a:t>
            </a:r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Clone </a:t>
            </a:r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해줘야 합니다</a:t>
            </a:r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506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87C57-0527-592B-5CD3-D8F70DE06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ACD0621-58A0-E1A2-E914-38135F12A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GitHub Clone</a:t>
            </a:r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A1948A4-C072-AA1C-627C-CD3AD589DD25}"/>
              </a:ext>
            </a:extLst>
          </p:cNvPr>
          <p:cNvGrpSpPr/>
          <p:nvPr/>
        </p:nvGrpSpPr>
        <p:grpSpPr>
          <a:xfrm>
            <a:off x="689111" y="2283726"/>
            <a:ext cx="5067879" cy="3740726"/>
            <a:chOff x="574659" y="1425821"/>
            <a:chExt cx="5160521" cy="380910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1F20BAD-D364-0E80-739C-B16DD8895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74659" y="1425821"/>
              <a:ext cx="5028273" cy="344506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783B4EE-2ADE-58E8-7D8F-8C2F6A01EDCD}"/>
                </a:ext>
              </a:extLst>
            </p:cNvPr>
            <p:cNvSpPr txBox="1"/>
            <p:nvPr/>
          </p:nvSpPr>
          <p:spPr>
            <a:xfrm>
              <a:off x="3967959" y="4999878"/>
              <a:ext cx="1767221" cy="235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Fig. 4 GitHub Clone </a:t>
              </a:r>
              <a:r>
                <a:rPr lang="ko-KR" altLang="en-US" sz="900" dirty="0"/>
                <a:t>후 화면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957504A-B639-6573-E3E4-41EA0F735CB3}"/>
              </a:ext>
            </a:extLst>
          </p:cNvPr>
          <p:cNvSpPr txBox="1"/>
          <p:nvPr/>
        </p:nvSpPr>
        <p:spPr>
          <a:xfrm>
            <a:off x="256585" y="645699"/>
            <a:ext cx="59660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altLang="ko-KR" sz="2000" dirty="0"/>
              <a:t>GitHub Clone</a:t>
            </a:r>
            <a:endParaRPr lang="en-US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05C31B-6D74-8BCB-3BB0-9CCE69342EF6}"/>
              </a:ext>
            </a:extLst>
          </p:cNvPr>
          <p:cNvSpPr txBox="1"/>
          <p:nvPr/>
        </p:nvSpPr>
        <p:spPr>
          <a:xfrm>
            <a:off x="256585" y="1272193"/>
            <a:ext cx="62188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GitHub Clone</a:t>
            </a:r>
          </a:p>
          <a:p>
            <a:pPr marL="177800"/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Clone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 완료 되면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GitHub Repository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와 같은 이름의 폴더가 생성됩니다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B64720-0019-D2B6-71F7-6692952A8698}"/>
              </a:ext>
            </a:extLst>
          </p:cNvPr>
          <p:cNvSpPr txBox="1"/>
          <p:nvPr/>
        </p:nvSpPr>
        <p:spPr>
          <a:xfrm>
            <a:off x="6334733" y="1441470"/>
            <a:ext cx="585726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Clone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완료되면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최 상위 폴더에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sync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용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python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파일을 넣어준 후 실행해주시면 됩니다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*python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파일은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[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hlinkClick r:id="rId4"/>
              </a:rPr>
              <a:t>링크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의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tutorial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에서 확인하실 수 있습니다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23C292C-8142-E69F-2A33-8FE1B7EAA271}"/>
              </a:ext>
            </a:extLst>
          </p:cNvPr>
          <p:cNvGrpSpPr/>
          <p:nvPr/>
        </p:nvGrpSpPr>
        <p:grpSpPr>
          <a:xfrm>
            <a:off x="6334733" y="2283727"/>
            <a:ext cx="5492312" cy="3971557"/>
            <a:chOff x="6558668" y="2472582"/>
            <a:chExt cx="5492312" cy="3971557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6BE98B7D-C7ED-6A46-7AB6-748A875CBEFF}"/>
                </a:ext>
              </a:extLst>
            </p:cNvPr>
            <p:cNvGrpSpPr/>
            <p:nvPr/>
          </p:nvGrpSpPr>
          <p:grpSpPr>
            <a:xfrm>
              <a:off x="6558668" y="2472582"/>
              <a:ext cx="5492312" cy="3971557"/>
              <a:chOff x="6558668" y="2472582"/>
              <a:chExt cx="5492312" cy="3971557"/>
            </a:xfrm>
          </p:grpSpPr>
          <p:grpSp>
            <p:nvGrpSpPr>
              <p:cNvPr id="2" name="그룹 1">
                <a:extLst>
                  <a:ext uri="{FF2B5EF4-FFF2-40B4-BE49-F238E27FC236}">
                    <a16:creationId xmlns:a16="http://schemas.microsoft.com/office/drawing/2014/main" id="{47246B33-C89D-FD4B-D5B8-DEABB97725C5}"/>
                  </a:ext>
                </a:extLst>
              </p:cNvPr>
              <p:cNvGrpSpPr/>
              <p:nvPr/>
            </p:nvGrpSpPr>
            <p:grpSpPr>
              <a:xfrm>
                <a:off x="6558668" y="2472582"/>
                <a:ext cx="5492312" cy="3971557"/>
                <a:chOff x="536427" y="1792948"/>
                <a:chExt cx="4863002" cy="3516494"/>
              </a:xfrm>
            </p:grpSpPr>
            <p:pic>
              <p:nvPicPr>
                <p:cNvPr id="5" name="그림 4">
                  <a:extLst>
                    <a:ext uri="{FF2B5EF4-FFF2-40B4-BE49-F238E27FC236}">
                      <a16:creationId xmlns:a16="http://schemas.microsoft.com/office/drawing/2014/main" id="{A9E8E9A8-7155-9E06-7B9A-8FE3501449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536427" y="1792948"/>
                  <a:ext cx="4800603" cy="3284621"/>
                </a:xfrm>
                <a:prstGeom prst="rect">
                  <a:avLst/>
                </a:prstGeom>
              </p:spPr>
            </p:pic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FC42ADF-112C-AD72-C8D0-01028191537A}"/>
                    </a:ext>
                  </a:extLst>
                </p:cNvPr>
                <p:cNvSpPr txBox="1"/>
                <p:nvPr/>
              </p:nvSpPr>
              <p:spPr>
                <a:xfrm>
                  <a:off x="4252605" y="5105059"/>
                  <a:ext cx="1146824" cy="2043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900" dirty="0"/>
                    <a:t>Fig. 5 Python </a:t>
                  </a:r>
                  <a:r>
                    <a:rPr lang="ko-KR" altLang="en-US" sz="900" dirty="0"/>
                    <a:t>위치</a:t>
                  </a: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0687C9-C82E-7A93-2896-21E0003CFD68}"/>
                  </a:ext>
                </a:extLst>
              </p:cNvPr>
              <p:cNvSpPr txBox="1"/>
              <p:nvPr/>
            </p:nvSpPr>
            <p:spPr>
              <a:xfrm>
                <a:off x="8108303" y="3867129"/>
                <a:ext cx="37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*</a:t>
                </a:r>
                <a:r>
                  <a:rPr lang="ko-KR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하위 폴더를 탐색해 싱크를 하는 방식으로 </a:t>
                </a:r>
                <a:endPara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r>
                  <a:rPr lang="ko-KR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폴더 내에 있는 모든 </a:t>
                </a:r>
                <a:r>
                  <a:rPr lang="en-US" altLang="ko-K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Repository</a:t>
                </a:r>
                <a:r>
                  <a:rPr lang="ko-KR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는 자동으로 동기화 됩니다</a:t>
                </a:r>
                <a:r>
                  <a:rPr lang="en-US" altLang="ko-K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0B4AEDB-28F9-D5CC-A3C9-5816EA60D61F}"/>
                </a:ext>
              </a:extLst>
            </p:cNvPr>
            <p:cNvSpPr/>
            <p:nvPr/>
          </p:nvSpPr>
          <p:spPr>
            <a:xfrm>
              <a:off x="7341491" y="3543212"/>
              <a:ext cx="2728913" cy="12226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862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67D8C-DEFE-D7A2-8640-C0D7A7910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EE3FBFB-2AD5-E060-9B79-4E5B9E171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GitHub Clone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1AA6D0-8912-61AE-A9CA-43B9B21113E6}"/>
              </a:ext>
            </a:extLst>
          </p:cNvPr>
          <p:cNvSpPr txBox="1"/>
          <p:nvPr/>
        </p:nvSpPr>
        <p:spPr>
          <a:xfrm>
            <a:off x="256585" y="645699"/>
            <a:ext cx="59660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altLang="ko-KR" sz="2000" dirty="0"/>
              <a:t>GitHub Clone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EAA94A-75A3-C0AE-A4CB-DFE27D755BBF}"/>
              </a:ext>
            </a:extLst>
          </p:cNvPr>
          <p:cNvSpPr txBox="1"/>
          <p:nvPr/>
        </p:nvSpPr>
        <p:spPr>
          <a:xfrm>
            <a:off x="349891" y="1129434"/>
            <a:ext cx="11490656" cy="1456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참고사항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본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Python code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는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Repository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가 너무 많은 경우 하나씩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commit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하기에 불편함이 있어 만들게 되었습니다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Soft commit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형식이라 문제가 있는 경우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Commit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을 즉시 중단하게 되어 있습니다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Commit massage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를 수정하시는 경우 </a:t>
            </a:r>
            <a:r>
              <a:rPr lang="en-US" altLang="ko-KR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commit_msg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"Auto</a:t>
            </a:r>
            <a:r>
              <a:rPr lang="en-US" altLang="ko-K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-commit: 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strftime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'%Y-%m-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ko-K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%H:%M:%S’</a:t>
            </a:r>
            <a:r>
              <a:rPr lang="en-US" altLang="ko-K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” </a:t>
            </a:r>
            <a:r>
              <a:rPr lang="ko-KR" altLang="en-US" sz="1100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에서 </a:t>
            </a:r>
            <a:r>
              <a:rPr lang="en-US" altLang="ko-KR" sz="1100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Auto-commit </a:t>
            </a:r>
            <a:r>
              <a:rPr lang="ko-KR" altLang="en-US" sz="1100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부분을 수정하시면 됩니다</a:t>
            </a:r>
            <a:r>
              <a:rPr lang="en-US" altLang="ko-KR" sz="1100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만약 수정사항 및 보완사항 등 알리고 싶은 내용이 있다면 파일 작성 후 해당 폴더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학생의 폴더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내에 파일을 넣으신 후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Python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을 실행하시면 추후 학생이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Commit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을 하였을 때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학생의 컴퓨터에 자동으로 그 파일이 업로드 되어 피드백을 확인할 수 있습니다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0737E4-E392-DDE3-7FAA-CCD1ABD963D8}"/>
              </a:ext>
            </a:extLst>
          </p:cNvPr>
          <p:cNvSpPr txBox="1"/>
          <p:nvPr/>
        </p:nvSpPr>
        <p:spPr>
          <a:xfrm>
            <a:off x="190784" y="6417575"/>
            <a:ext cx="11490656" cy="28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ko-KR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ko-KR" alt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본</a:t>
            </a:r>
            <a:r>
              <a:rPr lang="en-US" altLang="ko-KR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파일은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vscode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에서 생성되었으며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python 3.11.9 </a:t>
            </a:r>
            <a:r>
              <a:rPr lang="ko-KR" alt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인터프리터 에서 작동함을 확인했습니다</a:t>
            </a:r>
            <a:r>
              <a:rPr lang="en-US" altLang="ko-KR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008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/>
              <a:t>감사합니다</a:t>
            </a:r>
            <a:endParaRPr lang="en-US" altLang="ko-KR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C6FA57-FB52-0B8C-07EF-C79FFADB71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srgbClr val="4F81BD"/>
                </a:solidFill>
              </a:rPr>
              <a:pPr>
                <a:defRPr/>
              </a:pPr>
              <a:t>6</a:t>
            </a:fld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825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64735</TotalTime>
  <Words>366</Words>
  <Application>Microsoft Office PowerPoint</Application>
  <PresentationFormat>와이드스크린</PresentationFormat>
  <Paragraphs>55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HY견고딕</vt:lpstr>
      <vt:lpstr>맑은 고딕</vt:lpstr>
      <vt:lpstr>Arial</vt:lpstr>
      <vt:lpstr>Calibri</vt:lpstr>
      <vt:lpstr>Consolas</vt:lpstr>
      <vt:lpstr>Wingdings</vt:lpstr>
      <vt:lpstr>1_Office 테마</vt:lpstr>
      <vt:lpstr>Repository commit</vt:lpstr>
      <vt:lpstr>시작 하기에 앞서</vt:lpstr>
      <vt:lpstr>GitHub Clone</vt:lpstr>
      <vt:lpstr>GitHub Clone</vt:lpstr>
      <vt:lpstr>GitHub Clone</vt:lpstr>
      <vt:lpstr>감사합니다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자율비행제어연구실(문정호)</dc:title>
  <dc:creator>CJU</dc:creator>
  <cp:lastModifiedBy>윤현덕</cp:lastModifiedBy>
  <cp:revision>1912</cp:revision>
  <cp:lastPrinted>2025-09-18T05:38:13Z</cp:lastPrinted>
  <dcterms:created xsi:type="dcterms:W3CDTF">2022-05-24T00:47:27Z</dcterms:created>
  <dcterms:modified xsi:type="dcterms:W3CDTF">2025-11-20T08:02:09Z</dcterms:modified>
  <cp:version/>
</cp:coreProperties>
</file>